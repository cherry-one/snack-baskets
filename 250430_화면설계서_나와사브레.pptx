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6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7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2" r:id="rId2"/>
  </p:sldMasterIdLst>
  <p:notesMasterIdLst>
    <p:notesMasterId r:id="rId27"/>
  </p:notesMasterIdLst>
  <p:sldIdLst>
    <p:sldId id="260" r:id="rId3"/>
    <p:sldId id="508" r:id="rId4"/>
    <p:sldId id="528" r:id="rId5"/>
    <p:sldId id="530" r:id="rId6"/>
    <p:sldId id="529" r:id="rId7"/>
    <p:sldId id="500" r:id="rId8"/>
    <p:sldId id="511" r:id="rId9"/>
    <p:sldId id="512" r:id="rId10"/>
    <p:sldId id="513" r:id="rId11"/>
    <p:sldId id="514" r:id="rId12"/>
    <p:sldId id="520" r:id="rId13"/>
    <p:sldId id="494" r:id="rId14"/>
    <p:sldId id="535" r:id="rId15"/>
    <p:sldId id="515" r:id="rId16"/>
    <p:sldId id="524" r:id="rId17"/>
    <p:sldId id="516" r:id="rId18"/>
    <p:sldId id="536" r:id="rId19"/>
    <p:sldId id="537" r:id="rId20"/>
    <p:sldId id="519" r:id="rId21"/>
    <p:sldId id="531" r:id="rId22"/>
    <p:sldId id="532" r:id="rId23"/>
    <p:sldId id="533" r:id="rId24"/>
    <p:sldId id="534" r:id="rId25"/>
    <p:sldId id="509" r:id="rId2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E8B91D-8A9F-41BE-BAA5-34DD3F5D04C8}">
          <p14:sldIdLst>
            <p14:sldId id="260"/>
            <p14:sldId id="508"/>
            <p14:sldId id="528"/>
            <p14:sldId id="530"/>
            <p14:sldId id="529"/>
            <p14:sldId id="500"/>
            <p14:sldId id="511"/>
            <p14:sldId id="512"/>
            <p14:sldId id="513"/>
            <p14:sldId id="514"/>
            <p14:sldId id="520"/>
            <p14:sldId id="494"/>
            <p14:sldId id="535"/>
            <p14:sldId id="515"/>
            <p14:sldId id="524"/>
            <p14:sldId id="516"/>
            <p14:sldId id="536"/>
            <p14:sldId id="537"/>
            <p14:sldId id="519"/>
            <p14:sldId id="531"/>
            <p14:sldId id="532"/>
            <p14:sldId id="533"/>
            <p14:sldId id="534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43D"/>
    <a:srgbClr val="0074A3"/>
    <a:srgbClr val="484C55"/>
    <a:srgbClr val="FCB416"/>
    <a:srgbClr val="A9AD0B"/>
    <a:srgbClr val="002F5F"/>
    <a:srgbClr val="002D61"/>
    <a:srgbClr val="C3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77091" autoAdjust="0"/>
  </p:normalViewPr>
  <p:slideViewPr>
    <p:cSldViewPr snapToGrid="0">
      <p:cViewPr varScale="1">
        <p:scale>
          <a:sx n="107" d="100"/>
          <a:sy n="107" d="100"/>
        </p:scale>
        <p:origin x="157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9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/>
              <a:t>카테고리별 비율</a:t>
            </a:r>
          </a:p>
        </c:rich>
      </c:tx>
      <c:layout>
        <c:manualLayout>
          <c:xMode val="edge"/>
          <c:yMode val="edge"/>
          <c:x val="3.4167691054946249E-2"/>
          <c:y val="5.840517092710160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ED-4603-8FBC-37057F2B8DD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ED-4603-8FBC-37057F2B8DD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ED-4603-8FBC-37057F2B8DD3}"/>
              </c:ext>
            </c:extLst>
          </c:dPt>
          <c:cat>
            <c:strRef>
              <c:f>Sheet1!$A$2:$A$5</c:f>
              <c:strCache>
                <c:ptCount val="3"/>
                <c:pt idx="0">
                  <c:v>스낵류</c:v>
                </c:pt>
                <c:pt idx="1">
                  <c:v>2분기</c:v>
                </c:pt>
                <c:pt idx="2">
                  <c:v>그 외</c:v>
                </c:pt>
              </c:strCache>
              <c:extLst/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61ED-4603-8FBC-37057F2B8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C460F-A745-427A-8D78-0BC790E5B4E3}" type="datetimeFigureOut">
              <a:rPr lang="ko-KR" altLang="en-US" smtClean="0"/>
              <a:t>2025-04-30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7AF01-E18F-4450-8FB1-C01F9A1056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3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600" dirty="0" err="1"/>
              <a:t>메인페이지</a:t>
            </a:r>
            <a:r>
              <a:rPr lang="en-US" altLang="ko-KR" sz="600" dirty="0"/>
              <a:t>(</a:t>
            </a:r>
            <a:r>
              <a:rPr lang="en-US" altLang="ko-KR" sz="600"/>
              <a:t>index) </a:t>
            </a:r>
            <a:r>
              <a:rPr lang="ko-KR" altLang="en-US" sz="600"/>
              <a:t>입니다</a:t>
            </a:r>
            <a:r>
              <a:rPr lang="en-US" altLang="ko-KR" sz="600"/>
              <a:t>.</a:t>
            </a:r>
            <a:endParaRPr lang="en-US" altLang="ko-KR" sz="600" dirty="0"/>
          </a:p>
          <a:p>
            <a:r>
              <a:rPr lang="ko-KR" altLang="en-US" sz="600" dirty="0"/>
              <a:t>기능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로그인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이미 </a:t>
            </a:r>
            <a:r>
              <a:rPr lang="ko-KR" altLang="en-US" sz="600" dirty="0" err="1"/>
              <a:t>로그인시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 err="1"/>
              <a:t>ㅇㅇㅇ님이라는</a:t>
            </a:r>
            <a:r>
              <a:rPr lang="en-US" altLang="ko-KR" sz="600" dirty="0"/>
              <a:t> </a:t>
            </a:r>
            <a:r>
              <a:rPr lang="en-US" altLang="ko-KR" sz="600" dirty="0" err="1"/>
              <a:t>ui</a:t>
            </a:r>
            <a:r>
              <a:rPr lang="ko-KR" altLang="en-US" sz="600" dirty="0"/>
              <a:t>만 보임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공지사항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등록</a:t>
            </a:r>
            <a:r>
              <a:rPr lang="en-US" altLang="ko-KR" sz="600" dirty="0"/>
              <a:t>/</a:t>
            </a:r>
            <a:r>
              <a:rPr lang="ko-KR" altLang="en-US" sz="600" dirty="0"/>
              <a:t>투표 기간 노출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부식 등록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투표하기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실시간 </a:t>
            </a:r>
            <a:r>
              <a:rPr lang="ko-KR" altLang="en-US" sz="600"/>
              <a:t>투표 현황 </a:t>
            </a:r>
            <a:r>
              <a:rPr lang="en-US" altLang="ko-KR" sz="600"/>
              <a:t>– </a:t>
            </a:r>
            <a:r>
              <a:rPr lang="ko-KR" altLang="en-US" sz="600"/>
              <a:t>실시간 투표 현황을 직관적으로 보여 주어</a:t>
            </a:r>
            <a:r>
              <a:rPr lang="en-US" altLang="ko-KR" sz="600"/>
              <a:t>, </a:t>
            </a:r>
            <a:r>
              <a:rPr lang="ko-KR" altLang="en-US" sz="600"/>
              <a:t>선호 식품이 밀리고 있을 때 다른 품목으로 유도 가능</a:t>
            </a:r>
            <a:endParaRPr lang="en-US" altLang="ko-KR" sz="600"/>
          </a:p>
          <a:p>
            <a:pPr marL="171450" indent="-171450">
              <a:buFontTx/>
              <a:buChar char="-"/>
            </a:pPr>
            <a:r>
              <a:rPr lang="ko-KR" altLang="en-US" sz="600"/>
              <a:t>이 </a:t>
            </a:r>
            <a:r>
              <a:rPr lang="ko-KR" altLang="en-US" sz="600" dirty="0"/>
              <a:t>때 까지 결과로 나온</a:t>
            </a:r>
            <a:br>
              <a:rPr lang="en-US" altLang="ko-KR" sz="600" dirty="0"/>
            </a:br>
            <a:r>
              <a:rPr lang="ko-KR" altLang="en-US" sz="600" dirty="0"/>
              <a:t>신청 목록들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en-US" altLang="ko-KR" sz="600" dirty="0" err="1"/>
              <a:t>ifram</a:t>
            </a:r>
            <a:r>
              <a:rPr lang="en-US" altLang="ko-KR" sz="600" dirty="0"/>
              <a:t> </a:t>
            </a:r>
            <a:r>
              <a:rPr lang="ko-KR" altLang="en-US" sz="600" dirty="0"/>
              <a:t>태그</a:t>
            </a:r>
            <a:r>
              <a:rPr lang="en-US" altLang="ko-KR" sz="600" dirty="0"/>
              <a:t> - </a:t>
            </a:r>
            <a:r>
              <a:rPr lang="ko-KR" altLang="en-US" sz="600" dirty="0"/>
              <a:t>화면 속의</a:t>
            </a:r>
            <a:br>
              <a:rPr lang="en-US" altLang="ko-KR" sz="600" dirty="0"/>
            </a:br>
            <a:r>
              <a:rPr lang="ko-KR" altLang="en-US" sz="600" dirty="0"/>
              <a:t>화면으로 보여줌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/>
              <a:t>스크롤 방식 지향</a:t>
            </a:r>
            <a:br>
              <a:rPr lang="en-US" altLang="ko-KR" sz="600" dirty="0"/>
            </a:br>
            <a:r>
              <a:rPr lang="en-US" altLang="ko-KR" sz="600" dirty="0"/>
              <a:t>, </a:t>
            </a:r>
            <a:r>
              <a:rPr lang="ko-KR" altLang="en-US" sz="600" dirty="0"/>
              <a:t>모바일 고려</a:t>
            </a:r>
            <a:br>
              <a:rPr lang="en-US" altLang="ko-KR" sz="600" dirty="0"/>
            </a:br>
            <a:r>
              <a:rPr lang="ko-KR" altLang="en-US" sz="600" dirty="0"/>
              <a:t>최신 결과</a:t>
            </a:r>
            <a:r>
              <a:rPr lang="en-US" altLang="ko-KR" sz="600" dirty="0"/>
              <a:t>(</a:t>
            </a:r>
            <a:r>
              <a:rPr lang="ko-KR" altLang="en-US" sz="600" dirty="0" err="1"/>
              <a:t>최상단</a:t>
            </a:r>
            <a:r>
              <a:rPr lang="en-US" altLang="ko-KR" sz="600" dirty="0"/>
              <a:t>)</a:t>
            </a:r>
            <a:r>
              <a:rPr lang="ko-KR" altLang="en-US" sz="600" dirty="0"/>
              <a:t>는</a:t>
            </a:r>
            <a:br>
              <a:rPr lang="en-US" altLang="ko-KR" sz="600" dirty="0"/>
            </a:br>
            <a:r>
              <a:rPr lang="ko-KR" altLang="en-US" sz="600" dirty="0"/>
              <a:t>하이라이트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600" dirty="0"/>
              <a:t>&gt; </a:t>
            </a:r>
            <a:r>
              <a:rPr lang="ko-KR" altLang="en-US" sz="600" dirty="0"/>
              <a:t>누르면 투표 결과 상세</a:t>
            </a:r>
            <a:br>
              <a:rPr lang="en-US" altLang="ko-KR" sz="600" dirty="0"/>
            </a:br>
            <a:r>
              <a:rPr lang="en-US" altLang="ko-KR" sz="600" dirty="0"/>
              <a:t>+</a:t>
            </a:r>
            <a:r>
              <a:rPr lang="ko-KR" altLang="en-US" sz="600" dirty="0"/>
              <a:t>숫자는 그 주의 반응</a:t>
            </a:r>
            <a:r>
              <a:rPr lang="en-US" altLang="ko-KR" sz="600" dirty="0"/>
              <a:t>(</a:t>
            </a:r>
            <a:r>
              <a:rPr lang="ko-KR" altLang="en-US" sz="600" dirty="0"/>
              <a:t>댓글</a:t>
            </a:r>
            <a:r>
              <a:rPr lang="en-US" altLang="ko-KR" sz="600" dirty="0"/>
              <a:t>) </a:t>
            </a:r>
            <a:r>
              <a:rPr lang="ko-KR" altLang="en-US" sz="600" dirty="0"/>
              <a:t>수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en-US" altLang="ko-KR" sz="600" dirty="0"/>
          </a:p>
          <a:p>
            <a:r>
              <a:rPr lang="ko-KR" altLang="en-US" sz="600" dirty="0"/>
              <a:t>주요 기능</a:t>
            </a:r>
            <a:endParaRPr lang="en-US" altLang="ko-KR" sz="600" dirty="0"/>
          </a:p>
          <a:p>
            <a:r>
              <a:rPr lang="ko-KR" altLang="en-US" sz="600" dirty="0"/>
              <a:t>카카오톡 로그인 </a:t>
            </a:r>
            <a:r>
              <a:rPr lang="en-US" altLang="ko-KR" sz="600" dirty="0"/>
              <a:t>+ </a:t>
            </a:r>
            <a:r>
              <a:rPr lang="ko-KR" altLang="en-US" sz="600" dirty="0"/>
              <a:t>화이트 리스트를 통한 중복방지</a:t>
            </a:r>
            <a:endParaRPr lang="en-US" altLang="ko-KR" sz="600" dirty="0"/>
          </a:p>
          <a:p>
            <a:r>
              <a:rPr lang="ko-KR" altLang="en-US" sz="600" dirty="0"/>
              <a:t>제한이 </a:t>
            </a:r>
            <a:r>
              <a:rPr lang="ko-KR" altLang="en-US" sz="600" dirty="0" err="1"/>
              <a:t>필요없는</a:t>
            </a:r>
            <a:r>
              <a:rPr lang="ko-KR" altLang="en-US" sz="600" dirty="0"/>
              <a:t> 기능은 로그인 없이 볼 </a:t>
            </a:r>
            <a:r>
              <a:rPr lang="ko-KR" altLang="en-US" sz="600" dirty="0" err="1"/>
              <a:t>수있게</a:t>
            </a:r>
            <a:r>
              <a:rPr lang="ko-KR" altLang="en-US" sz="600" dirty="0"/>
              <a:t> </a:t>
            </a:r>
            <a:r>
              <a:rPr lang="ko-KR" altLang="en-US" sz="600" dirty="0" err="1"/>
              <a:t>하여편의성</a:t>
            </a:r>
            <a:r>
              <a:rPr lang="ko-KR" altLang="en-US" sz="600" dirty="0"/>
              <a:t> 증가</a:t>
            </a:r>
            <a:endParaRPr lang="en-US" altLang="ko-KR" sz="600" dirty="0"/>
          </a:p>
          <a:p>
            <a:r>
              <a:rPr lang="ko-KR" altLang="en-US" sz="600" dirty="0"/>
              <a:t>투표가 마감되고 결과가 산출되자마자 전송되는 알림</a:t>
            </a:r>
            <a:r>
              <a:rPr lang="en-US" altLang="ko-KR" sz="600" dirty="0"/>
              <a:t>(pushover API)</a:t>
            </a:r>
          </a:p>
          <a:p>
            <a:r>
              <a:rPr lang="ko-KR" altLang="en-US" sz="600" dirty="0"/>
              <a:t>데이터베이스 임시로 </a:t>
            </a:r>
            <a:r>
              <a:rPr lang="ko-KR" altLang="en-US" sz="600" dirty="0" err="1"/>
              <a:t>구글스프레드시트</a:t>
            </a:r>
            <a:r>
              <a:rPr lang="ko-KR" altLang="en-US" sz="600" dirty="0"/>
              <a:t> 전송 방식 가능</a:t>
            </a:r>
            <a:r>
              <a:rPr lang="en-US" altLang="ko-KR" sz="600" dirty="0"/>
              <a:t>, </a:t>
            </a:r>
            <a:r>
              <a:rPr lang="ko-KR" altLang="en-US" sz="600" dirty="0"/>
              <a:t>구현 가능하면 </a:t>
            </a:r>
            <a:r>
              <a:rPr lang="en-US" altLang="ko-KR" sz="600" dirty="0"/>
              <a:t>DB</a:t>
            </a:r>
            <a:r>
              <a:rPr lang="ko-KR" altLang="en-US" sz="600" dirty="0"/>
              <a:t>가 </a:t>
            </a:r>
            <a:r>
              <a:rPr lang="ko-KR" altLang="en-US" sz="600" dirty="0" err="1"/>
              <a:t>좋을듯</a:t>
            </a:r>
            <a:endParaRPr lang="en-US" altLang="ko-KR" sz="600" dirty="0"/>
          </a:p>
          <a:p>
            <a:r>
              <a:rPr lang="ko-KR" altLang="en-US" sz="600" dirty="0"/>
              <a:t>반응형 웹 </a:t>
            </a:r>
            <a:r>
              <a:rPr lang="en-US" altLang="ko-KR" sz="600" dirty="0"/>
              <a:t>/ </a:t>
            </a:r>
            <a:r>
              <a:rPr lang="ko-KR" altLang="en-US" sz="600" dirty="0"/>
              <a:t>한눈에 들어오는 </a:t>
            </a:r>
            <a:r>
              <a:rPr lang="en-US" altLang="ko-KR" sz="600" dirty="0"/>
              <a:t>UI, </a:t>
            </a:r>
            <a:r>
              <a:rPr lang="ko-KR" altLang="en-US" sz="600" dirty="0" err="1"/>
              <a:t>직관성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61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600" dirty="0" err="1"/>
              <a:t>메인페이지</a:t>
            </a:r>
            <a:r>
              <a:rPr lang="en-US" altLang="ko-KR" sz="600" dirty="0"/>
              <a:t>(</a:t>
            </a:r>
            <a:r>
              <a:rPr lang="en-US" altLang="ko-KR" sz="600"/>
              <a:t>index) </a:t>
            </a:r>
            <a:r>
              <a:rPr lang="ko-KR" altLang="en-US" sz="600"/>
              <a:t>입니다</a:t>
            </a:r>
            <a:r>
              <a:rPr lang="en-US" altLang="ko-KR" sz="600"/>
              <a:t>.</a:t>
            </a:r>
            <a:endParaRPr lang="en-US" altLang="ko-KR" sz="600" dirty="0"/>
          </a:p>
          <a:p>
            <a:r>
              <a:rPr lang="ko-KR" altLang="en-US" sz="600" dirty="0"/>
              <a:t>기능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로그인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이미 </a:t>
            </a:r>
            <a:r>
              <a:rPr lang="ko-KR" altLang="en-US" sz="600" dirty="0" err="1"/>
              <a:t>로그인시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 err="1"/>
              <a:t>ㅇㅇㅇ님이라는</a:t>
            </a:r>
            <a:r>
              <a:rPr lang="en-US" altLang="ko-KR" sz="600" dirty="0"/>
              <a:t> </a:t>
            </a:r>
            <a:r>
              <a:rPr lang="en-US" altLang="ko-KR" sz="600" dirty="0" err="1"/>
              <a:t>ui</a:t>
            </a:r>
            <a:r>
              <a:rPr lang="ko-KR" altLang="en-US" sz="600" dirty="0"/>
              <a:t>만 보임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공지사항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등록</a:t>
            </a:r>
            <a:r>
              <a:rPr lang="en-US" altLang="ko-KR" sz="600" dirty="0"/>
              <a:t>/</a:t>
            </a:r>
            <a:r>
              <a:rPr lang="ko-KR" altLang="en-US" sz="600" dirty="0"/>
              <a:t>투표 기간 노출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부식 등록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투표하기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실시간 </a:t>
            </a:r>
            <a:r>
              <a:rPr lang="ko-KR" altLang="en-US" sz="600"/>
              <a:t>투표 현황 </a:t>
            </a:r>
            <a:r>
              <a:rPr lang="en-US" altLang="ko-KR" sz="600"/>
              <a:t>– </a:t>
            </a:r>
            <a:r>
              <a:rPr lang="ko-KR" altLang="en-US" sz="600"/>
              <a:t>실시간 투표 현황을 직관적으로 보여 주어</a:t>
            </a:r>
            <a:r>
              <a:rPr lang="en-US" altLang="ko-KR" sz="600"/>
              <a:t>, </a:t>
            </a:r>
            <a:r>
              <a:rPr lang="ko-KR" altLang="en-US" sz="600"/>
              <a:t>선호 식품이 밀리고 있을 때 다른 품목으로 유도 가능</a:t>
            </a:r>
            <a:endParaRPr lang="en-US" altLang="ko-KR" sz="600"/>
          </a:p>
          <a:p>
            <a:pPr marL="171450" indent="-171450">
              <a:buFontTx/>
              <a:buChar char="-"/>
            </a:pPr>
            <a:r>
              <a:rPr lang="ko-KR" altLang="en-US" sz="600"/>
              <a:t>이 </a:t>
            </a:r>
            <a:r>
              <a:rPr lang="ko-KR" altLang="en-US" sz="600" dirty="0"/>
              <a:t>때 까지 결과로 나온</a:t>
            </a:r>
            <a:br>
              <a:rPr lang="en-US" altLang="ko-KR" sz="600" dirty="0"/>
            </a:br>
            <a:r>
              <a:rPr lang="ko-KR" altLang="en-US" sz="600" dirty="0"/>
              <a:t>신청 목록들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en-US" altLang="ko-KR" sz="600" dirty="0" err="1"/>
              <a:t>ifram</a:t>
            </a:r>
            <a:r>
              <a:rPr lang="en-US" altLang="ko-KR" sz="600" dirty="0"/>
              <a:t> </a:t>
            </a:r>
            <a:r>
              <a:rPr lang="ko-KR" altLang="en-US" sz="600" dirty="0"/>
              <a:t>태그</a:t>
            </a:r>
            <a:r>
              <a:rPr lang="en-US" altLang="ko-KR" sz="600" dirty="0"/>
              <a:t> - </a:t>
            </a:r>
            <a:r>
              <a:rPr lang="ko-KR" altLang="en-US" sz="600" dirty="0"/>
              <a:t>화면 속의</a:t>
            </a:r>
            <a:br>
              <a:rPr lang="en-US" altLang="ko-KR" sz="600" dirty="0"/>
            </a:br>
            <a:r>
              <a:rPr lang="ko-KR" altLang="en-US" sz="600" dirty="0"/>
              <a:t>화면으로 보여줌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/>
              <a:t>스크롤 방식 지향</a:t>
            </a:r>
            <a:br>
              <a:rPr lang="en-US" altLang="ko-KR" sz="600" dirty="0"/>
            </a:br>
            <a:r>
              <a:rPr lang="en-US" altLang="ko-KR" sz="600" dirty="0"/>
              <a:t>, </a:t>
            </a:r>
            <a:r>
              <a:rPr lang="ko-KR" altLang="en-US" sz="600" dirty="0"/>
              <a:t>모바일 고려</a:t>
            </a:r>
            <a:br>
              <a:rPr lang="en-US" altLang="ko-KR" sz="600" dirty="0"/>
            </a:br>
            <a:r>
              <a:rPr lang="ko-KR" altLang="en-US" sz="600" dirty="0"/>
              <a:t>최신 결과</a:t>
            </a:r>
            <a:r>
              <a:rPr lang="en-US" altLang="ko-KR" sz="600" dirty="0"/>
              <a:t>(</a:t>
            </a:r>
            <a:r>
              <a:rPr lang="ko-KR" altLang="en-US" sz="600" dirty="0" err="1"/>
              <a:t>최상단</a:t>
            </a:r>
            <a:r>
              <a:rPr lang="en-US" altLang="ko-KR" sz="600" dirty="0"/>
              <a:t>)</a:t>
            </a:r>
            <a:r>
              <a:rPr lang="ko-KR" altLang="en-US" sz="600" dirty="0"/>
              <a:t>는</a:t>
            </a:r>
            <a:br>
              <a:rPr lang="en-US" altLang="ko-KR" sz="600" dirty="0"/>
            </a:br>
            <a:r>
              <a:rPr lang="ko-KR" altLang="en-US" sz="600" dirty="0"/>
              <a:t>하이라이트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600" dirty="0"/>
              <a:t>&gt; </a:t>
            </a:r>
            <a:r>
              <a:rPr lang="ko-KR" altLang="en-US" sz="600" dirty="0"/>
              <a:t>누르면 투표 결과 상세</a:t>
            </a:r>
            <a:br>
              <a:rPr lang="en-US" altLang="ko-KR" sz="600" dirty="0"/>
            </a:br>
            <a:r>
              <a:rPr lang="en-US" altLang="ko-KR" sz="600" dirty="0"/>
              <a:t>+</a:t>
            </a:r>
            <a:r>
              <a:rPr lang="ko-KR" altLang="en-US" sz="600" dirty="0"/>
              <a:t>숫자는 그 주의 반응</a:t>
            </a:r>
            <a:r>
              <a:rPr lang="en-US" altLang="ko-KR" sz="600" dirty="0"/>
              <a:t>(</a:t>
            </a:r>
            <a:r>
              <a:rPr lang="ko-KR" altLang="en-US" sz="600" dirty="0"/>
              <a:t>댓글</a:t>
            </a:r>
            <a:r>
              <a:rPr lang="en-US" altLang="ko-KR" sz="600" dirty="0"/>
              <a:t>) </a:t>
            </a:r>
            <a:r>
              <a:rPr lang="ko-KR" altLang="en-US" sz="600" dirty="0"/>
              <a:t>수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en-US" altLang="ko-KR" sz="600" dirty="0"/>
          </a:p>
          <a:p>
            <a:r>
              <a:rPr lang="ko-KR" altLang="en-US" sz="600" dirty="0"/>
              <a:t>주요 기능</a:t>
            </a:r>
            <a:endParaRPr lang="en-US" altLang="ko-KR" sz="600" dirty="0"/>
          </a:p>
          <a:p>
            <a:r>
              <a:rPr lang="ko-KR" altLang="en-US" sz="600" dirty="0"/>
              <a:t>카카오톡 로그인 </a:t>
            </a:r>
            <a:r>
              <a:rPr lang="en-US" altLang="ko-KR" sz="600" dirty="0"/>
              <a:t>+ </a:t>
            </a:r>
            <a:r>
              <a:rPr lang="ko-KR" altLang="en-US" sz="600" dirty="0"/>
              <a:t>화이트 리스트를 통한 중복방지</a:t>
            </a:r>
            <a:endParaRPr lang="en-US" altLang="ko-KR" sz="600" dirty="0"/>
          </a:p>
          <a:p>
            <a:r>
              <a:rPr lang="ko-KR" altLang="en-US" sz="600" dirty="0"/>
              <a:t>제한이 </a:t>
            </a:r>
            <a:r>
              <a:rPr lang="ko-KR" altLang="en-US" sz="600" dirty="0" err="1"/>
              <a:t>필요없는</a:t>
            </a:r>
            <a:r>
              <a:rPr lang="ko-KR" altLang="en-US" sz="600" dirty="0"/>
              <a:t> 기능은 로그인 없이 볼 </a:t>
            </a:r>
            <a:r>
              <a:rPr lang="ko-KR" altLang="en-US" sz="600" dirty="0" err="1"/>
              <a:t>수있게</a:t>
            </a:r>
            <a:r>
              <a:rPr lang="ko-KR" altLang="en-US" sz="600" dirty="0"/>
              <a:t> </a:t>
            </a:r>
            <a:r>
              <a:rPr lang="ko-KR" altLang="en-US" sz="600" dirty="0" err="1"/>
              <a:t>하여편의성</a:t>
            </a:r>
            <a:r>
              <a:rPr lang="ko-KR" altLang="en-US" sz="600" dirty="0"/>
              <a:t> 증가</a:t>
            </a:r>
            <a:endParaRPr lang="en-US" altLang="ko-KR" sz="600" dirty="0"/>
          </a:p>
          <a:p>
            <a:r>
              <a:rPr lang="ko-KR" altLang="en-US" sz="600" dirty="0"/>
              <a:t>투표가 마감되고 결과가 산출되자마자 전송되는 알림</a:t>
            </a:r>
            <a:r>
              <a:rPr lang="en-US" altLang="ko-KR" sz="600" dirty="0"/>
              <a:t>(pushover API)</a:t>
            </a:r>
          </a:p>
          <a:p>
            <a:r>
              <a:rPr lang="ko-KR" altLang="en-US" sz="600" dirty="0"/>
              <a:t>데이터베이스 임시로 </a:t>
            </a:r>
            <a:r>
              <a:rPr lang="ko-KR" altLang="en-US" sz="600" dirty="0" err="1"/>
              <a:t>구글스프레드시트</a:t>
            </a:r>
            <a:r>
              <a:rPr lang="ko-KR" altLang="en-US" sz="600" dirty="0"/>
              <a:t> 전송 방식 가능</a:t>
            </a:r>
            <a:r>
              <a:rPr lang="en-US" altLang="ko-KR" sz="600" dirty="0"/>
              <a:t>, </a:t>
            </a:r>
            <a:r>
              <a:rPr lang="ko-KR" altLang="en-US" sz="600" dirty="0"/>
              <a:t>구현 가능하면 </a:t>
            </a:r>
            <a:r>
              <a:rPr lang="en-US" altLang="ko-KR" sz="600" dirty="0"/>
              <a:t>DB</a:t>
            </a:r>
            <a:r>
              <a:rPr lang="ko-KR" altLang="en-US" sz="600" dirty="0"/>
              <a:t>가 </a:t>
            </a:r>
            <a:r>
              <a:rPr lang="ko-KR" altLang="en-US" sz="600" dirty="0" err="1"/>
              <a:t>좋을듯</a:t>
            </a:r>
            <a:endParaRPr lang="en-US" altLang="ko-KR" sz="600" dirty="0"/>
          </a:p>
          <a:p>
            <a:r>
              <a:rPr lang="ko-KR" altLang="en-US" sz="600" dirty="0"/>
              <a:t>반응형 웹 </a:t>
            </a:r>
            <a:r>
              <a:rPr lang="en-US" altLang="ko-KR" sz="600" dirty="0"/>
              <a:t>/ </a:t>
            </a:r>
            <a:r>
              <a:rPr lang="ko-KR" altLang="en-US" sz="600" dirty="0"/>
              <a:t>한눈에 들어오는 </a:t>
            </a:r>
            <a:r>
              <a:rPr lang="en-US" altLang="ko-KR" sz="600" dirty="0"/>
              <a:t>UI, </a:t>
            </a:r>
            <a:r>
              <a:rPr lang="ko-KR" altLang="en-US" sz="600" dirty="0" err="1"/>
              <a:t>직관성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D7AF01-E18F-4450-8FB1-C01F9A1056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61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부식 등록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키워드 검색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크롤링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관리자가 지정한 사이트에</a:t>
            </a:r>
            <a:br>
              <a:rPr lang="en-US" altLang="ko-KR" sz="1200" dirty="0"/>
            </a:br>
            <a:r>
              <a:rPr lang="ko-KR" altLang="en-US" sz="1200" dirty="0"/>
              <a:t>검색한 키워드를 </a:t>
            </a:r>
            <a:r>
              <a:rPr lang="ko-KR" altLang="en-US" sz="1200" dirty="0" err="1"/>
              <a:t>크롤링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제품명</a:t>
            </a:r>
            <a:r>
              <a:rPr lang="en-US" altLang="ko-KR" sz="1200" dirty="0"/>
              <a:t>, </a:t>
            </a:r>
            <a:r>
              <a:rPr lang="ko-KR" altLang="en-US" sz="1200" dirty="0"/>
              <a:t>가격정보를 가져오고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 err="1"/>
              <a:t>클릭시</a:t>
            </a:r>
            <a:r>
              <a:rPr lang="ko-KR" altLang="en-US" sz="1200" dirty="0"/>
              <a:t> 추가할 부식 메뉴에</a:t>
            </a:r>
            <a:br>
              <a:rPr lang="en-US" altLang="ko-KR" sz="1200" dirty="0"/>
            </a:br>
            <a:r>
              <a:rPr lang="ko-KR" altLang="en-US" sz="1200" dirty="0"/>
              <a:t>등록됨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호소하기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textarea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매번 소수인 사람을 위한</a:t>
            </a:r>
            <a:br>
              <a:rPr lang="en-US" altLang="ko-KR" sz="1200" dirty="0"/>
            </a:br>
            <a:r>
              <a:rPr lang="ko-KR" altLang="en-US" sz="1200" dirty="0"/>
              <a:t>장치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등록버튼을 누를 때</a:t>
            </a:r>
            <a:br>
              <a:rPr lang="en-US" altLang="ko-KR" sz="1200" dirty="0"/>
            </a:br>
            <a:r>
              <a:rPr lang="ko-KR" altLang="en-US" sz="1200" dirty="0"/>
              <a:t>같은 제품명이 있으면</a:t>
            </a:r>
            <a:br>
              <a:rPr lang="en-US" altLang="ko-KR" sz="1200" dirty="0"/>
            </a:br>
            <a:r>
              <a:rPr lang="ko-KR" altLang="en-US" sz="1200" dirty="0"/>
              <a:t>정규표현식을 사용하여</a:t>
            </a:r>
            <a:br>
              <a:rPr lang="en-US" altLang="ko-KR" sz="1200" dirty="0"/>
            </a:br>
            <a:r>
              <a:rPr lang="ko-KR" altLang="en-US" sz="1200" dirty="0"/>
              <a:t>중복제거후 등록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등록된 부식 </a:t>
            </a:r>
            <a:r>
              <a:rPr lang="en-US" altLang="ko-KR" sz="1200" dirty="0"/>
              <a:t>menu</a:t>
            </a:r>
            <a:br>
              <a:rPr lang="en-US" altLang="ko-KR" sz="1200" dirty="0"/>
            </a:br>
            <a:r>
              <a:rPr lang="ko-KR" altLang="en-US" sz="1200" dirty="0"/>
              <a:t>다른 사람들이 등록한 메뉴를</a:t>
            </a:r>
            <a:br>
              <a:rPr lang="en-US" altLang="ko-KR" sz="1200" dirty="0"/>
            </a:br>
            <a:r>
              <a:rPr lang="ko-KR" altLang="en-US" sz="1200" dirty="0"/>
              <a:t>미리 볼 수 </a:t>
            </a:r>
            <a:r>
              <a:rPr lang="ko-KR" altLang="en-US" sz="1200" dirty="0" err="1"/>
              <a:t>있게함</a:t>
            </a:r>
            <a:br>
              <a:rPr lang="en-US" altLang="ko-KR" sz="1200" dirty="0"/>
            </a:br>
            <a:endParaRPr lang="ko-KR" altLang="en-US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9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부식 등록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키워드 검색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크롤링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관리자가 지정한 사이트에</a:t>
            </a:r>
            <a:br>
              <a:rPr lang="en-US" altLang="ko-KR" sz="1200" dirty="0"/>
            </a:br>
            <a:r>
              <a:rPr lang="ko-KR" altLang="en-US" sz="1200" dirty="0"/>
              <a:t>검색한 키워드를 </a:t>
            </a:r>
            <a:r>
              <a:rPr lang="ko-KR" altLang="en-US" sz="1200" dirty="0" err="1"/>
              <a:t>크롤링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제품명</a:t>
            </a:r>
            <a:r>
              <a:rPr lang="en-US" altLang="ko-KR" sz="1200" dirty="0"/>
              <a:t>, </a:t>
            </a:r>
            <a:r>
              <a:rPr lang="ko-KR" altLang="en-US" sz="1200" dirty="0"/>
              <a:t>가격정보를 가져오고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 err="1"/>
              <a:t>클릭시</a:t>
            </a:r>
            <a:r>
              <a:rPr lang="ko-KR" altLang="en-US" sz="1200" dirty="0"/>
              <a:t> 추가할 부식 메뉴에</a:t>
            </a:r>
            <a:br>
              <a:rPr lang="en-US" altLang="ko-KR" sz="1200" dirty="0"/>
            </a:br>
            <a:r>
              <a:rPr lang="ko-KR" altLang="en-US" sz="1200" dirty="0"/>
              <a:t>등록됨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호소하기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textarea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매번 소수인 사람을 위한</a:t>
            </a:r>
            <a:br>
              <a:rPr lang="en-US" altLang="ko-KR" sz="1200" dirty="0"/>
            </a:br>
            <a:r>
              <a:rPr lang="ko-KR" altLang="en-US" sz="1200" dirty="0"/>
              <a:t>장치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등록버튼을 누를 때</a:t>
            </a:r>
            <a:br>
              <a:rPr lang="en-US" altLang="ko-KR" sz="1200" dirty="0"/>
            </a:br>
            <a:r>
              <a:rPr lang="ko-KR" altLang="en-US" sz="1200" dirty="0"/>
              <a:t>같은 제품명이 있으면</a:t>
            </a:r>
            <a:br>
              <a:rPr lang="en-US" altLang="ko-KR" sz="1200" dirty="0"/>
            </a:br>
            <a:r>
              <a:rPr lang="ko-KR" altLang="en-US" sz="1200" dirty="0"/>
              <a:t>정규표현식을 사용하여</a:t>
            </a:r>
            <a:br>
              <a:rPr lang="en-US" altLang="ko-KR" sz="1200" dirty="0"/>
            </a:br>
            <a:r>
              <a:rPr lang="ko-KR" altLang="en-US" sz="1200" dirty="0"/>
              <a:t>중복제거후 등록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등록된 부식 </a:t>
            </a:r>
            <a:r>
              <a:rPr lang="en-US" altLang="ko-KR" sz="1200" dirty="0"/>
              <a:t>menu</a:t>
            </a:r>
            <a:br>
              <a:rPr lang="en-US" altLang="ko-KR" sz="1200" dirty="0"/>
            </a:br>
            <a:r>
              <a:rPr lang="ko-KR" altLang="en-US" sz="1200" dirty="0"/>
              <a:t>다른 사람들이 등록한 메뉴를</a:t>
            </a:r>
            <a:br>
              <a:rPr lang="en-US" altLang="ko-KR" sz="1200" dirty="0"/>
            </a:br>
            <a:r>
              <a:rPr lang="ko-KR" altLang="en-US" sz="1200" dirty="0"/>
              <a:t>미리 볼 수 </a:t>
            </a:r>
            <a:r>
              <a:rPr lang="ko-KR" altLang="en-US" sz="1200" dirty="0" err="1"/>
              <a:t>있게함</a:t>
            </a:r>
            <a:br>
              <a:rPr lang="en-US" altLang="ko-KR" sz="1200" dirty="0"/>
            </a:br>
            <a:endParaRPr lang="ko-KR" altLang="en-US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242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투표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체크박스를 이용한 다중선택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투표를 통한 가격 미리보기</a:t>
            </a:r>
            <a:br>
              <a:rPr lang="en-US" altLang="ko-KR" sz="1200" dirty="0"/>
            </a:br>
            <a:r>
              <a:rPr lang="ko-KR" altLang="en-US" sz="1200" dirty="0"/>
              <a:t>설정 금액 초과시</a:t>
            </a:r>
            <a:br>
              <a:rPr lang="en-US" altLang="ko-KR" sz="1200" dirty="0"/>
            </a:br>
            <a:r>
              <a:rPr lang="ko-KR" altLang="en-US" sz="1200" dirty="0"/>
              <a:t>경고 메시지 출력</a:t>
            </a:r>
            <a:r>
              <a:rPr lang="en-US" altLang="ko-KR" sz="1200" dirty="0"/>
              <a:t>, </a:t>
            </a:r>
            <a:r>
              <a:rPr lang="ko-KR" altLang="en-US" sz="1200" dirty="0"/>
              <a:t>등록 불가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동점 발생시 비호 </a:t>
            </a:r>
            <a:r>
              <a:rPr lang="ko-KR" altLang="en-US" sz="1200" dirty="0" err="1"/>
              <a:t>갯수당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r>
              <a:rPr lang="ko-KR" altLang="en-US" sz="1200" dirty="0"/>
              <a:t>점</a:t>
            </a:r>
            <a:br>
              <a:rPr lang="en-US" altLang="ko-KR" sz="1200" dirty="0"/>
            </a:br>
            <a:r>
              <a:rPr lang="ko-KR" altLang="en-US" sz="1200" dirty="0" err="1"/>
              <a:t>으로</a:t>
            </a:r>
            <a:r>
              <a:rPr lang="ko-KR" altLang="en-US" sz="1200" dirty="0"/>
              <a:t> 처리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결정장애를 위한 체크박스</a:t>
            </a:r>
            <a:br>
              <a:rPr lang="en-US" altLang="ko-KR" sz="1200" dirty="0"/>
            </a:br>
            <a:r>
              <a:rPr lang="ko-KR" altLang="en-US" sz="1200" dirty="0"/>
              <a:t>자동선택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물론</a:t>
            </a:r>
            <a:r>
              <a:rPr lang="en-US" altLang="ko-KR" sz="1200" dirty="0"/>
              <a:t>, </a:t>
            </a:r>
            <a:r>
              <a:rPr lang="ko-KR" altLang="en-US" sz="1200" dirty="0"/>
              <a:t>좋아요</a:t>
            </a:r>
            <a:r>
              <a:rPr lang="en-US" altLang="ko-KR" sz="1200" dirty="0"/>
              <a:t>/</a:t>
            </a:r>
            <a:r>
              <a:rPr lang="ko-KR" altLang="en-US" sz="1200" dirty="0"/>
              <a:t>싫어요 수정 </a:t>
            </a:r>
            <a:r>
              <a:rPr lang="en-US" altLang="ko-KR" sz="1200" dirty="0"/>
              <a:t>o)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3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6B72-2660-DB10-22E1-DF234CFC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2D1700-FDEE-0838-C005-848DCFEC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F2A56D-6A91-F697-CF61-D8FFFAB29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/>
              <a:t>투표 결과 상세 페이지</a:t>
            </a:r>
            <a:r>
              <a:rPr lang="en-US" altLang="ko-KR" sz="1200"/>
              <a:t>(</a:t>
            </a:r>
            <a:r>
              <a:rPr lang="ko-KR" altLang="en-US" sz="1200" err="1"/>
              <a:t>주차별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ko-KR" altLang="en-US" sz="1200"/>
              <a:t>기능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 err="1"/>
              <a:t>뒤로가기</a:t>
            </a:r>
            <a:r>
              <a:rPr lang="en-US" altLang="ko-KR" sz="1200"/>
              <a:t>(</a:t>
            </a:r>
            <a:r>
              <a:rPr lang="ko-KR" altLang="en-US" sz="1200"/>
              <a:t>모바일을 고려한</a:t>
            </a:r>
            <a:br>
              <a:rPr lang="en-US" altLang="ko-KR" sz="1200"/>
            </a:br>
            <a:r>
              <a:rPr lang="ko-KR" altLang="en-US" sz="1200"/>
              <a:t>직관적 </a:t>
            </a:r>
            <a:r>
              <a:rPr lang="en-US" altLang="ko-KR" sz="1200" err="1"/>
              <a:t>ui</a:t>
            </a:r>
            <a:r>
              <a:rPr lang="en-US" altLang="ko-KR" sz="1200"/>
              <a:t>)&gt; </a:t>
            </a:r>
            <a:r>
              <a:rPr lang="ko-KR" altLang="en-US" sz="1200"/>
              <a:t>홈 이동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페이지 제목 클릭</a:t>
            </a:r>
            <a:r>
              <a:rPr lang="en-US" altLang="ko-KR" sz="1200"/>
              <a:t>&gt;</a:t>
            </a:r>
            <a:r>
              <a:rPr lang="ko-KR" altLang="en-US" sz="1200" err="1"/>
              <a:t>홈이동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상세한 집계 출력</a:t>
            </a:r>
            <a:r>
              <a:rPr lang="en-US" altLang="ko-KR" sz="1200"/>
              <a:t>(</a:t>
            </a:r>
            <a:r>
              <a:rPr lang="ko-KR" altLang="en-US" sz="1200"/>
              <a:t>의문 방지</a:t>
            </a:r>
            <a:r>
              <a:rPr lang="en-US" altLang="ko-KR" sz="120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그 주의 결과에 대한 </a:t>
            </a:r>
            <a:r>
              <a:rPr lang="ko-KR" altLang="en-US" sz="1200" err="1"/>
              <a:t>댓글란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투표 결과 산출 즉시</a:t>
            </a:r>
            <a:br>
              <a:rPr lang="en-US" altLang="ko-KR" sz="1200"/>
            </a:br>
            <a:r>
              <a:rPr lang="en-US" altLang="ko-KR" sz="1200"/>
              <a:t>pushover API</a:t>
            </a:r>
            <a:r>
              <a:rPr lang="ko-KR" altLang="en-US" sz="1200"/>
              <a:t>로</a:t>
            </a:r>
            <a:br>
              <a:rPr lang="en-US" altLang="ko-KR" sz="1200"/>
            </a:br>
            <a:r>
              <a:rPr lang="ko-KR" altLang="en-US" sz="1200"/>
              <a:t>기기에 알림</a:t>
            </a:r>
            <a:endParaRPr lang="en-US" altLang="ko-KR" sz="1200"/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72351-3CEC-468E-3767-759273FD4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210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A659-4A7B-3521-C6C7-816468AD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B89CB-45A4-96D5-5037-ADAC1C5C2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67941E-FE70-1E63-B0AD-72D196789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/>
              <a:t>투표 결과 상세 페이지</a:t>
            </a:r>
            <a:r>
              <a:rPr lang="en-US" altLang="ko-KR" sz="1200"/>
              <a:t>(</a:t>
            </a:r>
            <a:r>
              <a:rPr lang="ko-KR" altLang="en-US" sz="1200" err="1"/>
              <a:t>주차별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ko-KR" altLang="en-US" sz="1200"/>
              <a:t>기능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 err="1"/>
              <a:t>뒤로가기</a:t>
            </a:r>
            <a:r>
              <a:rPr lang="en-US" altLang="ko-KR" sz="1200"/>
              <a:t>(</a:t>
            </a:r>
            <a:r>
              <a:rPr lang="ko-KR" altLang="en-US" sz="1200"/>
              <a:t>모바일을 고려한</a:t>
            </a:r>
            <a:br>
              <a:rPr lang="en-US" altLang="ko-KR" sz="1200"/>
            </a:br>
            <a:r>
              <a:rPr lang="ko-KR" altLang="en-US" sz="1200"/>
              <a:t>직관적 </a:t>
            </a:r>
            <a:r>
              <a:rPr lang="en-US" altLang="ko-KR" sz="1200" err="1"/>
              <a:t>ui</a:t>
            </a:r>
            <a:r>
              <a:rPr lang="en-US" altLang="ko-KR" sz="1200"/>
              <a:t>)&gt; </a:t>
            </a:r>
            <a:r>
              <a:rPr lang="ko-KR" altLang="en-US" sz="1200"/>
              <a:t>홈 이동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페이지 제목 클릭</a:t>
            </a:r>
            <a:r>
              <a:rPr lang="en-US" altLang="ko-KR" sz="1200"/>
              <a:t>&gt;</a:t>
            </a:r>
            <a:r>
              <a:rPr lang="ko-KR" altLang="en-US" sz="1200" err="1"/>
              <a:t>홈이동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상세한 집계 출력</a:t>
            </a:r>
            <a:r>
              <a:rPr lang="en-US" altLang="ko-KR" sz="1200"/>
              <a:t>(</a:t>
            </a:r>
            <a:r>
              <a:rPr lang="ko-KR" altLang="en-US" sz="1200"/>
              <a:t>의문 방지</a:t>
            </a:r>
            <a:r>
              <a:rPr lang="en-US" altLang="ko-KR" sz="120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그 주의 결과에 대한 </a:t>
            </a:r>
            <a:r>
              <a:rPr lang="ko-KR" altLang="en-US" sz="1200" err="1"/>
              <a:t>댓글란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투표 결과 산출 즉시</a:t>
            </a:r>
            <a:br>
              <a:rPr lang="en-US" altLang="ko-KR" sz="1200"/>
            </a:br>
            <a:r>
              <a:rPr lang="en-US" altLang="ko-KR" sz="1200"/>
              <a:t>pushover API</a:t>
            </a:r>
            <a:r>
              <a:rPr lang="ko-KR" altLang="en-US" sz="1200"/>
              <a:t>로</a:t>
            </a:r>
            <a:br>
              <a:rPr lang="en-US" altLang="ko-KR" sz="1200"/>
            </a:br>
            <a:r>
              <a:rPr lang="ko-KR" altLang="en-US" sz="1200"/>
              <a:t>기기에 알림</a:t>
            </a:r>
            <a:endParaRPr lang="en-US" altLang="ko-KR" sz="1200"/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1547E-9D09-DB1F-F4AB-0BF0C0A78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3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60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CC50-4BE0-079D-6149-A7BAB4D7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096E10-BE24-ECB0-7466-ED9B56BB2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2413A2-84F9-142A-BCE6-04463CD14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A2C5FB-100E-7CE3-52B0-733608507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85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DE5F-5489-FEED-61C2-123578CA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73D51F-7075-04D4-B9EC-879F67989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B61EAD-9939-04BE-3B2A-755E0F8C5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D0209-164F-5F4C-0B68-195E76D41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590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941A-39DE-5E9C-DEE4-4D34971A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2556B-A60C-9E3A-0FE2-B9B082DB7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9405B7-AAB7-F241-15AF-714CEDF6D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DB0B6-118F-66DD-A5C4-3C00E1506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235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65BD-CFF4-66B4-2359-CAE8617D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84E7A-39DF-0161-DC90-449BB9D43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F7928A-B920-856E-4F9F-88E816539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308E3-131F-193F-BD41-580D11507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71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622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6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7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24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1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2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68" name="그림 67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69" name="직선 연결선 68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71" name="직사각형 70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87" name="그림 86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88" name="그림 87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73" name="그림 72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75" name="그룹 74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85" name="그림 8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82" name="그룹 81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83" name="그림 82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4" name="그림 83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76" name="TextBox 75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78" name="TextBox 77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79" name="TextBox 78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80" name="직선 연결선 79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57732" y="1360799"/>
            <a:ext cx="1333500" cy="295275"/>
            <a:chOff x="8461375" y="109538"/>
            <a:chExt cx="1333500" cy="295275"/>
          </a:xfrm>
        </p:grpSpPr>
        <p:grpSp>
          <p:nvGrpSpPr>
            <p:cNvPr id="44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5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11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87385" y="1360799"/>
            <a:ext cx="1333500" cy="295275"/>
            <a:chOff x="8461375" y="109538"/>
            <a:chExt cx="1333500" cy="295275"/>
          </a:xfrm>
        </p:grpSpPr>
        <p:grpSp>
          <p:nvGrpSpPr>
            <p:cNvPr id="2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2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69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96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6" name="그룹 125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127" name="직사각형 126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8" name="그룹 127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43" name="그림 142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44" name="그림 143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29" name="그림 128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31" name="그룹 130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37" name="그룹 136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2" name="그림 14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38" name="그룹 137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39" name="그림 13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0" name="그림 13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2" name="TextBox 131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33" name="TextBox 132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34" name="TextBox 133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35" name="TextBox 134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36" name="직선 연결선 135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7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11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0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8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6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1" name="직사각형 70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75" name="직선 연결선 74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9" name="직선 연결선 78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8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3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9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7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직사각형 85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90" name="직선 연결선 89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4" name="직선 연결선 93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3" name="Status Bar"/>
          <p:cNvGrpSpPr/>
          <p:nvPr userDrawn="1"/>
        </p:nvGrpSpPr>
        <p:grpSpPr>
          <a:xfrm>
            <a:off x="4281581" y="1022752"/>
            <a:ext cx="2816589" cy="186517"/>
            <a:chOff x="602120" y="1268402"/>
            <a:chExt cx="2279565" cy="152400"/>
          </a:xfrm>
        </p:grpSpPr>
        <p:sp>
          <p:nvSpPr>
            <p:cNvPr id="24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6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33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7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31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9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1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44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46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Box 49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5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6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" name="그룹 74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76" name="모서리가 둥근 직사각형 75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78" name="TextBox 77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5138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61" name="모서리가 둥근 직사각형 60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sp>
        <p:nvSpPr>
          <p:cNvPr id="65" name="TextBox 64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3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3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808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99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100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9" name="TextBox 108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491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4"/>
          <p:cNvSpPr>
            <a:spLocks noChangeArrowheads="1"/>
          </p:cNvSpPr>
          <p:nvPr userDrawn="1"/>
        </p:nvSpPr>
        <p:spPr bwMode="auto">
          <a:xfrm>
            <a:off x="4711047" y="6626386"/>
            <a:ext cx="4778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defTabSz="457200" latinLnBrk="0"/>
            <a:fld id="{21E15572-5A40-4EE6-B548-6E77BED7C9CC}" type="slidenum">
              <a:rPr lang="en-US" altLang="ko-KR" sz="1000">
                <a:solidFill>
                  <a:srgbClr val="5F5F5F"/>
                </a:solidFill>
                <a:latin typeface="맑은 고딕" pitchFamily="50" charset="-127"/>
              </a:rPr>
              <a:pPr defTabSz="457200" latinLnBrk="0"/>
              <a:t>‹#›</a:t>
            </a:fld>
            <a:endParaRPr lang="en-US" altLang="ko-KR" sz="1000" dirty="0">
              <a:solidFill>
                <a:srgbClr val="5F5F5F"/>
              </a:solidFill>
              <a:latin typeface="맑은 고딕" pitchFamily="50" charset="-127"/>
            </a:endParaRP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0" y="2385"/>
            <a:ext cx="9906000" cy="540000"/>
          </a:xfrm>
          <a:prstGeom prst="rect">
            <a:avLst/>
          </a:prstGeom>
          <a:solidFill>
            <a:schemeClr val="bg1"/>
          </a:solidFill>
        </p:spPr>
        <p:txBody>
          <a:bodyPr lIns="216000" anchor="ctr"/>
          <a:lstStyle>
            <a:lvl1pPr algn="l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ko-KR" altLang="en-US" sz="900" b="1" kern="1200" spc="0" baseline="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  <a:ea typeface="+mn-ea"/>
                <a:cs typeface="Noto Sans CJK KR Medium" panose="020B0600000000000000" pitchFamily="34" charset="-127"/>
              </a:defRPr>
            </a:lvl1pPr>
            <a:lvl2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2pPr>
            <a:lvl3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3pPr>
            <a:lvl4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4pPr>
            <a:lvl5pPr algn="l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Noto Sans CJK KR Medium" charset="-127"/>
                <a:ea typeface="Noto Sans CJK KR Medium" charset="-127"/>
                <a:cs typeface="Noto Sans CJK KR Medium" charset="-127"/>
              </a:defRPr>
            </a:lvl9pPr>
          </a:lstStyle>
          <a:p>
            <a:pPr>
              <a:lnSpc>
                <a:spcPct val="90000"/>
              </a:lnSpc>
              <a:buFont typeface="Arial" charset="0"/>
              <a:buNone/>
            </a:pPr>
            <a:endParaRPr lang="ko-KR" altLang="en-US" sz="1200" dirty="0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64827" y="198328"/>
            <a:ext cx="3875427" cy="28202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1" hangingPunct="1">
              <a:lnSpc>
                <a:spcPct val="100000"/>
              </a:lnSpc>
              <a:defRPr lang="en-US" sz="1200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2" name="Line 76"/>
          <p:cNvSpPr>
            <a:spLocks noChangeShapeType="1"/>
          </p:cNvSpPr>
          <p:nvPr userDrawn="1"/>
        </p:nvSpPr>
        <p:spPr bwMode="auto">
          <a:xfrm>
            <a:off x="268661" y="6506188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Line 76"/>
          <p:cNvSpPr>
            <a:spLocks noChangeShapeType="1"/>
          </p:cNvSpPr>
          <p:nvPr userDrawn="1"/>
        </p:nvSpPr>
        <p:spPr bwMode="auto">
          <a:xfrm>
            <a:off x="260035" y="599972"/>
            <a:ext cx="9352227" cy="0"/>
          </a:xfrm>
          <a:prstGeom prst="line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278762" y="184500"/>
            <a:ext cx="1333500" cy="295275"/>
            <a:chOff x="8461375" y="109538"/>
            <a:chExt cx="1333500" cy="295275"/>
          </a:xfrm>
        </p:grpSpPr>
        <p:grpSp>
          <p:nvGrpSpPr>
            <p:cNvPr id="1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16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816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1712640" y="2429680"/>
            <a:ext cx="0" cy="2880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56291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 flipV="1">
            <a:off x="410118" y="692696"/>
            <a:ext cx="908472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917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329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다음화면이어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9914357" cy="6858000"/>
          </a:xfrm>
          <a:prstGeom prst="rect">
            <a:avLst/>
          </a:prstGeom>
          <a:solidFill>
            <a:srgbClr val="3334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[R] 6"/>
          <p:cNvCxnSpPr/>
          <p:nvPr userDrawn="1"/>
        </p:nvCxnSpPr>
        <p:spPr>
          <a:xfrm>
            <a:off x="479425" y="2743200"/>
            <a:ext cx="8901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53068" y="580120"/>
            <a:ext cx="7699400" cy="624522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457200" latinLnBrk="0">
              <a:defRPr/>
            </a:pPr>
            <a:endParaRPr lang="ko-KR" altLang="en-US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 userDrawn="1"/>
        </p:nvSpPr>
        <p:spPr bwMode="auto">
          <a:xfrm>
            <a:off x="7792130" y="580121"/>
            <a:ext cx="2069646" cy="62452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91435" tIns="45717" rIns="91435" bIns="45717" anchor="ctr"/>
          <a:lstStyle/>
          <a:p>
            <a:pPr algn="ctr" defTabSz="457200" latinLnBrk="0">
              <a:defRPr/>
            </a:pPr>
            <a:endParaRPr lang="ko-KR" altLang="ko-KR" sz="1000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 userDrawn="1"/>
        </p:nvSpPr>
        <p:spPr bwMode="auto">
          <a:xfrm>
            <a:off x="7774947" y="317848"/>
            <a:ext cx="854075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 latinLnBrk="0">
              <a:spcBef>
                <a:spcPct val="50000"/>
              </a:spcBef>
              <a:defRPr/>
            </a:pPr>
            <a:fld id="{AA7CEB46-FB82-4C99-81C8-E9602E17FD21}" type="slidenum">
              <a:rPr lang="en-US" altLang="ko-KR" sz="900" smtClean="0">
                <a:solidFill>
                  <a:prstClr val="black"/>
                </a:solidFill>
              </a:rPr>
              <a:pPr defTabSz="457200" latinLnBrk="0">
                <a:spcBef>
                  <a:spcPct val="50000"/>
                </a:spcBef>
                <a:defRPr/>
              </a:pPr>
              <a:t>‹#›</a:t>
            </a:fld>
            <a:endParaRPr lang="en-US" altLang="ko-KR" sz="900" dirty="0">
              <a:solidFill>
                <a:prstClr val="black"/>
              </a:solidFill>
            </a:endParaRPr>
          </a:p>
        </p:txBody>
      </p:sp>
      <p:graphicFrame>
        <p:nvGraphicFramePr>
          <p:cNvPr id="6" name="Group 13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0906811"/>
              </p:ext>
            </p:extLst>
          </p:nvPr>
        </p:nvGraphicFramePr>
        <p:xfrm>
          <a:off x="53067" y="63990"/>
          <a:ext cx="9808709" cy="482600"/>
        </p:xfrm>
        <a:graphic>
          <a:graphicData uri="http://schemas.openxmlformats.org/drawingml/2006/table">
            <a:tbl>
              <a:tblPr/>
              <a:tblGrid>
                <a:gridCol w="104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7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2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화면경로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페이지번호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0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35" r:id="rId3"/>
    <p:sldLayoutId id="2147483745" r:id="rId4"/>
    <p:sldLayoutId id="2147483746" r:id="rId5"/>
    <p:sldLayoutId id="2147483744" r:id="rId6"/>
    <p:sldLayoutId id="2147483734" r:id="rId7"/>
    <p:sldLayoutId id="2147483737" r:id="rId8"/>
    <p:sldLayoutId id="2147483747" r:id="rId9"/>
    <p:sldLayoutId id="2147483748" r:id="rId10"/>
    <p:sldLayoutId id="2147483749" r:id="rId11"/>
    <p:sldLayoutId id="2147483750" r:id="rId12"/>
    <p:sldLayoutId id="2147483739" r:id="rId13"/>
    <p:sldLayoutId id="2147483740" r:id="rId14"/>
    <p:sldLayoutId id="2147483741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7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6" r:id="rId2"/>
    <p:sldLayoutId id="2147483707" r:id="rId3"/>
    <p:sldLayoutId id="2147483751" r:id="rId4"/>
    <p:sldLayoutId id="2147483712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tags" Target="../tags/tag9.xml"/><Relationship Id="rId21" Type="http://schemas.openxmlformats.org/officeDocument/2006/relationships/image" Target="../media/image19.svg"/><Relationship Id="rId34" Type="http://schemas.openxmlformats.org/officeDocument/2006/relationships/image" Target="../media/image31.svg"/><Relationship Id="rId7" Type="http://schemas.openxmlformats.org/officeDocument/2006/relationships/tags" Target="../tags/tag13.xml"/><Relationship Id="rId12" Type="http://schemas.openxmlformats.org/officeDocument/2006/relationships/image" Target="../media/image4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0.png"/><Relationship Id="rId2" Type="http://schemas.openxmlformats.org/officeDocument/2006/relationships/tags" Target="../tags/tag8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7.png"/><Relationship Id="rId24" Type="http://schemas.openxmlformats.org/officeDocument/2006/relationships/image" Target="../media/image22.png"/><Relationship Id="rId32" Type="http://schemas.openxmlformats.org/officeDocument/2006/relationships/chart" Target="../charts/chart1.xml"/><Relationship Id="rId5" Type="http://schemas.openxmlformats.org/officeDocument/2006/relationships/tags" Target="../tags/tag11.xml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notesSlide" Target="../notesSlides/notesSlide1.xml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26" Type="http://schemas.openxmlformats.org/officeDocument/2006/relationships/image" Target="../media/image27.svg"/><Relationship Id="rId3" Type="http://schemas.openxmlformats.org/officeDocument/2006/relationships/tags" Target="../tags/tag17.xml"/><Relationship Id="rId21" Type="http://schemas.openxmlformats.org/officeDocument/2006/relationships/image" Target="../media/image22.png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5" Type="http://schemas.openxmlformats.org/officeDocument/2006/relationships/image" Target="../media/image26.png"/><Relationship Id="rId2" Type="http://schemas.openxmlformats.org/officeDocument/2006/relationships/tags" Target="../tags/tag16.xml"/><Relationship Id="rId16" Type="http://schemas.openxmlformats.org/officeDocument/2006/relationships/image" Target="../media/image32.png"/><Relationship Id="rId20" Type="http://schemas.openxmlformats.org/officeDocument/2006/relationships/image" Target="../media/image31.svg"/><Relationship Id="rId29" Type="http://schemas.openxmlformats.org/officeDocument/2006/relationships/image" Target="../media/image13.sv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4.png"/><Relationship Id="rId24" Type="http://schemas.openxmlformats.org/officeDocument/2006/relationships/image" Target="../media/image25.svg"/><Relationship Id="rId5" Type="http://schemas.openxmlformats.org/officeDocument/2006/relationships/tags" Target="../tags/tag19.xml"/><Relationship Id="rId15" Type="http://schemas.openxmlformats.org/officeDocument/2006/relationships/image" Target="../media/image4.png"/><Relationship Id="rId23" Type="http://schemas.openxmlformats.org/officeDocument/2006/relationships/image" Target="../media/image24.png"/><Relationship Id="rId28" Type="http://schemas.openxmlformats.org/officeDocument/2006/relationships/image" Target="../media/image12.png"/><Relationship Id="rId10" Type="http://schemas.openxmlformats.org/officeDocument/2006/relationships/image" Target="../media/image19.svg"/><Relationship Id="rId19" Type="http://schemas.openxmlformats.org/officeDocument/2006/relationships/image" Target="../media/image30.png"/><Relationship Id="rId31" Type="http://schemas.openxmlformats.org/officeDocument/2006/relationships/image" Target="../media/image29.svg"/><Relationship Id="rId4" Type="http://schemas.openxmlformats.org/officeDocument/2006/relationships/tags" Target="../tags/tag18.xml"/><Relationship Id="rId9" Type="http://schemas.openxmlformats.org/officeDocument/2006/relationships/image" Target="../media/image18.png"/><Relationship Id="rId14" Type="http://schemas.openxmlformats.org/officeDocument/2006/relationships/image" Target="../media/image17.svg"/><Relationship Id="rId22" Type="http://schemas.openxmlformats.org/officeDocument/2006/relationships/image" Target="../media/image23.svg"/><Relationship Id="rId27" Type="http://schemas.openxmlformats.org/officeDocument/2006/relationships/image" Target="../media/image3.png"/><Relationship Id="rId30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15.svg"/><Relationship Id="rId18" Type="http://schemas.openxmlformats.org/officeDocument/2006/relationships/image" Target="../media/image3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4.png"/><Relationship Id="rId17" Type="http://schemas.openxmlformats.org/officeDocument/2006/relationships/image" Target="../media/image32.png"/><Relationship Id="rId2" Type="http://schemas.openxmlformats.org/officeDocument/2006/relationships/tags" Target="../tags/tag22.xml"/><Relationship Id="rId16" Type="http://schemas.openxmlformats.org/officeDocument/2006/relationships/image" Target="../media/image4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5.xml"/><Relationship Id="rId15" Type="http://schemas.openxmlformats.org/officeDocument/2006/relationships/image" Target="../media/image17.svg"/><Relationship Id="rId10" Type="http://schemas.openxmlformats.org/officeDocument/2006/relationships/slideLayout" Target="../slideLayouts/slideLayout14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42.xml"/><Relationship Id="rId18" Type="http://schemas.openxmlformats.org/officeDocument/2006/relationships/notesSlide" Target="../notesSlides/notesSlide5.xml"/><Relationship Id="rId26" Type="http://schemas.openxmlformats.org/officeDocument/2006/relationships/image" Target="../media/image31.svg"/><Relationship Id="rId39" Type="http://schemas.openxmlformats.org/officeDocument/2006/relationships/image" Target="../media/image22.png"/><Relationship Id="rId21" Type="http://schemas.openxmlformats.org/officeDocument/2006/relationships/image" Target="../media/image18.png"/><Relationship Id="rId34" Type="http://schemas.openxmlformats.org/officeDocument/2006/relationships/image" Target="../media/image15.svg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slideLayout" Target="../slideLayouts/slideLayout14.xml"/><Relationship Id="rId25" Type="http://schemas.openxmlformats.org/officeDocument/2006/relationships/image" Target="../media/image30.png"/><Relationship Id="rId33" Type="http://schemas.openxmlformats.org/officeDocument/2006/relationships/image" Target="../media/image14.png"/><Relationship Id="rId38" Type="http://schemas.openxmlformats.org/officeDocument/2006/relationships/image" Target="../media/image32.png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image" Target="../media/image13.svg"/><Relationship Id="rId29" Type="http://schemas.openxmlformats.org/officeDocument/2006/relationships/image" Target="../media/image26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image" Target="../media/image21.svg"/><Relationship Id="rId32" Type="http://schemas.openxmlformats.org/officeDocument/2006/relationships/image" Target="../media/image29.svg"/><Relationship Id="rId37" Type="http://schemas.openxmlformats.org/officeDocument/2006/relationships/image" Target="../media/image4.png"/><Relationship Id="rId40" Type="http://schemas.openxmlformats.org/officeDocument/2006/relationships/image" Target="../media/image23.svg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image" Target="../media/image20.png"/><Relationship Id="rId28" Type="http://schemas.openxmlformats.org/officeDocument/2006/relationships/image" Target="../media/image25.svg"/><Relationship Id="rId36" Type="http://schemas.openxmlformats.org/officeDocument/2006/relationships/image" Target="../media/image17.svg"/><Relationship Id="rId10" Type="http://schemas.openxmlformats.org/officeDocument/2006/relationships/tags" Target="../tags/tag39.xml"/><Relationship Id="rId19" Type="http://schemas.openxmlformats.org/officeDocument/2006/relationships/image" Target="../media/image12.png"/><Relationship Id="rId31" Type="http://schemas.openxmlformats.org/officeDocument/2006/relationships/image" Target="../media/image28.png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image" Target="../media/image19.svg"/><Relationship Id="rId27" Type="http://schemas.openxmlformats.org/officeDocument/2006/relationships/image" Target="../media/image24.png"/><Relationship Id="rId30" Type="http://schemas.openxmlformats.org/officeDocument/2006/relationships/image" Target="../media/image27.svg"/><Relationship Id="rId35" Type="http://schemas.openxmlformats.org/officeDocument/2006/relationships/image" Target="../media/image16.png"/><Relationship Id="rId8" Type="http://schemas.openxmlformats.org/officeDocument/2006/relationships/tags" Target="../tags/tag37.xml"/><Relationship Id="rId3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notesSlide" Target="../notesSlides/notesSlide6.xml"/><Relationship Id="rId26" Type="http://schemas.openxmlformats.org/officeDocument/2006/relationships/image" Target="../media/image13.svg"/><Relationship Id="rId39" Type="http://schemas.openxmlformats.org/officeDocument/2006/relationships/image" Target="../media/image28.png"/><Relationship Id="rId21" Type="http://schemas.openxmlformats.org/officeDocument/2006/relationships/image" Target="../media/image33.png"/><Relationship Id="rId34" Type="http://schemas.openxmlformats.org/officeDocument/2006/relationships/image" Target="../media/image31.svg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Layout" Target="../slideLayouts/slideLayout14.xml"/><Relationship Id="rId25" Type="http://schemas.openxmlformats.org/officeDocument/2006/relationships/image" Target="../media/image12.png"/><Relationship Id="rId33" Type="http://schemas.openxmlformats.org/officeDocument/2006/relationships/image" Target="../media/image30.png"/><Relationship Id="rId38" Type="http://schemas.openxmlformats.org/officeDocument/2006/relationships/image" Target="../media/image27.svg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image" Target="../media/image32.png"/><Relationship Id="rId29" Type="http://schemas.openxmlformats.org/officeDocument/2006/relationships/image" Target="../media/image18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image" Target="../media/image15.svg"/><Relationship Id="rId32" Type="http://schemas.openxmlformats.org/officeDocument/2006/relationships/image" Target="../media/image21.svg"/><Relationship Id="rId37" Type="http://schemas.openxmlformats.org/officeDocument/2006/relationships/image" Target="../media/image26.png"/><Relationship Id="rId40" Type="http://schemas.openxmlformats.org/officeDocument/2006/relationships/image" Target="../media/image29.svg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image" Target="../media/image14.png"/><Relationship Id="rId28" Type="http://schemas.openxmlformats.org/officeDocument/2006/relationships/image" Target="../media/image17.svg"/><Relationship Id="rId36" Type="http://schemas.openxmlformats.org/officeDocument/2006/relationships/image" Target="../media/image23.svg"/><Relationship Id="rId10" Type="http://schemas.openxmlformats.org/officeDocument/2006/relationships/tags" Target="../tags/tag55.xml"/><Relationship Id="rId19" Type="http://schemas.openxmlformats.org/officeDocument/2006/relationships/image" Target="../media/image4.png"/><Relationship Id="rId31" Type="http://schemas.openxmlformats.org/officeDocument/2006/relationships/image" Target="../media/image20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microsoft.com/office/2007/relationships/hdphoto" Target="../media/hdphoto1.wdp"/><Relationship Id="rId27" Type="http://schemas.openxmlformats.org/officeDocument/2006/relationships/image" Target="../media/image16.png"/><Relationship Id="rId30" Type="http://schemas.openxmlformats.org/officeDocument/2006/relationships/image" Target="../media/image19.svg"/><Relationship Id="rId35" Type="http://schemas.openxmlformats.org/officeDocument/2006/relationships/image" Target="../media/image22.png"/><Relationship Id="rId8" Type="http://schemas.openxmlformats.org/officeDocument/2006/relationships/tags" Target="../tags/tag53.xml"/><Relationship Id="rId3" Type="http://schemas.openxmlformats.org/officeDocument/2006/relationships/tags" Target="../tags/tag4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29.svg"/><Relationship Id="rId3" Type="http://schemas.openxmlformats.org/officeDocument/2006/relationships/tags" Target="../tags/tag64.xml"/><Relationship Id="rId21" Type="http://schemas.openxmlformats.org/officeDocument/2006/relationships/image" Target="../media/image33.png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slideLayout" Target="../slideLayouts/slideLayout14.xml"/><Relationship Id="rId25" Type="http://schemas.openxmlformats.org/officeDocument/2006/relationships/image" Target="../media/image28.png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image" Target="../media/image32.png"/><Relationship Id="rId29" Type="http://schemas.openxmlformats.org/officeDocument/2006/relationships/image" Target="../media/image15.sv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24" Type="http://schemas.openxmlformats.org/officeDocument/2006/relationships/image" Target="../media/image13.svg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image" Target="../media/image12.png"/><Relationship Id="rId28" Type="http://schemas.openxmlformats.org/officeDocument/2006/relationships/image" Target="../media/image14.png"/><Relationship Id="rId10" Type="http://schemas.openxmlformats.org/officeDocument/2006/relationships/tags" Target="../tags/tag71.xml"/><Relationship Id="rId19" Type="http://schemas.openxmlformats.org/officeDocument/2006/relationships/image" Target="../media/image4.png"/><Relationship Id="rId31" Type="http://schemas.openxmlformats.org/officeDocument/2006/relationships/image" Target="../media/image17.svg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microsoft.com/office/2007/relationships/hdphoto" Target="../media/hdphoto1.wdp"/><Relationship Id="rId27" Type="http://schemas.openxmlformats.org/officeDocument/2006/relationships/image" Target="../media/image34.png"/><Relationship Id="rId30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03.xml"/><Relationship Id="rId21" Type="http://schemas.openxmlformats.org/officeDocument/2006/relationships/tags" Target="../tags/tag98.xml"/><Relationship Id="rId42" Type="http://schemas.openxmlformats.org/officeDocument/2006/relationships/tags" Target="../tags/tag119.xml"/><Relationship Id="rId47" Type="http://schemas.openxmlformats.org/officeDocument/2006/relationships/tags" Target="../tags/tag124.xml"/><Relationship Id="rId63" Type="http://schemas.openxmlformats.org/officeDocument/2006/relationships/image" Target="../media/image21.svg"/><Relationship Id="rId68" Type="http://schemas.openxmlformats.org/officeDocument/2006/relationships/image" Target="../media/image24.png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9" Type="http://schemas.openxmlformats.org/officeDocument/2006/relationships/tags" Target="../tags/tag106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32" Type="http://schemas.openxmlformats.org/officeDocument/2006/relationships/tags" Target="../tags/tag109.xml"/><Relationship Id="rId37" Type="http://schemas.openxmlformats.org/officeDocument/2006/relationships/tags" Target="../tags/tag114.xml"/><Relationship Id="rId40" Type="http://schemas.openxmlformats.org/officeDocument/2006/relationships/tags" Target="../tags/tag117.xml"/><Relationship Id="rId45" Type="http://schemas.openxmlformats.org/officeDocument/2006/relationships/tags" Target="../tags/tag122.xml"/><Relationship Id="rId53" Type="http://schemas.openxmlformats.org/officeDocument/2006/relationships/image" Target="../media/image12.png"/><Relationship Id="rId58" Type="http://schemas.openxmlformats.org/officeDocument/2006/relationships/image" Target="../media/image16.png"/><Relationship Id="rId66" Type="http://schemas.openxmlformats.org/officeDocument/2006/relationships/image" Target="../media/image22.png"/><Relationship Id="rId74" Type="http://schemas.openxmlformats.org/officeDocument/2006/relationships/image" Target="../media/image32.png"/><Relationship Id="rId5" Type="http://schemas.openxmlformats.org/officeDocument/2006/relationships/tags" Target="../tags/tag82.xml"/><Relationship Id="rId61" Type="http://schemas.openxmlformats.org/officeDocument/2006/relationships/image" Target="../media/image19.svg"/><Relationship Id="rId19" Type="http://schemas.openxmlformats.org/officeDocument/2006/relationships/tags" Target="../tags/tag9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Relationship Id="rId30" Type="http://schemas.openxmlformats.org/officeDocument/2006/relationships/tags" Target="../tags/tag107.xml"/><Relationship Id="rId35" Type="http://schemas.openxmlformats.org/officeDocument/2006/relationships/tags" Target="../tags/tag112.xml"/><Relationship Id="rId43" Type="http://schemas.openxmlformats.org/officeDocument/2006/relationships/tags" Target="../tags/tag120.xml"/><Relationship Id="rId48" Type="http://schemas.openxmlformats.org/officeDocument/2006/relationships/tags" Target="../tags/tag125.xml"/><Relationship Id="rId56" Type="http://schemas.openxmlformats.org/officeDocument/2006/relationships/image" Target="../media/image14.png"/><Relationship Id="rId64" Type="http://schemas.openxmlformats.org/officeDocument/2006/relationships/image" Target="../media/image30.png"/><Relationship Id="rId69" Type="http://schemas.openxmlformats.org/officeDocument/2006/relationships/image" Target="../media/image25.svg"/><Relationship Id="rId8" Type="http://schemas.openxmlformats.org/officeDocument/2006/relationships/tags" Target="../tags/tag85.xml"/><Relationship Id="rId51" Type="http://schemas.openxmlformats.org/officeDocument/2006/relationships/notesSlide" Target="../notesSlides/notesSlide8.xml"/><Relationship Id="rId72" Type="http://schemas.openxmlformats.org/officeDocument/2006/relationships/image" Target="../media/image28.png"/><Relationship Id="rId3" Type="http://schemas.openxmlformats.org/officeDocument/2006/relationships/tags" Target="../tags/tag80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33" Type="http://schemas.openxmlformats.org/officeDocument/2006/relationships/tags" Target="../tags/tag110.xml"/><Relationship Id="rId38" Type="http://schemas.openxmlformats.org/officeDocument/2006/relationships/tags" Target="../tags/tag115.xml"/><Relationship Id="rId46" Type="http://schemas.openxmlformats.org/officeDocument/2006/relationships/tags" Target="../tags/tag123.xml"/><Relationship Id="rId59" Type="http://schemas.openxmlformats.org/officeDocument/2006/relationships/image" Target="../media/image17.svg"/><Relationship Id="rId67" Type="http://schemas.openxmlformats.org/officeDocument/2006/relationships/image" Target="../media/image23.svg"/><Relationship Id="rId20" Type="http://schemas.openxmlformats.org/officeDocument/2006/relationships/tags" Target="../tags/tag97.xml"/><Relationship Id="rId41" Type="http://schemas.openxmlformats.org/officeDocument/2006/relationships/tags" Target="../tags/tag118.xml"/><Relationship Id="rId54" Type="http://schemas.openxmlformats.org/officeDocument/2006/relationships/image" Target="../media/image13.svg"/><Relationship Id="rId62" Type="http://schemas.openxmlformats.org/officeDocument/2006/relationships/image" Target="../media/image20.png"/><Relationship Id="rId70" Type="http://schemas.openxmlformats.org/officeDocument/2006/relationships/image" Target="../media/image26.png"/><Relationship Id="rId75" Type="http://schemas.openxmlformats.org/officeDocument/2006/relationships/image" Target="../media/image35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tags" Target="../tags/tag105.xml"/><Relationship Id="rId36" Type="http://schemas.openxmlformats.org/officeDocument/2006/relationships/tags" Target="../tags/tag113.xml"/><Relationship Id="rId49" Type="http://schemas.openxmlformats.org/officeDocument/2006/relationships/tags" Target="../tags/tag126.xml"/><Relationship Id="rId57" Type="http://schemas.openxmlformats.org/officeDocument/2006/relationships/image" Target="../media/image15.svg"/><Relationship Id="rId10" Type="http://schemas.openxmlformats.org/officeDocument/2006/relationships/tags" Target="../tags/tag87.xml"/><Relationship Id="rId31" Type="http://schemas.openxmlformats.org/officeDocument/2006/relationships/tags" Target="../tags/tag108.xml"/><Relationship Id="rId44" Type="http://schemas.openxmlformats.org/officeDocument/2006/relationships/tags" Target="../tags/tag121.xml"/><Relationship Id="rId52" Type="http://schemas.openxmlformats.org/officeDocument/2006/relationships/chart" Target="../charts/chart2.xml"/><Relationship Id="rId60" Type="http://schemas.openxmlformats.org/officeDocument/2006/relationships/image" Target="../media/image18.png"/><Relationship Id="rId65" Type="http://schemas.openxmlformats.org/officeDocument/2006/relationships/image" Target="../media/image31.svg"/><Relationship Id="rId73" Type="http://schemas.openxmlformats.org/officeDocument/2006/relationships/image" Target="../media/image29.svg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39" Type="http://schemas.openxmlformats.org/officeDocument/2006/relationships/tags" Target="../tags/tag116.xml"/><Relationship Id="rId34" Type="http://schemas.openxmlformats.org/officeDocument/2006/relationships/tags" Target="../tags/tag111.xml"/><Relationship Id="rId50" Type="http://schemas.openxmlformats.org/officeDocument/2006/relationships/slideLayout" Target="../slideLayouts/slideLayout14.xml"/><Relationship Id="rId55" Type="http://schemas.openxmlformats.org/officeDocument/2006/relationships/image" Target="../media/image4.png"/><Relationship Id="rId7" Type="http://schemas.openxmlformats.org/officeDocument/2006/relationships/tags" Target="../tags/tag84.xml"/><Relationship Id="rId71" Type="http://schemas.openxmlformats.org/officeDocument/2006/relationships/image" Target="../media/image27.sv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tags" Target="../tags/tag152.xml"/><Relationship Id="rId21" Type="http://schemas.openxmlformats.org/officeDocument/2006/relationships/tags" Target="../tags/tag147.xml"/><Relationship Id="rId42" Type="http://schemas.openxmlformats.org/officeDocument/2006/relationships/tags" Target="../tags/tag168.xml"/><Relationship Id="rId47" Type="http://schemas.openxmlformats.org/officeDocument/2006/relationships/tags" Target="../tags/tag173.xml"/><Relationship Id="rId63" Type="http://schemas.openxmlformats.org/officeDocument/2006/relationships/image" Target="../media/image16.png"/><Relationship Id="rId68" Type="http://schemas.openxmlformats.org/officeDocument/2006/relationships/image" Target="../media/image21.svg"/><Relationship Id="rId2" Type="http://schemas.openxmlformats.org/officeDocument/2006/relationships/tags" Target="../tags/tag128.xml"/><Relationship Id="rId16" Type="http://schemas.openxmlformats.org/officeDocument/2006/relationships/tags" Target="../tags/tag142.xml"/><Relationship Id="rId29" Type="http://schemas.openxmlformats.org/officeDocument/2006/relationships/tags" Target="../tags/tag155.xml"/><Relationship Id="rId11" Type="http://schemas.openxmlformats.org/officeDocument/2006/relationships/tags" Target="../tags/tag137.xml"/><Relationship Id="rId24" Type="http://schemas.openxmlformats.org/officeDocument/2006/relationships/tags" Target="../tags/tag150.xml"/><Relationship Id="rId32" Type="http://schemas.openxmlformats.org/officeDocument/2006/relationships/tags" Target="../tags/tag158.xml"/><Relationship Id="rId37" Type="http://schemas.openxmlformats.org/officeDocument/2006/relationships/tags" Target="../tags/tag163.xml"/><Relationship Id="rId40" Type="http://schemas.openxmlformats.org/officeDocument/2006/relationships/tags" Target="../tags/tag166.xml"/><Relationship Id="rId45" Type="http://schemas.openxmlformats.org/officeDocument/2006/relationships/tags" Target="../tags/tag171.xml"/><Relationship Id="rId53" Type="http://schemas.openxmlformats.org/officeDocument/2006/relationships/image" Target="../media/image4.png"/><Relationship Id="rId58" Type="http://schemas.openxmlformats.org/officeDocument/2006/relationships/image" Target="../media/image36.png"/><Relationship Id="rId66" Type="http://schemas.openxmlformats.org/officeDocument/2006/relationships/image" Target="../media/image19.svg"/><Relationship Id="rId74" Type="http://schemas.openxmlformats.org/officeDocument/2006/relationships/image" Target="../media/image25.svg"/><Relationship Id="rId5" Type="http://schemas.openxmlformats.org/officeDocument/2006/relationships/tags" Target="../tags/tag131.xml"/><Relationship Id="rId61" Type="http://schemas.openxmlformats.org/officeDocument/2006/relationships/image" Target="../media/image14.png"/><Relationship Id="rId19" Type="http://schemas.openxmlformats.org/officeDocument/2006/relationships/tags" Target="../tags/tag145.xml"/><Relationship Id="rId14" Type="http://schemas.openxmlformats.org/officeDocument/2006/relationships/tags" Target="../tags/tag140.xml"/><Relationship Id="rId22" Type="http://schemas.openxmlformats.org/officeDocument/2006/relationships/tags" Target="../tags/tag148.xml"/><Relationship Id="rId27" Type="http://schemas.openxmlformats.org/officeDocument/2006/relationships/tags" Target="../tags/tag153.xml"/><Relationship Id="rId30" Type="http://schemas.openxmlformats.org/officeDocument/2006/relationships/tags" Target="../tags/tag156.xml"/><Relationship Id="rId35" Type="http://schemas.openxmlformats.org/officeDocument/2006/relationships/tags" Target="../tags/tag161.xml"/><Relationship Id="rId43" Type="http://schemas.openxmlformats.org/officeDocument/2006/relationships/tags" Target="../tags/tag169.xml"/><Relationship Id="rId48" Type="http://schemas.openxmlformats.org/officeDocument/2006/relationships/tags" Target="../tags/tag174.xml"/><Relationship Id="rId56" Type="http://schemas.openxmlformats.org/officeDocument/2006/relationships/image" Target="../media/image34.png"/><Relationship Id="rId64" Type="http://schemas.openxmlformats.org/officeDocument/2006/relationships/image" Target="../media/image17.svg"/><Relationship Id="rId69" Type="http://schemas.openxmlformats.org/officeDocument/2006/relationships/image" Target="../media/image30.png"/><Relationship Id="rId8" Type="http://schemas.openxmlformats.org/officeDocument/2006/relationships/tags" Target="../tags/tag134.xml"/><Relationship Id="rId51" Type="http://schemas.openxmlformats.org/officeDocument/2006/relationships/notesSlide" Target="../notesSlides/notesSlide9.xml"/><Relationship Id="rId72" Type="http://schemas.openxmlformats.org/officeDocument/2006/relationships/image" Target="../media/image23.svg"/><Relationship Id="rId3" Type="http://schemas.openxmlformats.org/officeDocument/2006/relationships/tags" Target="../tags/tag129.xml"/><Relationship Id="rId12" Type="http://schemas.openxmlformats.org/officeDocument/2006/relationships/tags" Target="../tags/tag138.xml"/><Relationship Id="rId17" Type="http://schemas.openxmlformats.org/officeDocument/2006/relationships/tags" Target="../tags/tag143.xml"/><Relationship Id="rId25" Type="http://schemas.openxmlformats.org/officeDocument/2006/relationships/tags" Target="../tags/tag151.xml"/><Relationship Id="rId33" Type="http://schemas.openxmlformats.org/officeDocument/2006/relationships/tags" Target="../tags/tag159.xml"/><Relationship Id="rId38" Type="http://schemas.openxmlformats.org/officeDocument/2006/relationships/tags" Target="../tags/tag164.xml"/><Relationship Id="rId46" Type="http://schemas.openxmlformats.org/officeDocument/2006/relationships/tags" Target="../tags/tag172.xml"/><Relationship Id="rId59" Type="http://schemas.openxmlformats.org/officeDocument/2006/relationships/image" Target="../media/image37.png"/><Relationship Id="rId67" Type="http://schemas.openxmlformats.org/officeDocument/2006/relationships/image" Target="../media/image20.png"/><Relationship Id="rId20" Type="http://schemas.openxmlformats.org/officeDocument/2006/relationships/tags" Target="../tags/tag146.xml"/><Relationship Id="rId41" Type="http://schemas.openxmlformats.org/officeDocument/2006/relationships/tags" Target="../tags/tag167.xml"/><Relationship Id="rId54" Type="http://schemas.openxmlformats.org/officeDocument/2006/relationships/image" Target="../media/image32.png"/><Relationship Id="rId62" Type="http://schemas.openxmlformats.org/officeDocument/2006/relationships/image" Target="../media/image15.svg"/><Relationship Id="rId70" Type="http://schemas.openxmlformats.org/officeDocument/2006/relationships/image" Target="../media/image31.svg"/><Relationship Id="rId75" Type="http://schemas.openxmlformats.org/officeDocument/2006/relationships/image" Target="../media/image26.png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5" Type="http://schemas.openxmlformats.org/officeDocument/2006/relationships/tags" Target="../tags/tag141.xml"/><Relationship Id="rId23" Type="http://schemas.openxmlformats.org/officeDocument/2006/relationships/tags" Target="../tags/tag149.xml"/><Relationship Id="rId28" Type="http://schemas.openxmlformats.org/officeDocument/2006/relationships/tags" Target="../tags/tag154.xml"/><Relationship Id="rId36" Type="http://schemas.openxmlformats.org/officeDocument/2006/relationships/tags" Target="../tags/tag162.xml"/><Relationship Id="rId49" Type="http://schemas.openxmlformats.org/officeDocument/2006/relationships/tags" Target="../tags/tag175.xml"/><Relationship Id="rId57" Type="http://schemas.openxmlformats.org/officeDocument/2006/relationships/image" Target="../media/image3.png"/><Relationship Id="rId10" Type="http://schemas.openxmlformats.org/officeDocument/2006/relationships/tags" Target="../tags/tag136.xml"/><Relationship Id="rId31" Type="http://schemas.openxmlformats.org/officeDocument/2006/relationships/tags" Target="../tags/tag157.xml"/><Relationship Id="rId44" Type="http://schemas.openxmlformats.org/officeDocument/2006/relationships/tags" Target="../tags/tag170.xml"/><Relationship Id="rId52" Type="http://schemas.openxmlformats.org/officeDocument/2006/relationships/chart" Target="../charts/chart3.xml"/><Relationship Id="rId60" Type="http://schemas.openxmlformats.org/officeDocument/2006/relationships/image" Target="../media/image38.png"/><Relationship Id="rId65" Type="http://schemas.openxmlformats.org/officeDocument/2006/relationships/image" Target="../media/image18.png"/><Relationship Id="rId73" Type="http://schemas.openxmlformats.org/officeDocument/2006/relationships/image" Target="../media/image24.png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3" Type="http://schemas.openxmlformats.org/officeDocument/2006/relationships/tags" Target="../tags/tag139.xml"/><Relationship Id="rId18" Type="http://schemas.openxmlformats.org/officeDocument/2006/relationships/tags" Target="../tags/tag144.xml"/><Relationship Id="rId39" Type="http://schemas.openxmlformats.org/officeDocument/2006/relationships/tags" Target="../tags/tag165.xml"/><Relationship Id="rId34" Type="http://schemas.openxmlformats.org/officeDocument/2006/relationships/tags" Target="../tags/tag160.xml"/><Relationship Id="rId50" Type="http://schemas.openxmlformats.org/officeDocument/2006/relationships/slideLayout" Target="../slideLayouts/slideLayout14.xml"/><Relationship Id="rId55" Type="http://schemas.openxmlformats.org/officeDocument/2006/relationships/image" Target="../media/image35.png"/><Relationship Id="rId76" Type="http://schemas.openxmlformats.org/officeDocument/2006/relationships/image" Target="../media/image27.svg"/><Relationship Id="rId7" Type="http://schemas.openxmlformats.org/officeDocument/2006/relationships/tags" Target="../tags/tag133.xml"/><Relationship Id="rId7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88.xml"/><Relationship Id="rId18" Type="http://schemas.openxmlformats.org/officeDocument/2006/relationships/image" Target="../media/image32.png"/><Relationship Id="rId26" Type="http://schemas.openxmlformats.org/officeDocument/2006/relationships/image" Target="../media/image19.svg"/><Relationship Id="rId3" Type="http://schemas.openxmlformats.org/officeDocument/2006/relationships/tags" Target="../tags/tag178.xml"/><Relationship Id="rId21" Type="http://schemas.openxmlformats.org/officeDocument/2006/relationships/image" Target="../media/image14.png"/><Relationship Id="rId34" Type="http://schemas.openxmlformats.org/officeDocument/2006/relationships/image" Target="../media/image25.svg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image" Target="../media/image4.png"/><Relationship Id="rId25" Type="http://schemas.openxmlformats.org/officeDocument/2006/relationships/image" Target="../media/image18.png"/><Relationship Id="rId33" Type="http://schemas.openxmlformats.org/officeDocument/2006/relationships/image" Target="../media/image24.png"/><Relationship Id="rId2" Type="http://schemas.openxmlformats.org/officeDocument/2006/relationships/tags" Target="../tags/tag177.xml"/><Relationship Id="rId16" Type="http://schemas.openxmlformats.org/officeDocument/2006/relationships/chart" Target="../charts/chart4.xml"/><Relationship Id="rId20" Type="http://schemas.openxmlformats.org/officeDocument/2006/relationships/image" Target="../media/image36.png"/><Relationship Id="rId29" Type="http://schemas.openxmlformats.org/officeDocument/2006/relationships/image" Target="../media/image30.png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image" Target="../media/image17.svg"/><Relationship Id="rId32" Type="http://schemas.openxmlformats.org/officeDocument/2006/relationships/image" Target="../media/image23.svg"/><Relationship Id="rId5" Type="http://schemas.openxmlformats.org/officeDocument/2006/relationships/tags" Target="../tags/tag180.xml"/><Relationship Id="rId15" Type="http://schemas.openxmlformats.org/officeDocument/2006/relationships/notesSlide" Target="../notesSlides/notesSlide10.xml"/><Relationship Id="rId23" Type="http://schemas.openxmlformats.org/officeDocument/2006/relationships/image" Target="../media/image16.png"/><Relationship Id="rId28" Type="http://schemas.openxmlformats.org/officeDocument/2006/relationships/image" Target="../media/image21.svg"/><Relationship Id="rId36" Type="http://schemas.openxmlformats.org/officeDocument/2006/relationships/image" Target="../media/image27.svg"/><Relationship Id="rId10" Type="http://schemas.openxmlformats.org/officeDocument/2006/relationships/tags" Target="../tags/tag185.xml"/><Relationship Id="rId19" Type="http://schemas.openxmlformats.org/officeDocument/2006/relationships/image" Target="../media/image34.png"/><Relationship Id="rId31" Type="http://schemas.openxmlformats.org/officeDocument/2006/relationships/image" Target="../media/image22.png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5.svg"/><Relationship Id="rId27" Type="http://schemas.openxmlformats.org/officeDocument/2006/relationships/image" Target="../media/image20.png"/><Relationship Id="rId30" Type="http://schemas.openxmlformats.org/officeDocument/2006/relationships/image" Target="../media/image31.svg"/><Relationship Id="rId35" Type="http://schemas.openxmlformats.org/officeDocument/2006/relationships/image" Target="../media/image26.png"/><Relationship Id="rId8" Type="http://schemas.openxmlformats.org/officeDocument/2006/relationships/tags" Target="../tags/tag183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9" Type="http://schemas.openxmlformats.org/officeDocument/2006/relationships/image" Target="../media/image20.png"/><Relationship Id="rId21" Type="http://schemas.openxmlformats.org/officeDocument/2006/relationships/tags" Target="../tags/tag209.xml"/><Relationship Id="rId34" Type="http://schemas.openxmlformats.org/officeDocument/2006/relationships/image" Target="../media/image15.svg"/><Relationship Id="rId42" Type="http://schemas.openxmlformats.org/officeDocument/2006/relationships/image" Target="../media/image31.svg"/><Relationship Id="rId7" Type="http://schemas.openxmlformats.org/officeDocument/2006/relationships/tags" Target="../tags/tag195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9" Type="http://schemas.openxmlformats.org/officeDocument/2006/relationships/chart" Target="../charts/chart5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32" Type="http://schemas.openxmlformats.org/officeDocument/2006/relationships/image" Target="../media/image34.png"/><Relationship Id="rId37" Type="http://schemas.openxmlformats.org/officeDocument/2006/relationships/image" Target="../media/image18.png"/><Relationship Id="rId40" Type="http://schemas.openxmlformats.org/officeDocument/2006/relationships/image" Target="../media/image21.svg"/><Relationship Id="rId45" Type="http://schemas.openxmlformats.org/officeDocument/2006/relationships/image" Target="../media/image24.png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notesSlide" Target="../notesSlides/notesSlide11.xml"/><Relationship Id="rId36" Type="http://schemas.openxmlformats.org/officeDocument/2006/relationships/image" Target="../media/image17.svg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31" Type="http://schemas.openxmlformats.org/officeDocument/2006/relationships/image" Target="../media/image32.png"/><Relationship Id="rId44" Type="http://schemas.openxmlformats.org/officeDocument/2006/relationships/image" Target="../media/image23.svg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slideLayout" Target="../slideLayouts/slideLayout14.xml"/><Relationship Id="rId30" Type="http://schemas.openxmlformats.org/officeDocument/2006/relationships/image" Target="../media/image4.png"/><Relationship Id="rId35" Type="http://schemas.openxmlformats.org/officeDocument/2006/relationships/image" Target="../media/image16.png"/><Relationship Id="rId43" Type="http://schemas.openxmlformats.org/officeDocument/2006/relationships/image" Target="../media/image22.png"/><Relationship Id="rId8" Type="http://schemas.openxmlformats.org/officeDocument/2006/relationships/tags" Target="../tags/tag196.xml"/><Relationship Id="rId3" Type="http://schemas.openxmlformats.org/officeDocument/2006/relationships/tags" Target="../tags/tag191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33" Type="http://schemas.openxmlformats.org/officeDocument/2006/relationships/image" Target="../media/image14.png"/><Relationship Id="rId38" Type="http://schemas.openxmlformats.org/officeDocument/2006/relationships/image" Target="../media/image19.svg"/><Relationship Id="rId46" Type="http://schemas.openxmlformats.org/officeDocument/2006/relationships/image" Target="../media/image25.svg"/><Relationship Id="rId20" Type="http://schemas.openxmlformats.org/officeDocument/2006/relationships/tags" Target="../tags/tag208.xml"/><Relationship Id="rId4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3" Type="http://schemas.openxmlformats.org/officeDocument/2006/relationships/tags" Target="../tags/tag217.xml"/><Relationship Id="rId21" Type="http://schemas.openxmlformats.org/officeDocument/2006/relationships/chart" Target="../charts/chart6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0" Type="http://schemas.openxmlformats.org/officeDocument/2006/relationships/notesSlide" Target="../notesSlides/notesSlide12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24" Type="http://schemas.openxmlformats.org/officeDocument/2006/relationships/image" Target="../media/image34.png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23" Type="http://schemas.openxmlformats.org/officeDocument/2006/relationships/image" Target="../media/image32.png"/><Relationship Id="rId10" Type="http://schemas.openxmlformats.org/officeDocument/2006/relationships/tags" Target="../tags/tag224.xml"/><Relationship Id="rId19" Type="http://schemas.openxmlformats.org/officeDocument/2006/relationships/slideLayout" Target="../slideLayouts/slideLayout1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Relationship Id="rId22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352550" y="5157788"/>
            <a:ext cx="174783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kumimoji="0" lang="en-US" altLang="ko-KR" sz="1400" b="1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Ver </a:t>
            </a:r>
            <a:r>
              <a:rPr lang="en-US" altLang="ko-KR" sz="1400" b="1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0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.1</a:t>
            </a: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kumimoji="0"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2025.04.28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352549" y="2133600"/>
            <a:ext cx="7345363" cy="905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ko-KR" altLang="en-US" sz="3200" b="1" dirty="0">
                <a:latin typeface="+mj-ea"/>
                <a:ea typeface="+mj-ea"/>
              </a:rPr>
              <a:t>주간 부식 웹페이지</a:t>
            </a:r>
            <a:endParaRPr lang="en-US" altLang="ko-KR" sz="3200" b="1" dirty="0">
              <a:latin typeface="+mj-ea"/>
              <a:ea typeface="+mj-ea"/>
            </a:endParaRPr>
          </a:p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kumimoji="0" lang="en-US" altLang="ko-KR" sz="3200" b="1" dirty="0"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grpSp>
        <p:nvGrpSpPr>
          <p:cNvPr id="13" name="그룹 9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/>
        </p:nvGrpSpPr>
        <p:grpSpPr bwMode="auto">
          <a:xfrm>
            <a:off x="1423988" y="1628775"/>
            <a:ext cx="1333500" cy="295275"/>
            <a:chOff x="8461375" y="109538"/>
            <a:chExt cx="1333500" cy="295275"/>
          </a:xfrm>
        </p:grpSpPr>
        <p:grpSp>
          <p:nvGrpSpPr>
            <p:cNvPr id="14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16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70FCA911-DDD5-48C0-8818-1CE83644B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2550" y="5033963"/>
            <a:ext cx="485775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BDD80A-DFE8-894A-0A21-D8CDEE6F6A60}"/>
              </a:ext>
            </a:extLst>
          </p:cNvPr>
          <p:cNvSpPr txBox="1"/>
          <p:nvPr/>
        </p:nvSpPr>
        <p:spPr>
          <a:xfrm>
            <a:off x="3917632" y="5033963"/>
            <a:ext cx="4953000" cy="62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GSITM </a:t>
            </a:r>
            <a:r>
              <a:rPr lang="ko-KR" altLang="ko-KR" sz="1200" dirty="0">
                <a:effectLst/>
                <a:latin typeface="+mn-ea"/>
                <a:cs typeface="Times New Roman" panose="02020603050405020304" pitchFamily="18" charset="0"/>
              </a:rPr>
              <a:t>진주</a:t>
            </a: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 10</a:t>
            </a:r>
            <a:r>
              <a:rPr lang="ko-KR" altLang="ko-KR" sz="1200" dirty="0">
                <a:effectLst/>
                <a:latin typeface="+mn-ea"/>
                <a:cs typeface="Times New Roman" panose="02020603050405020304" pitchFamily="18" charset="0"/>
              </a:rPr>
              <a:t>기</a:t>
            </a:r>
          </a:p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lang="ko-KR" altLang="ko-KR" sz="1200" dirty="0" err="1">
                <a:effectLst/>
                <a:latin typeface="+mn-ea"/>
                <a:cs typeface="Times New Roman" panose="02020603050405020304" pitchFamily="18" charset="0"/>
              </a:rPr>
              <a:t>구서영</a:t>
            </a: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dirty="0">
                <a:effectLst/>
                <a:latin typeface="+mn-ea"/>
                <a:cs typeface="Times New Roman" panose="02020603050405020304" pitchFamily="18" charset="0"/>
              </a:rPr>
              <a:t>김상준</a:t>
            </a: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dirty="0" err="1">
                <a:effectLst/>
                <a:latin typeface="+mn-ea"/>
                <a:cs typeface="Times New Roman" panose="02020603050405020304" pitchFamily="18" charset="0"/>
              </a:rPr>
              <a:t>김진령</a:t>
            </a: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dirty="0" err="1">
                <a:effectLst/>
                <a:latin typeface="+mn-ea"/>
                <a:cs typeface="Times New Roman" panose="02020603050405020304" pitchFamily="18" charset="0"/>
              </a:rPr>
              <a:t>배채원</a:t>
            </a:r>
            <a:r>
              <a:rPr lang="en-US" altLang="ko-KR" sz="12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200" dirty="0">
                <a:effectLst/>
                <a:latin typeface="+mn-ea"/>
                <a:cs typeface="Times New Roman" panose="02020603050405020304" pitchFamily="18" charset="0"/>
              </a:rPr>
              <a:t>백승진</a:t>
            </a:r>
          </a:p>
        </p:txBody>
      </p: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9150" y="2185547"/>
            <a:ext cx="2587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Contents Layout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410" y="2915329"/>
            <a:ext cx="808235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PC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189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9D0D-F011-296F-008C-8A37F8AB9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BBC8DE8-FFF9-7303-0316-F6E32B2F9A32}"/>
              </a:ext>
            </a:extLst>
          </p:cNvPr>
          <p:cNvSpPr/>
          <p:nvPr/>
        </p:nvSpPr>
        <p:spPr>
          <a:xfrm>
            <a:off x="2550918" y="1741601"/>
            <a:ext cx="6936628" cy="12673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8CB1C96-C173-9A9E-FAF1-3D3A41522DBF}"/>
              </a:ext>
            </a:extLst>
          </p:cNvPr>
          <p:cNvSpPr/>
          <p:nvPr/>
        </p:nvSpPr>
        <p:spPr>
          <a:xfrm>
            <a:off x="2550918" y="1829997"/>
            <a:ext cx="5111135" cy="11132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B2FED87-C2B7-0866-7BC7-D50E1181191C}"/>
              </a:ext>
            </a:extLst>
          </p:cNvPr>
          <p:cNvSpPr/>
          <p:nvPr/>
        </p:nvSpPr>
        <p:spPr>
          <a:xfrm>
            <a:off x="2550919" y="1845649"/>
            <a:ext cx="1703060" cy="990732"/>
          </a:xfrm>
          <a:prstGeom prst="roundRect">
            <a:avLst/>
          </a:prstGeom>
          <a:solidFill>
            <a:srgbClr val="FFFFFF">
              <a:alpha val="38824"/>
            </a:srgbClr>
          </a:solidFill>
          <a:ln w="190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64641F-BF31-7FB1-002F-CA8849E7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Flowchart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접근도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EA80B81-9BE9-9EEE-3B2C-EF30BF789DC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909635" y="1066376"/>
            <a:ext cx="2829" cy="23999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76">
            <a:extLst>
              <a:ext uri="{FF2B5EF4-FFF2-40B4-BE49-F238E27FC236}">
                <a16:creationId xmlns:a16="http://schemas.microsoft.com/office/drawing/2014/main" id="{9118E290-4F34-781F-4AB1-F2FD148BC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3713" y="1969641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부식 등록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AutoShape 76">
            <a:extLst>
              <a:ext uri="{FF2B5EF4-FFF2-40B4-BE49-F238E27FC236}">
                <a16:creationId xmlns:a16="http://schemas.microsoft.com/office/drawing/2014/main" id="{72D4CEAD-95AA-ECF7-3DF3-5A5C9205C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658" y="1965970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하기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9" name="AutoShape 76">
            <a:extLst>
              <a:ext uri="{FF2B5EF4-FFF2-40B4-BE49-F238E27FC236}">
                <a16:creationId xmlns:a16="http://schemas.microsoft.com/office/drawing/2014/main" id="{C2BC27E2-652A-C9D8-E6ED-D0EEEF05C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635" y="1951569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결과 요약 리스트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9221E2FA-4193-B70A-AE39-6E972A6918B9}"/>
              </a:ext>
            </a:extLst>
          </p:cNvPr>
          <p:cNvSpPr/>
          <p:nvPr/>
        </p:nvSpPr>
        <p:spPr>
          <a:xfrm>
            <a:off x="1094636" y="4094011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등록된 사용자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F32869CB-A47B-0DA5-8C0D-1738301BC4B3}"/>
              </a:ext>
            </a:extLst>
          </p:cNvPr>
          <p:cNvSpPr/>
          <p:nvPr/>
        </p:nvSpPr>
        <p:spPr>
          <a:xfrm>
            <a:off x="1084999" y="1306375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 화면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CA4350A-70B9-81FD-3CBE-075F3AC36B7C}"/>
              </a:ext>
            </a:extLst>
          </p:cNvPr>
          <p:cNvSpPr/>
          <p:nvPr/>
        </p:nvSpPr>
        <p:spPr>
          <a:xfrm>
            <a:off x="1018376" y="814936"/>
            <a:ext cx="1801834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웹사이트 접속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999B40B-055F-96EE-5BD0-BB57FA852637}"/>
              </a:ext>
            </a:extLst>
          </p:cNvPr>
          <p:cNvCxnSpPr>
            <a:cxnSpLocks/>
          </p:cNvCxnSpPr>
          <p:nvPr/>
        </p:nvCxnSpPr>
        <p:spPr>
          <a:xfrm>
            <a:off x="2721839" y="3471228"/>
            <a:ext cx="1014291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59377AD-9D53-77A5-09EA-63F6A8C3540D}"/>
              </a:ext>
            </a:extLst>
          </p:cNvPr>
          <p:cNvSpPr txBox="1"/>
          <p:nvPr/>
        </p:nvSpPr>
        <p:spPr>
          <a:xfrm>
            <a:off x="3034994" y="3255851"/>
            <a:ext cx="3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30CDAE-9705-7A0C-B578-ECF8773899F9}"/>
              </a:ext>
            </a:extLst>
          </p:cNvPr>
          <p:cNvSpPr txBox="1"/>
          <p:nvPr/>
        </p:nvSpPr>
        <p:spPr>
          <a:xfrm>
            <a:off x="1509535" y="3753847"/>
            <a:ext cx="398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AA6CFA7-C227-F431-9647-2BA0902BF231}"/>
              </a:ext>
            </a:extLst>
          </p:cNvPr>
          <p:cNvCxnSpPr>
            <a:cxnSpLocks/>
          </p:cNvCxnSpPr>
          <p:nvPr/>
        </p:nvCxnSpPr>
        <p:spPr>
          <a:xfrm>
            <a:off x="1922865" y="3665286"/>
            <a:ext cx="0" cy="442254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85A5DFCB-92DB-D5C6-509B-6D19384D9D8A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3406296" y="2247808"/>
            <a:ext cx="0" cy="244538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utoShape 76">
            <a:extLst>
              <a:ext uri="{FF2B5EF4-FFF2-40B4-BE49-F238E27FC236}">
                <a16:creationId xmlns:a16="http://schemas.microsoft.com/office/drawing/2014/main" id="{0561187D-80A7-1A03-F83D-148E989CF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097" y="2492346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최종 결과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0ACACDD0-45CB-A3C6-E694-B8BBB54B042F}"/>
              </a:ext>
            </a:extLst>
          </p:cNvPr>
          <p:cNvSpPr/>
          <p:nvPr/>
        </p:nvSpPr>
        <p:spPr>
          <a:xfrm>
            <a:off x="1084999" y="3209810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로그인 여부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98EC6A8-DFA2-A1FE-327C-434A707CA727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1912464" y="1829300"/>
            <a:ext cx="0" cy="138051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AF0C40DD-77EE-1D87-83DA-556EFC428602}"/>
              </a:ext>
            </a:extLst>
          </p:cNvPr>
          <p:cNvSpPr/>
          <p:nvPr/>
        </p:nvSpPr>
        <p:spPr>
          <a:xfrm>
            <a:off x="3724207" y="3319286"/>
            <a:ext cx="1014048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제한된 기능</a:t>
            </a:r>
            <a:r>
              <a:rPr lang="en-US" altLang="ko-KR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E4E5FCB-7657-5C7C-0B9A-4EDDFB7D39D6}"/>
              </a:ext>
            </a:extLst>
          </p:cNvPr>
          <p:cNvSpPr/>
          <p:nvPr/>
        </p:nvSpPr>
        <p:spPr>
          <a:xfrm>
            <a:off x="1094636" y="4854120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관리자 여부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860EBCC-7B9A-E69F-E9B2-F2CE23C2AC2D}"/>
              </a:ext>
            </a:extLst>
          </p:cNvPr>
          <p:cNvCxnSpPr>
            <a:stCxn id="37" idx="2"/>
            <a:endCxn id="19" idx="0"/>
          </p:cNvCxnSpPr>
          <p:nvPr/>
        </p:nvCxnSpPr>
        <p:spPr>
          <a:xfrm>
            <a:off x="1922101" y="4616936"/>
            <a:ext cx="0" cy="237184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B1D8450-886F-3745-3010-1757506E45C1}"/>
              </a:ext>
            </a:extLst>
          </p:cNvPr>
          <p:cNvCxnSpPr>
            <a:cxnSpLocks/>
            <a:stCxn id="37" idx="3"/>
            <a:endCxn id="17" idx="4"/>
          </p:cNvCxnSpPr>
          <p:nvPr/>
        </p:nvCxnSpPr>
        <p:spPr>
          <a:xfrm flipV="1">
            <a:off x="2749566" y="3623169"/>
            <a:ext cx="1481665" cy="732305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36C92DA1-9FF3-D41E-7C63-783EBF71CF4F}"/>
              </a:ext>
            </a:extLst>
          </p:cNvPr>
          <p:cNvSpPr/>
          <p:nvPr/>
        </p:nvSpPr>
        <p:spPr>
          <a:xfrm>
            <a:off x="3486700" y="4963640"/>
            <a:ext cx="1020924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제한된 기능</a:t>
            </a:r>
            <a:r>
              <a:rPr lang="en-US" altLang="ko-KR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E596CD4-D0F9-257C-D1B7-CAC0466B3C98}"/>
              </a:ext>
            </a:extLst>
          </p:cNvPr>
          <p:cNvCxnSpPr>
            <a:cxnSpLocks/>
            <a:stCxn id="19" idx="3"/>
            <a:endCxn id="28" idx="2"/>
          </p:cNvCxnSpPr>
          <p:nvPr/>
        </p:nvCxnSpPr>
        <p:spPr>
          <a:xfrm flipV="1">
            <a:off x="2749566" y="5115582"/>
            <a:ext cx="737134" cy="1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7680D9D0-A78B-212C-CA52-6D4E981B6A65}"/>
              </a:ext>
            </a:extLst>
          </p:cNvPr>
          <p:cNvSpPr/>
          <p:nvPr/>
        </p:nvSpPr>
        <p:spPr>
          <a:xfrm>
            <a:off x="3486700" y="5425702"/>
            <a:ext cx="1251555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모든 기능 접근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0B685649-C76E-FEBB-88B1-8F5698A8590A}"/>
              </a:ext>
            </a:extLst>
          </p:cNvPr>
          <p:cNvCxnSpPr>
            <a:cxnSpLocks/>
            <a:stCxn id="19" idx="2"/>
            <a:endCxn id="35" idx="2"/>
          </p:cNvCxnSpPr>
          <p:nvPr/>
        </p:nvCxnSpPr>
        <p:spPr>
          <a:xfrm rot="16200000" flipH="1">
            <a:off x="2604101" y="4695044"/>
            <a:ext cx="200599" cy="1564599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5E63C85-AA24-4EA3-B7A0-F816B8C00A5E}"/>
              </a:ext>
            </a:extLst>
          </p:cNvPr>
          <p:cNvSpPr txBox="1"/>
          <p:nvPr/>
        </p:nvSpPr>
        <p:spPr>
          <a:xfrm>
            <a:off x="3034994" y="4846380"/>
            <a:ext cx="3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943D69-4708-C2FA-5CF6-A60A82099AF9}"/>
              </a:ext>
            </a:extLst>
          </p:cNvPr>
          <p:cNvSpPr txBox="1"/>
          <p:nvPr/>
        </p:nvSpPr>
        <p:spPr>
          <a:xfrm>
            <a:off x="2816238" y="5323727"/>
            <a:ext cx="398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FDD61-5F17-6E3E-FF19-7C4F30E5EF9B}"/>
              </a:ext>
            </a:extLst>
          </p:cNvPr>
          <p:cNvSpPr txBox="1"/>
          <p:nvPr/>
        </p:nvSpPr>
        <p:spPr>
          <a:xfrm>
            <a:off x="3182170" y="4109559"/>
            <a:ext cx="3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71BD88A-B6FF-AC2B-E547-0AFDE4AF2925}"/>
              </a:ext>
            </a:extLst>
          </p:cNvPr>
          <p:cNvCxnSpPr>
            <a:stCxn id="10" idx="3"/>
            <a:endCxn id="29" idx="0"/>
          </p:cNvCxnSpPr>
          <p:nvPr/>
        </p:nvCxnSpPr>
        <p:spPr>
          <a:xfrm>
            <a:off x="2739929" y="1567838"/>
            <a:ext cx="667905" cy="38373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8DC9EC5-FF63-E2F4-A482-54AEF4170407}"/>
              </a:ext>
            </a:extLst>
          </p:cNvPr>
          <p:cNvCxnSpPr>
            <a:stCxn id="10" idx="3"/>
            <a:endCxn id="23" idx="0"/>
          </p:cNvCxnSpPr>
          <p:nvPr/>
        </p:nvCxnSpPr>
        <p:spPr>
          <a:xfrm>
            <a:off x="2739929" y="1567838"/>
            <a:ext cx="2438983" cy="40180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B6C11A76-F690-ED9E-93C6-ABD1C3415E78}"/>
              </a:ext>
            </a:extLst>
          </p:cNvPr>
          <p:cNvCxnSpPr>
            <a:stCxn id="10" idx="3"/>
            <a:endCxn id="24" idx="0"/>
          </p:cNvCxnSpPr>
          <p:nvPr/>
        </p:nvCxnSpPr>
        <p:spPr>
          <a:xfrm>
            <a:off x="2739929" y="1567838"/>
            <a:ext cx="4136928" cy="3981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76">
            <a:extLst>
              <a:ext uri="{FF2B5EF4-FFF2-40B4-BE49-F238E27FC236}">
                <a16:creationId xmlns:a16="http://schemas.microsoft.com/office/drawing/2014/main" id="{A602E8C2-4D53-EEDF-4CD1-43DFE2CAB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602" y="1965970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관리자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CF2F56CB-0537-570A-BCCE-608034B6766F}"/>
              </a:ext>
            </a:extLst>
          </p:cNvPr>
          <p:cNvCxnSpPr>
            <a:cxnSpLocks/>
            <a:stCxn id="17" idx="0"/>
            <a:endCxn id="69" idx="2"/>
          </p:cNvCxnSpPr>
          <p:nvPr/>
        </p:nvCxnSpPr>
        <p:spPr>
          <a:xfrm rot="16200000" flipV="1">
            <a:off x="3575388" y="2663443"/>
            <a:ext cx="482905" cy="828782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2274E36-31AB-241F-3E78-AF92F5947801}"/>
              </a:ext>
            </a:extLst>
          </p:cNvPr>
          <p:cNvCxnSpPr>
            <a:cxnSpLocks/>
            <a:stCxn id="28" idx="6"/>
            <a:endCxn id="70" idx="2"/>
          </p:cNvCxnSpPr>
          <p:nvPr/>
        </p:nvCxnSpPr>
        <p:spPr>
          <a:xfrm flipV="1">
            <a:off x="4507624" y="2943233"/>
            <a:ext cx="598862" cy="2172349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4A2818F8-8A57-4F8D-A82E-523CDDD7983C}"/>
              </a:ext>
            </a:extLst>
          </p:cNvPr>
          <p:cNvCxnSpPr>
            <a:stCxn id="10" idx="3"/>
            <a:endCxn id="65" idx="0"/>
          </p:cNvCxnSpPr>
          <p:nvPr/>
        </p:nvCxnSpPr>
        <p:spPr>
          <a:xfrm>
            <a:off x="2739929" y="1567838"/>
            <a:ext cx="5834872" cy="3981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AutoShape 76">
            <a:extLst>
              <a:ext uri="{FF2B5EF4-FFF2-40B4-BE49-F238E27FC236}">
                <a16:creationId xmlns:a16="http://schemas.microsoft.com/office/drawing/2014/main" id="{2F865EF1-1DE0-88B6-42D1-16202C8F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600" y="380375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구매 한도 설정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7" name="AutoShape 76">
            <a:extLst>
              <a:ext uri="{FF2B5EF4-FFF2-40B4-BE49-F238E27FC236}">
                <a16:creationId xmlns:a16="http://schemas.microsoft.com/office/drawing/2014/main" id="{CEAD8787-514A-C1DA-FA65-CC47A9934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808" y="3406369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기간 설정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8" name="AutoShape 76">
            <a:extLst>
              <a:ext uri="{FF2B5EF4-FFF2-40B4-BE49-F238E27FC236}">
                <a16:creationId xmlns:a16="http://schemas.microsoft.com/office/drawing/2014/main" id="{BF9A616F-067B-957D-F96A-F7C74A9B5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599" y="4201141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크롤링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사이트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URL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지정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9" name="AutoShape 76">
            <a:extLst>
              <a:ext uri="{FF2B5EF4-FFF2-40B4-BE49-F238E27FC236}">
                <a16:creationId xmlns:a16="http://schemas.microsoft.com/office/drawing/2014/main" id="{B96B5D59-FB7F-1378-CC8B-BCA2514F0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808" y="4566531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화이트 리스트 관리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90A04553-9938-12D8-E59B-2835E179334F}"/>
              </a:ext>
            </a:extLst>
          </p:cNvPr>
          <p:cNvCxnSpPr>
            <a:endCxn id="97" idx="1"/>
          </p:cNvCxnSpPr>
          <p:nvPr/>
        </p:nvCxnSpPr>
        <p:spPr>
          <a:xfrm rot="16200000" flipH="1">
            <a:off x="7267005" y="2618025"/>
            <a:ext cx="1440400" cy="395206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6D8B2E95-03DF-CBE8-8450-F72378F70C2A}"/>
              </a:ext>
            </a:extLst>
          </p:cNvPr>
          <p:cNvCxnSpPr>
            <a:stCxn id="65" idx="1"/>
            <a:endCxn id="95" idx="1"/>
          </p:cNvCxnSpPr>
          <p:nvPr/>
        </p:nvCxnSpPr>
        <p:spPr>
          <a:xfrm rot="10800000" flipH="1" flipV="1">
            <a:off x="7789602" y="2095428"/>
            <a:ext cx="409998" cy="1837785"/>
          </a:xfrm>
          <a:prstGeom prst="bentConnector3">
            <a:avLst>
              <a:gd name="adj1" fmla="val -723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6BAA01F6-7EDA-248A-6D38-2C0363687927}"/>
              </a:ext>
            </a:extLst>
          </p:cNvPr>
          <p:cNvCxnSpPr>
            <a:stCxn id="65" idx="1"/>
            <a:endCxn id="98" idx="1"/>
          </p:cNvCxnSpPr>
          <p:nvPr/>
        </p:nvCxnSpPr>
        <p:spPr>
          <a:xfrm rot="10800000" flipH="1" flipV="1">
            <a:off x="7789601" y="2095428"/>
            <a:ext cx="409997" cy="2235171"/>
          </a:xfrm>
          <a:prstGeom prst="bentConnector3">
            <a:avLst>
              <a:gd name="adj1" fmla="val 2172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F83D5A1A-DD66-4AC3-F319-6D3177D12527}"/>
              </a:ext>
            </a:extLst>
          </p:cNvPr>
          <p:cNvCxnSpPr>
            <a:stCxn id="65" idx="1"/>
            <a:endCxn id="99" idx="1"/>
          </p:cNvCxnSpPr>
          <p:nvPr/>
        </p:nvCxnSpPr>
        <p:spPr>
          <a:xfrm rot="10800000" flipH="1" flipV="1">
            <a:off x="7789602" y="2095428"/>
            <a:ext cx="395206" cy="2600561"/>
          </a:xfrm>
          <a:prstGeom prst="bentConnector3">
            <a:avLst>
              <a:gd name="adj1" fmla="val -75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64C9D895-242B-0F9A-219D-26CF7A24EE74}"/>
              </a:ext>
            </a:extLst>
          </p:cNvPr>
          <p:cNvCxnSpPr>
            <a:stCxn id="84" idx="1"/>
          </p:cNvCxnSpPr>
          <p:nvPr/>
        </p:nvCxnSpPr>
        <p:spPr>
          <a:xfrm rot="10800000">
            <a:off x="2220687" y="1829301"/>
            <a:ext cx="400411" cy="792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D6DD31A-0994-A61B-358D-4AB0F8C145B4}"/>
              </a:ext>
            </a:extLst>
          </p:cNvPr>
          <p:cNvSpPr txBox="1"/>
          <p:nvPr/>
        </p:nvSpPr>
        <p:spPr>
          <a:xfrm>
            <a:off x="1509535" y="4600204"/>
            <a:ext cx="398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ACB9DEA7-A10C-91DF-562C-18430145B19F}"/>
              </a:ext>
            </a:extLst>
          </p:cNvPr>
          <p:cNvCxnSpPr>
            <a:stCxn id="35" idx="6"/>
            <a:endCxn id="81" idx="2"/>
          </p:cNvCxnSpPr>
          <p:nvPr/>
        </p:nvCxnSpPr>
        <p:spPr>
          <a:xfrm flipV="1">
            <a:off x="4738255" y="3008983"/>
            <a:ext cx="1280977" cy="2568661"/>
          </a:xfrm>
          <a:prstGeom prst="bentConnector2">
            <a:avLst/>
          </a:prstGeom>
          <a:ln>
            <a:solidFill>
              <a:schemeClr val="accent3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9FEED823-5707-C737-6192-B5863E3F3253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>
            <a:off x="1084999" y="1567839"/>
            <a:ext cx="12700" cy="1903435"/>
          </a:xfrm>
          <a:prstGeom prst="bentConnector3">
            <a:avLst>
              <a:gd name="adj1" fmla="val 180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C0ACE94-FEE8-4D06-CB6A-88B9AD5FA612}"/>
              </a:ext>
            </a:extLst>
          </p:cNvPr>
          <p:cNvSpPr txBox="1"/>
          <p:nvPr/>
        </p:nvSpPr>
        <p:spPr>
          <a:xfrm>
            <a:off x="186554" y="2392597"/>
            <a:ext cx="11765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로그인 시 이동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70219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2FDE-88BA-7A6E-23CF-2945888F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B7E6E-446A-37C3-C8AB-57BB3EB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Flowchart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사용자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3690EF5-100A-28C3-B7B2-147AF3A90C01}"/>
              </a:ext>
            </a:extLst>
          </p:cNvPr>
          <p:cNvCxnSpPr>
            <a:cxnSpLocks/>
          </p:cNvCxnSpPr>
          <p:nvPr/>
        </p:nvCxnSpPr>
        <p:spPr>
          <a:xfrm>
            <a:off x="4091884" y="1991229"/>
            <a:ext cx="1537" cy="436456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76">
            <a:extLst>
              <a:ext uri="{FF2B5EF4-FFF2-40B4-BE49-F238E27FC236}">
                <a16:creationId xmlns:a16="http://schemas.microsoft.com/office/drawing/2014/main" id="{0CE70E4B-D70F-4ED8-896C-23C3328DD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839" y="459624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부식 등록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AutoShape 76">
            <a:extLst>
              <a:ext uri="{FF2B5EF4-FFF2-40B4-BE49-F238E27FC236}">
                <a16:creationId xmlns:a16="http://schemas.microsoft.com/office/drawing/2014/main" id="{A819C03C-C030-C46E-5F36-E5849172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76" y="4596242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하기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5" name="AutoShape 76">
            <a:extLst>
              <a:ext uri="{FF2B5EF4-FFF2-40B4-BE49-F238E27FC236}">
                <a16:creationId xmlns:a16="http://schemas.microsoft.com/office/drawing/2014/main" id="{7BE3CA2B-30CB-4D42-5D78-C1FA52B2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466" y="3116258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카카오연동 재로그인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9" name="AutoShape 76">
            <a:extLst>
              <a:ext uri="{FF2B5EF4-FFF2-40B4-BE49-F238E27FC236}">
                <a16:creationId xmlns:a16="http://schemas.microsoft.com/office/drawing/2014/main" id="{F35A69ED-83F8-8373-C288-3A7D4F63E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204" y="3702322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결과 상세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BBC0982D-3424-F8F2-C504-B2005C469347}"/>
              </a:ext>
            </a:extLst>
          </p:cNvPr>
          <p:cNvSpPr/>
          <p:nvPr/>
        </p:nvSpPr>
        <p:spPr>
          <a:xfrm>
            <a:off x="969281" y="3777177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등록된 사용자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03D1290-DABA-6317-3F5D-5E00344CFD33}"/>
              </a:ext>
            </a:extLst>
          </p:cNvPr>
          <p:cNvCxnSpPr>
            <a:cxnSpLocks/>
            <a:stCxn id="37" idx="3"/>
            <a:endCxn id="23" idx="0"/>
          </p:cNvCxnSpPr>
          <p:nvPr/>
        </p:nvCxnSpPr>
        <p:spPr>
          <a:xfrm>
            <a:off x="2624211" y="4038640"/>
            <a:ext cx="882827" cy="55760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5426A42-A909-907F-FB21-0A780CB4EEAE}"/>
              </a:ext>
            </a:extLst>
          </p:cNvPr>
          <p:cNvSpPr txBox="1"/>
          <p:nvPr/>
        </p:nvSpPr>
        <p:spPr>
          <a:xfrm>
            <a:off x="5057787" y="2461130"/>
            <a:ext cx="1431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모든 기능 사용 가능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FC5486F-C6CE-E6B1-A239-28F953C4ED20}"/>
              </a:ext>
            </a:extLst>
          </p:cNvPr>
          <p:cNvSpPr txBox="1"/>
          <p:nvPr/>
        </p:nvSpPr>
        <p:spPr>
          <a:xfrm>
            <a:off x="2659649" y="3827072"/>
            <a:ext cx="1028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제한된 기능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C35E1220-4CC3-60FF-7F6D-E7DD953CA88E}"/>
              </a:ext>
            </a:extLst>
          </p:cNvPr>
          <p:cNvSpPr/>
          <p:nvPr/>
        </p:nvSpPr>
        <p:spPr>
          <a:xfrm>
            <a:off x="3267248" y="2432752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 화면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F10C924-2ACA-4B99-1C86-477551DD3B95}"/>
              </a:ext>
            </a:extLst>
          </p:cNvPr>
          <p:cNvCxnSpPr>
            <a:cxnSpLocks/>
            <a:stCxn id="7" idx="2"/>
            <a:endCxn id="37" idx="0"/>
          </p:cNvCxnSpPr>
          <p:nvPr/>
        </p:nvCxnSpPr>
        <p:spPr>
          <a:xfrm flipH="1">
            <a:off x="1796746" y="3402372"/>
            <a:ext cx="6830" cy="37480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76">
            <a:extLst>
              <a:ext uri="{FF2B5EF4-FFF2-40B4-BE49-F238E27FC236}">
                <a16:creationId xmlns:a16="http://schemas.microsoft.com/office/drawing/2014/main" id="{B19BC713-5614-7332-8442-E96602999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77" y="314345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F785C0A-D73D-7157-1910-7F2B1AC8EBD3}"/>
              </a:ext>
            </a:extLst>
          </p:cNvPr>
          <p:cNvSpPr/>
          <p:nvPr/>
        </p:nvSpPr>
        <p:spPr>
          <a:xfrm>
            <a:off x="3200625" y="1739789"/>
            <a:ext cx="1801834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웹사이트 접속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02724E4-4878-C578-564A-4FEC690E2EF8}"/>
              </a:ext>
            </a:extLst>
          </p:cNvPr>
          <p:cNvCxnSpPr>
            <a:cxnSpLocks/>
          </p:cNvCxnSpPr>
          <p:nvPr/>
        </p:nvCxnSpPr>
        <p:spPr>
          <a:xfrm>
            <a:off x="2619596" y="3284333"/>
            <a:ext cx="1014291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115FDA-8431-167E-7C8A-47F0BA1A71EB}"/>
              </a:ext>
            </a:extLst>
          </p:cNvPr>
          <p:cNvSpPr txBox="1"/>
          <p:nvPr/>
        </p:nvSpPr>
        <p:spPr>
          <a:xfrm>
            <a:off x="2932751" y="3068956"/>
            <a:ext cx="3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BC238-451B-5E09-DCBA-9209C40B6311}"/>
              </a:ext>
            </a:extLst>
          </p:cNvPr>
          <p:cNvSpPr txBox="1"/>
          <p:nvPr/>
        </p:nvSpPr>
        <p:spPr>
          <a:xfrm>
            <a:off x="1398121" y="3474313"/>
            <a:ext cx="398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8B27B8B-4248-BFF7-FA6C-9A1FF5DB6929}"/>
              </a:ext>
            </a:extLst>
          </p:cNvPr>
          <p:cNvCxnSpPr>
            <a:cxnSpLocks/>
            <a:stCxn id="37" idx="2"/>
            <a:endCxn id="24" idx="0"/>
          </p:cNvCxnSpPr>
          <p:nvPr/>
        </p:nvCxnSpPr>
        <p:spPr>
          <a:xfrm>
            <a:off x="1796746" y="4300102"/>
            <a:ext cx="6829" cy="29614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60160FA-52E9-254C-9FE2-B1EDF5BF7566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rot="10800000" flipV="1">
            <a:off x="1803576" y="2694215"/>
            <a:ext cx="1463672" cy="449240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C0D69FF2-0D03-DEAC-6755-BCDEF33E9F5F}"/>
              </a:ext>
            </a:extLst>
          </p:cNvPr>
          <p:cNvCxnSpPr>
            <a:cxnSpLocks/>
            <a:stCxn id="10" idx="3"/>
            <a:endCxn id="29" idx="0"/>
          </p:cNvCxnSpPr>
          <p:nvPr/>
        </p:nvCxnSpPr>
        <p:spPr>
          <a:xfrm>
            <a:off x="4922178" y="2694215"/>
            <a:ext cx="1638225" cy="1008107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83DEBA8-529C-5015-5EB7-AACEFA019CAE}"/>
              </a:ext>
            </a:extLst>
          </p:cNvPr>
          <p:cNvCxnSpPr>
            <a:cxnSpLocks/>
          </p:cNvCxnSpPr>
          <p:nvPr/>
        </p:nvCxnSpPr>
        <p:spPr>
          <a:xfrm>
            <a:off x="6558865" y="3998561"/>
            <a:ext cx="1537" cy="43174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utoShape 76">
            <a:extLst>
              <a:ext uri="{FF2B5EF4-FFF2-40B4-BE49-F238E27FC236}">
                <a16:creationId xmlns:a16="http://schemas.microsoft.com/office/drawing/2014/main" id="{0E011C09-F5E6-F869-42CB-6F7270718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666" y="4430308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결과 화면 채팅 입력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CB0B57A2-8CB6-E053-3CB5-454389C6F62C}"/>
              </a:ext>
            </a:extLst>
          </p:cNvPr>
          <p:cNvCxnSpPr>
            <a:cxnSpLocks/>
            <a:stCxn id="10" idx="3"/>
            <a:endCxn id="91" idx="0"/>
          </p:cNvCxnSpPr>
          <p:nvPr/>
        </p:nvCxnSpPr>
        <p:spPr>
          <a:xfrm>
            <a:off x="4922178" y="2694215"/>
            <a:ext cx="3477623" cy="1003398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AutoShape 76">
            <a:extLst>
              <a:ext uri="{FF2B5EF4-FFF2-40B4-BE49-F238E27FC236}">
                <a16:creationId xmlns:a16="http://schemas.microsoft.com/office/drawing/2014/main" id="{98B18133-84BF-C8EE-C634-96E6BB70A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602" y="3697613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실시간 투표 현황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926A85C-86DD-AC47-A84A-58CF48A5407E}"/>
              </a:ext>
            </a:extLst>
          </p:cNvPr>
          <p:cNvCxnSpPr>
            <a:cxnSpLocks/>
            <a:stCxn id="25" idx="2"/>
            <a:endCxn id="37" idx="0"/>
          </p:cNvCxnSpPr>
          <p:nvPr/>
        </p:nvCxnSpPr>
        <p:spPr>
          <a:xfrm rot="5400000">
            <a:off x="2908205" y="2263717"/>
            <a:ext cx="402002" cy="262491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3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E99E-157F-4C88-213F-B915DF95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76C7F-973F-8937-A012-937B31B0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Flowchart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관리자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880EE97-E1C9-2B70-30A0-7E0CD40B83EA}"/>
              </a:ext>
            </a:extLst>
          </p:cNvPr>
          <p:cNvCxnSpPr>
            <a:cxnSpLocks/>
          </p:cNvCxnSpPr>
          <p:nvPr/>
        </p:nvCxnSpPr>
        <p:spPr>
          <a:xfrm>
            <a:off x="3506257" y="1087103"/>
            <a:ext cx="1537" cy="436456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utoShape 76">
            <a:extLst>
              <a:ext uri="{FF2B5EF4-FFF2-40B4-BE49-F238E27FC236}">
                <a16:creationId xmlns:a16="http://schemas.microsoft.com/office/drawing/2014/main" id="{766CFFE1-36B9-B745-3529-197FDB924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212" y="3692117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부식 등록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AutoShape 76">
            <a:extLst>
              <a:ext uri="{FF2B5EF4-FFF2-40B4-BE49-F238E27FC236}">
                <a16:creationId xmlns:a16="http://schemas.microsoft.com/office/drawing/2014/main" id="{7107B95F-B11A-22B0-05DE-2B723469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49" y="3692116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하기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5" name="AutoShape 76">
            <a:extLst>
              <a:ext uri="{FF2B5EF4-FFF2-40B4-BE49-F238E27FC236}">
                <a16:creationId xmlns:a16="http://schemas.microsoft.com/office/drawing/2014/main" id="{8ABDFA52-E936-84CD-9649-338622F39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839" y="2212132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카카오연동 재로그인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9" name="AutoShape 76">
            <a:extLst>
              <a:ext uri="{FF2B5EF4-FFF2-40B4-BE49-F238E27FC236}">
                <a16:creationId xmlns:a16="http://schemas.microsoft.com/office/drawing/2014/main" id="{BA73E621-9119-B0C1-5D82-45EC5A9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77" y="2798196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결과 상세 페이지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다이아몬드 36">
            <a:extLst>
              <a:ext uri="{FF2B5EF4-FFF2-40B4-BE49-F238E27FC236}">
                <a16:creationId xmlns:a16="http://schemas.microsoft.com/office/drawing/2014/main" id="{9C310022-2949-8FAD-2CD6-3C1212E4B3B2}"/>
              </a:ext>
            </a:extLst>
          </p:cNvPr>
          <p:cNvSpPr/>
          <p:nvPr/>
        </p:nvSpPr>
        <p:spPr>
          <a:xfrm>
            <a:off x="383654" y="2873051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등록된 사용자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23585BA-F26D-3D12-9424-7D086B5AD2D6}"/>
              </a:ext>
            </a:extLst>
          </p:cNvPr>
          <p:cNvCxnSpPr>
            <a:cxnSpLocks/>
            <a:stCxn id="37" idx="3"/>
            <a:endCxn id="23" idx="0"/>
          </p:cNvCxnSpPr>
          <p:nvPr/>
        </p:nvCxnSpPr>
        <p:spPr>
          <a:xfrm>
            <a:off x="2038584" y="3134514"/>
            <a:ext cx="882827" cy="55760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41A7A53-6FBD-CFDD-6181-6B2E841917C2}"/>
              </a:ext>
            </a:extLst>
          </p:cNvPr>
          <p:cNvSpPr txBox="1"/>
          <p:nvPr/>
        </p:nvSpPr>
        <p:spPr>
          <a:xfrm>
            <a:off x="4472160" y="1557004"/>
            <a:ext cx="1431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모든 기능 사용 가능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F3B9AE-B60A-89AE-107B-1556B0E875EA}"/>
              </a:ext>
            </a:extLst>
          </p:cNvPr>
          <p:cNvSpPr txBox="1"/>
          <p:nvPr/>
        </p:nvSpPr>
        <p:spPr>
          <a:xfrm>
            <a:off x="2074022" y="2922946"/>
            <a:ext cx="1028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제한된 기능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A78C75F3-62F0-3A15-CA49-721F558E7364}"/>
              </a:ext>
            </a:extLst>
          </p:cNvPr>
          <p:cNvSpPr/>
          <p:nvPr/>
        </p:nvSpPr>
        <p:spPr>
          <a:xfrm>
            <a:off x="2681621" y="1528626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 화면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FD66EBB-D9B1-CBCA-0EDC-E58C6CB5EFF6}"/>
              </a:ext>
            </a:extLst>
          </p:cNvPr>
          <p:cNvCxnSpPr>
            <a:cxnSpLocks/>
            <a:stCxn id="7" idx="2"/>
            <a:endCxn id="37" idx="0"/>
          </p:cNvCxnSpPr>
          <p:nvPr/>
        </p:nvCxnSpPr>
        <p:spPr>
          <a:xfrm flipH="1">
            <a:off x="1211119" y="2498246"/>
            <a:ext cx="6830" cy="37480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76">
            <a:extLst>
              <a:ext uri="{FF2B5EF4-FFF2-40B4-BE49-F238E27FC236}">
                <a16:creationId xmlns:a16="http://schemas.microsoft.com/office/drawing/2014/main" id="{2F79C77A-BBCE-4F44-2063-D9AFB8A6E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50" y="2239329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EBB19CB-5B3B-65D2-538E-8C1A6C68C2A4}"/>
              </a:ext>
            </a:extLst>
          </p:cNvPr>
          <p:cNvSpPr/>
          <p:nvPr/>
        </p:nvSpPr>
        <p:spPr>
          <a:xfrm>
            <a:off x="2614998" y="835663"/>
            <a:ext cx="1801834" cy="303883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웹사이트 접속</a:t>
            </a:r>
            <a:endParaRPr lang="ko-KR" altLang="en-US" sz="900" kern="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DA610F3-7E18-69EA-7F85-6E2BD16FFCE0}"/>
              </a:ext>
            </a:extLst>
          </p:cNvPr>
          <p:cNvCxnSpPr>
            <a:cxnSpLocks/>
          </p:cNvCxnSpPr>
          <p:nvPr/>
        </p:nvCxnSpPr>
        <p:spPr>
          <a:xfrm>
            <a:off x="2033969" y="2380207"/>
            <a:ext cx="1014291" cy="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149133C-C755-FC38-2D15-2AE6D3BB7ED6}"/>
              </a:ext>
            </a:extLst>
          </p:cNvPr>
          <p:cNvSpPr txBox="1"/>
          <p:nvPr/>
        </p:nvSpPr>
        <p:spPr>
          <a:xfrm>
            <a:off x="2347124" y="2164830"/>
            <a:ext cx="3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64DFE5-D330-9963-4582-0B8C51D4FF8C}"/>
              </a:ext>
            </a:extLst>
          </p:cNvPr>
          <p:cNvSpPr txBox="1"/>
          <p:nvPr/>
        </p:nvSpPr>
        <p:spPr>
          <a:xfrm>
            <a:off x="812494" y="2570187"/>
            <a:ext cx="398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45D7E12-11E2-63BF-A91D-CE637EAEE4E5}"/>
              </a:ext>
            </a:extLst>
          </p:cNvPr>
          <p:cNvCxnSpPr>
            <a:cxnSpLocks/>
            <a:stCxn id="37" idx="2"/>
            <a:endCxn id="24" idx="0"/>
          </p:cNvCxnSpPr>
          <p:nvPr/>
        </p:nvCxnSpPr>
        <p:spPr>
          <a:xfrm>
            <a:off x="1211119" y="3395976"/>
            <a:ext cx="6829" cy="296140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744E40B8-8B94-093A-459F-1FA07A716D42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rot="10800000" flipV="1">
            <a:off x="1217949" y="1790089"/>
            <a:ext cx="1463672" cy="449240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C80E514-4C96-8BEE-CA0E-C97771D42970}"/>
              </a:ext>
            </a:extLst>
          </p:cNvPr>
          <p:cNvCxnSpPr>
            <a:cxnSpLocks/>
            <a:stCxn id="10" idx="3"/>
            <a:endCxn id="29" idx="0"/>
          </p:cNvCxnSpPr>
          <p:nvPr/>
        </p:nvCxnSpPr>
        <p:spPr>
          <a:xfrm>
            <a:off x="4336551" y="1790089"/>
            <a:ext cx="1638225" cy="1008107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4674ADF-DFAA-5FA3-6637-C194FE7B713A}"/>
              </a:ext>
            </a:extLst>
          </p:cNvPr>
          <p:cNvCxnSpPr>
            <a:cxnSpLocks/>
          </p:cNvCxnSpPr>
          <p:nvPr/>
        </p:nvCxnSpPr>
        <p:spPr>
          <a:xfrm>
            <a:off x="5973238" y="3094435"/>
            <a:ext cx="1537" cy="431747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AutoShape 76">
            <a:extLst>
              <a:ext uri="{FF2B5EF4-FFF2-40B4-BE49-F238E27FC236}">
                <a16:creationId xmlns:a16="http://schemas.microsoft.com/office/drawing/2014/main" id="{A11C7025-FFA6-3D92-DB17-329F45E62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039" y="3526182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결과 화면 채팅 입력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D62583B4-3DA5-6E8D-2874-B2F7307DFD7D}"/>
              </a:ext>
            </a:extLst>
          </p:cNvPr>
          <p:cNvCxnSpPr>
            <a:cxnSpLocks/>
            <a:stCxn id="10" idx="3"/>
            <a:endCxn id="91" idx="0"/>
          </p:cNvCxnSpPr>
          <p:nvPr/>
        </p:nvCxnSpPr>
        <p:spPr>
          <a:xfrm>
            <a:off x="4336551" y="1790089"/>
            <a:ext cx="3477623" cy="1003398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AutoShape 76">
            <a:extLst>
              <a:ext uri="{FF2B5EF4-FFF2-40B4-BE49-F238E27FC236}">
                <a16:creationId xmlns:a16="http://schemas.microsoft.com/office/drawing/2014/main" id="{505C1EEF-C4D9-FBE4-6990-0BCC6CE0F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8975" y="2793487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실시간 투표 현황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63E0405-0E29-AA0B-2559-C79AA20D59DC}"/>
              </a:ext>
            </a:extLst>
          </p:cNvPr>
          <p:cNvCxnSpPr>
            <a:cxnSpLocks/>
            <a:stCxn id="25" idx="2"/>
            <a:endCxn id="37" idx="0"/>
          </p:cNvCxnSpPr>
          <p:nvPr/>
        </p:nvCxnSpPr>
        <p:spPr>
          <a:xfrm rot="5400000">
            <a:off x="2322578" y="1359591"/>
            <a:ext cx="402002" cy="262491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AC21230E-9A3F-F87D-E1F1-B99F31002A48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038584" y="3134514"/>
            <a:ext cx="2453224" cy="95287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F4E7BDDE-6031-8C32-1CC9-1CEED0949B50}"/>
              </a:ext>
            </a:extLst>
          </p:cNvPr>
          <p:cNvSpPr/>
          <p:nvPr/>
        </p:nvSpPr>
        <p:spPr>
          <a:xfrm>
            <a:off x="3664343" y="4087387"/>
            <a:ext cx="1654930" cy="522925"/>
          </a:xfrm>
          <a:prstGeom prst="diamond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algn="ctr" defTabSz="966788" latinLnBrk="0"/>
            <a:r>
              <a:rPr lang="ko-KR" altLang="en-US" sz="9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관리자 페이지</a:t>
            </a: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C4C2B70-0EE4-85B4-196F-EE73D7CE8D9B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 rot="5400000">
            <a:off x="2786496" y="3603996"/>
            <a:ext cx="698997" cy="27116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utoShape 76">
            <a:extLst>
              <a:ext uri="{FF2B5EF4-FFF2-40B4-BE49-F238E27FC236}">
                <a16:creationId xmlns:a16="http://schemas.microsoft.com/office/drawing/2014/main" id="{3E41B561-F003-F30C-897F-CB1F805FD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270" y="5300995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구매 한도 설정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" name="AutoShape 76">
            <a:extLst>
              <a:ext uri="{FF2B5EF4-FFF2-40B4-BE49-F238E27FC236}">
                <a16:creationId xmlns:a16="http://schemas.microsoft.com/office/drawing/2014/main" id="{1E7F26E9-00A3-F031-AAB0-25A958DA9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841" y="5300996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투표 기간 설정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0" name="AutoShape 76">
            <a:extLst>
              <a:ext uri="{FF2B5EF4-FFF2-40B4-BE49-F238E27FC236}">
                <a16:creationId xmlns:a16="http://schemas.microsoft.com/office/drawing/2014/main" id="{65106856-A20F-FCD8-0F50-2FA4A8742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411" y="5309309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크롤링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사이트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URL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지정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1" name="AutoShape 76">
            <a:extLst>
              <a:ext uri="{FF2B5EF4-FFF2-40B4-BE49-F238E27FC236}">
                <a16:creationId xmlns:a16="http://schemas.microsoft.com/office/drawing/2014/main" id="{5D392778-59F2-762F-8A86-9A6587F3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981" y="5309309"/>
            <a:ext cx="1570397" cy="2589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lIns="18000" rIns="18000" anchor="ctr"/>
          <a:lstStyle/>
          <a:p>
            <a:pPr marL="0" marR="0" lvl="0" indent="0" algn="ct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화이트 리스트 관리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0C36CB2-A70C-7E26-F819-21662D8179DA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rot="5400000">
            <a:off x="3749711" y="4567211"/>
            <a:ext cx="698997" cy="78519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AAB20BF7-2B42-0CC2-53CA-E24730D0A097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 rot="16200000" flipH="1">
            <a:off x="4717082" y="4385038"/>
            <a:ext cx="690684" cy="114123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7BFC98D-8EE5-3ED0-4EAC-2E61910B7A6F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rot="16200000" flipH="1">
            <a:off x="5680297" y="3421822"/>
            <a:ext cx="690683" cy="3067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12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</a:t>
            </a:r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544A31-1C6A-4AFE-8177-64D0A41487E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425082D9-CA19-4DB3-B315-81408638D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3531299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금주의 특가상품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List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8904FE93-A8E3-4B74-8868-CF30874F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16539CA0-4CFF-4130-B29B-96FEF9970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/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/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/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/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A97FDC75-2184-4883-AE8B-5ECADDE8D258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21574" y="805686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index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E58A51-F274-B66D-6F8E-473309470649}"/>
              </a:ext>
            </a:extLst>
          </p:cNvPr>
          <p:cNvSpPr/>
          <p:nvPr/>
        </p:nvSpPr>
        <p:spPr>
          <a:xfrm>
            <a:off x="1931437" y="4064919"/>
            <a:ext cx="5952930" cy="1840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3E570C8-A951-0064-6602-17812BEE1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28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결과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DD1887-A8F6-497B-A65A-D2E82A081FB3}"/>
              </a:ext>
            </a:extLst>
          </p:cNvPr>
          <p:cNvSpPr/>
          <p:nvPr/>
        </p:nvSpPr>
        <p:spPr>
          <a:xfrm>
            <a:off x="1931437" y="1592891"/>
            <a:ext cx="5952930" cy="24743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D63ED-23EA-C57E-A944-913293CF5E66}"/>
              </a:ext>
            </a:extLst>
          </p:cNvPr>
          <p:cNvSpPr/>
          <p:nvPr/>
        </p:nvSpPr>
        <p:spPr>
          <a:xfrm>
            <a:off x="1931437" y="1797697"/>
            <a:ext cx="5952930" cy="200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안내사항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 (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등록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800">
                <a:solidFill>
                  <a:srgbClr val="000000"/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10" name="Border">
            <a:extLst>
              <a:ext uri="{FF2B5EF4-FFF2-40B4-BE49-F238E27FC236}">
                <a16:creationId xmlns:a16="http://schemas.microsoft.com/office/drawing/2014/main" id="{F9B928E0-0685-6A74-0DD3-AD1B509A7FA6}"/>
              </a:ext>
            </a:extLst>
          </p:cNvPr>
          <p:cNvSpPr>
            <a:spLocks/>
          </p:cNvSpPr>
          <p:nvPr/>
        </p:nvSpPr>
        <p:spPr bwMode="auto">
          <a:xfrm>
            <a:off x="3186263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1190733A-B79D-D14A-0BE6-405F4C4F8FB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25273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Border">
            <a:extLst>
              <a:ext uri="{FF2B5EF4-FFF2-40B4-BE49-F238E27FC236}">
                <a16:creationId xmlns:a16="http://schemas.microsoft.com/office/drawing/2014/main" id="{C7BE3EA4-3D53-F175-BA63-611F880747BB}"/>
              </a:ext>
            </a:extLst>
          </p:cNvPr>
          <p:cNvSpPr>
            <a:spLocks/>
          </p:cNvSpPr>
          <p:nvPr/>
        </p:nvSpPr>
        <p:spPr bwMode="auto">
          <a:xfrm>
            <a:off x="5475512" y="2226841"/>
            <a:ext cx="1257952" cy="1282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FEB47B24-01EF-D312-89F3-73C09386B9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14522" y="2764690"/>
            <a:ext cx="1185048" cy="21236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03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3F44-82B2-5834-CBA8-152C1F5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4FBE9-5BC7-CA52-6B75-E29201C8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부식 등록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CAD3F29-DC56-FB82-4EF9-2269042D1C7D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6DEC398-759F-E5AA-8218-64F248C37715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 Box 4">
            <a:extLst>
              <a:ext uri="{FF2B5EF4-FFF2-40B4-BE49-F238E27FC236}">
                <a16:creationId xmlns:a16="http://schemas.microsoft.com/office/drawing/2014/main" id="{DD60DA8B-97F4-D55D-9CBB-F0F6C725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2250196"/>
            <a:ext cx="1258122" cy="295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상품 기획전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</a:rPr>
              <a:t>Rolling Banner</a:t>
            </a:r>
          </a:p>
        </p:txBody>
      </p:sp>
      <p:sp>
        <p:nvSpPr>
          <p:cNvPr id="130" name="Text Box 4">
            <a:extLst>
              <a:ext uri="{FF2B5EF4-FFF2-40B4-BE49-F238E27FC236}">
                <a16:creationId xmlns:a16="http://schemas.microsoft.com/office/drawing/2014/main" id="{25078587-4E52-EFEF-9D4C-FA77D88EB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1B88207B-A567-7EE2-CCE3-C0C60DEBF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9314960-6117-982A-A4E8-02D0B904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A1A67C53-1B77-A728-6984-03D4271C850D}"/>
              </a:ext>
            </a:extLst>
          </p:cNvPr>
          <p:cNvGrpSpPr/>
          <p:nvPr/>
        </p:nvGrpSpPr>
        <p:grpSpPr>
          <a:xfrm>
            <a:off x="4737607" y="2771635"/>
            <a:ext cx="318324" cy="73106"/>
            <a:chOff x="4083801" y="5957984"/>
            <a:chExt cx="385170" cy="88458"/>
          </a:xfrm>
        </p:grpSpPr>
        <p:sp>
          <p:nvSpPr>
            <p:cNvPr id="143" name="Indicator 3">
              <a:extLst>
                <a:ext uri="{FF2B5EF4-FFF2-40B4-BE49-F238E27FC236}">
                  <a16:creationId xmlns:a16="http://schemas.microsoft.com/office/drawing/2014/main" id="{A6F0B042-55F0-0D9C-E99D-76DD71CF5220}"/>
                </a:ext>
              </a:extLst>
            </p:cNvPr>
            <p:cNvSpPr/>
            <p:nvPr/>
          </p:nvSpPr>
          <p:spPr>
            <a:xfrm>
              <a:off x="4380513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Indicator 2">
              <a:extLst>
                <a:ext uri="{FF2B5EF4-FFF2-40B4-BE49-F238E27FC236}">
                  <a16:creationId xmlns:a16="http://schemas.microsoft.com/office/drawing/2014/main" id="{742AC03D-D6FB-B3FA-7ACE-592801EFA2DD}"/>
                </a:ext>
              </a:extLst>
            </p:cNvPr>
            <p:cNvSpPr/>
            <p:nvPr/>
          </p:nvSpPr>
          <p:spPr>
            <a:xfrm>
              <a:off x="4237499" y="5957984"/>
              <a:ext cx="88458" cy="884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Indicator 2">
              <a:extLst>
                <a:ext uri="{FF2B5EF4-FFF2-40B4-BE49-F238E27FC236}">
                  <a16:creationId xmlns:a16="http://schemas.microsoft.com/office/drawing/2014/main" id="{44E0349E-C5B8-5CD8-74B0-F28872C00C21}"/>
                </a:ext>
              </a:extLst>
            </p:cNvPr>
            <p:cNvSpPr/>
            <p:nvPr/>
          </p:nvSpPr>
          <p:spPr>
            <a:xfrm>
              <a:off x="4083801" y="5957984"/>
              <a:ext cx="88458" cy="884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B5A3A5AF-562F-0BD4-7E12-5C721178BA0E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8B4C9FC-0332-C0C0-6C95-5524A0F674AC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부식 등록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D31D34-BBBD-7486-9491-AAB02C33F60B}"/>
              </a:ext>
            </a:extLst>
          </p:cNvPr>
          <p:cNvSpPr/>
          <p:nvPr/>
        </p:nvSpPr>
        <p:spPr>
          <a:xfrm>
            <a:off x="1931437" y="3429000"/>
            <a:ext cx="5952930" cy="2476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4E038E1-314A-94AF-FA6E-3E19B1295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4631533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아이템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5B28C6-EE9F-9752-5176-B1AFE02A25D8}"/>
              </a:ext>
            </a:extLst>
          </p:cNvPr>
          <p:cNvSpPr/>
          <p:nvPr/>
        </p:nvSpPr>
        <p:spPr>
          <a:xfrm>
            <a:off x="1931437" y="1592891"/>
            <a:ext cx="5952930" cy="18361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20E4CF0-7326-2D5A-F884-AEA827652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633372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아이템 등록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919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B9A6-0681-5D0D-D66B-1D4E7C7A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5504D-E013-EF0C-5723-E9162BAE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2409B93-5766-04FA-6B6F-9470CFDE9DE2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8ACC87D-A087-07CB-9EF3-73070DA8D3E4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F497E6B0-6A68-E4BE-4E46-457FC102D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A7001FCE-FD7F-5CBC-D410-3EE457FB1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8C9BD2BD-0647-4454-BB04-ECB96545E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770100C-EA14-B7E3-3E08-A0CC9B3AD6B5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6FB9A1C-A37D-EF9E-127D-AB40BD620843}"/>
              </a:ext>
            </a:extLst>
          </p:cNvPr>
          <p:cNvSpPr txBox="1"/>
          <p:nvPr/>
        </p:nvSpPr>
        <p:spPr>
          <a:xfrm>
            <a:off x="321574" y="805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하기</a:t>
            </a:r>
            <a:endParaRPr lang="en-US" altLang="ko-KR" sz="1000" b="1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F426EF-E3DD-41D1-8DC8-9C0F65045AA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336EE1E-38DB-8765-F5D4-4E0220329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335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4E7B-D86D-A324-5769-34D0752C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63789-8C10-374D-366B-231F9258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투표 상세 결과 페이지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111C6A1-4EB8-4A87-32FD-E9B6C88C2D30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00953E1-E8D6-F481-E2D6-C8DAA75B53DE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863CC852-515E-E945-943F-19CEDCFCF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3A507586-1FA5-C891-72F2-79CDC358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9B740021-E39E-158D-0B47-36D7D9E2C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0A9ABC1D-C373-62C0-BAE8-69B01226781B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2311771-D786-5530-07B2-86FC37F6C69D}"/>
              </a:ext>
            </a:extLst>
          </p:cNvPr>
          <p:cNvSpPr txBox="1"/>
          <p:nvPr/>
        </p:nvSpPr>
        <p:spPr>
          <a:xfrm>
            <a:off x="321574" y="805686"/>
            <a:ext cx="1217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상세 결과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7C8A01-629E-339F-61C5-4F9DDF0918B5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76D1980-B31E-D8EC-D148-E37C92DC7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투표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212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0024-AA65-021B-EF92-1718BBA5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98FD0-70BB-F67E-A0FE-41E6426B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C1C8F3A-F8BD-07F1-5532-8D8ED5FECF2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E029521-73F2-692D-00DD-4F378E722DB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39FC238B-D137-B0CD-A83C-89B25569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250A1630-8F48-7E28-9C71-E0EE8E63F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4A2FFF25-0615-0FE1-8855-4B6E0800A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8BAD44B7-750A-384A-187D-68F57AF67E0F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D4D5AA7E-F46C-A848-EDDD-F49505C41BEF}"/>
              </a:ext>
            </a:extLst>
          </p:cNvPr>
          <p:cNvSpPr txBox="1"/>
          <p:nvPr/>
        </p:nvSpPr>
        <p:spPr>
          <a:xfrm>
            <a:off x="321574" y="805686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투표 결과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8ACDA1-C869-48E6-91A7-C9EF2F2D0A18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FFA65E9-572A-B2E1-B259-786190577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주차별 투표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484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2277-0CE9-0994-C8CD-18D9F13C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C13F5-0EDD-AE98-5659-3395689C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[Layout-PC</a:t>
            </a:r>
            <a:r>
              <a:rPr lang="en-US" altLang="ko-KR"/>
              <a:t>]</a:t>
            </a:r>
            <a:r>
              <a:rPr lang="ko-KR" altLang="en-US"/>
              <a:t> 주차별 투표 결과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2247FDF-6B71-7DAE-BBEB-B63D096D13FA}"/>
              </a:ext>
            </a:extLst>
          </p:cNvPr>
          <p:cNvSpPr/>
          <p:nvPr/>
        </p:nvSpPr>
        <p:spPr bwMode="auto">
          <a:xfrm>
            <a:off x="423987" y="1201734"/>
            <a:ext cx="8909795" cy="50782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E489247-70EC-6C84-4261-8E72D8B74A9F}"/>
              </a:ext>
            </a:extLst>
          </p:cNvPr>
          <p:cNvCxnSpPr/>
          <p:nvPr/>
        </p:nvCxnSpPr>
        <p:spPr>
          <a:xfrm>
            <a:off x="423987" y="1592895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 Box 4">
            <a:extLst>
              <a:ext uri="{FF2B5EF4-FFF2-40B4-BE49-F238E27FC236}">
                <a16:creationId xmlns:a16="http://schemas.microsoft.com/office/drawing/2014/main" id="{55E9D23B-4828-55E2-72EC-0E99BFF70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610" y="1338275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0A1E16A2-79C6-2F68-5C89-873A7C715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41" y="4164073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</a:rPr>
              <a:t>추천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Tag</a:t>
            </a:r>
          </a:p>
        </p:txBody>
      </p:sp>
      <p:sp>
        <p:nvSpPr>
          <p:cNvPr id="136" name="Text Box 4">
            <a:extLst>
              <a:ext uri="{FF2B5EF4-FFF2-40B4-BE49-F238E27FC236}">
                <a16:creationId xmlns:a16="http://schemas.microsoft.com/office/drawing/2014/main" id="{DF1BE442-4F5A-BB2B-349F-01D9C1D42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067" y="6033725"/>
            <a:ext cx="1258122" cy="14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952DEE9B-56EA-5CFF-7CC0-25C46C93D4AA}"/>
              </a:ext>
            </a:extLst>
          </p:cNvPr>
          <p:cNvCxnSpPr/>
          <p:nvPr/>
        </p:nvCxnSpPr>
        <p:spPr>
          <a:xfrm>
            <a:off x="413223" y="5905289"/>
            <a:ext cx="89097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F08FF06-81B2-2B4E-4A79-B1C9C010FCD3}"/>
              </a:ext>
            </a:extLst>
          </p:cNvPr>
          <p:cNvSpPr txBox="1"/>
          <p:nvPr/>
        </p:nvSpPr>
        <p:spPr>
          <a:xfrm>
            <a:off x="321574" y="805686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■ </a:t>
            </a:r>
            <a:r>
              <a:rPr lang="ko-KR" altLang="en-US" sz="1000" b="1">
                <a:solidFill>
                  <a:prstClr val="black"/>
                </a:solidFill>
                <a:latin typeface="맑은 고딕" panose="020B0503020000020004" pitchFamily="50" charset="-127"/>
              </a:rPr>
              <a:t>등록된 부식 </a:t>
            </a:r>
            <a:r>
              <a:rPr lang="en-US" altLang="ko-KR" sz="1000" b="1">
                <a:solidFill>
                  <a:prstClr val="black"/>
                </a:solidFill>
                <a:latin typeface="맑은 고딕" panose="020B0503020000020004" pitchFamily="50" charset="-127"/>
              </a:rPr>
              <a:t>list</a:t>
            </a:r>
            <a:endParaRPr lang="ko-KR" altLang="en-US" sz="10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1ED2FA-E426-03FB-ADB2-32B0B0E1C5DB}"/>
              </a:ext>
            </a:extLst>
          </p:cNvPr>
          <p:cNvSpPr/>
          <p:nvPr/>
        </p:nvSpPr>
        <p:spPr>
          <a:xfrm>
            <a:off x="1931437" y="1592896"/>
            <a:ext cx="5952930" cy="43123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246FB1E-1704-06E6-081F-C176A5B1B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611" y="2247689"/>
            <a:ext cx="1258122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등록된 부식 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list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149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940E4E-8208-66D3-57BB-525D068A9245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950636"/>
              </p:ext>
            </p:extLst>
          </p:nvPr>
        </p:nvGraphicFramePr>
        <p:xfrm>
          <a:off x="7802880" y="575544"/>
          <a:ext cx="2057400" cy="273113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 페이지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된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b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버튼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카톡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0auth)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2-1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면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페이지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40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 기능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기간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페이지 이동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투표 그래프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누적 투표 결과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iframe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 등록된 결과 업데이트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최종 결과 바로가기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최종 결과에 달린 댓글 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DCA96-19A0-C7C1-39A0-EC0F6FAAE8F5}"/>
              </a:ext>
            </a:extLst>
          </p:cNvPr>
          <p:cNvSpPr/>
          <p:nvPr/>
        </p:nvSpPr>
        <p:spPr>
          <a:xfrm>
            <a:off x="3495574" y="2788345"/>
            <a:ext cx="3260960" cy="301409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2BA8AE6-1491-33A7-9A56-ACB34904A3C7}"/>
              </a:ext>
            </a:extLst>
          </p:cNvPr>
          <p:cNvSpPr/>
          <p:nvPr/>
        </p:nvSpPr>
        <p:spPr>
          <a:xfrm>
            <a:off x="931568" y="1210338"/>
            <a:ext cx="5890018" cy="18341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sp>
        <p:nvSpPr>
          <p:cNvPr id="83" name="Border">
            <a:extLst>
              <a:ext uri="{FF2B5EF4-FFF2-40B4-BE49-F238E27FC236}">
                <a16:creationId xmlns:a16="http://schemas.microsoft.com/office/drawing/2014/main" id="{758D1CD6-C387-9782-A55A-5527765A427F}"/>
              </a:ext>
            </a:extLst>
          </p:cNvPr>
          <p:cNvSpPr>
            <a:spLocks/>
          </p:cNvSpPr>
          <p:nvPr/>
        </p:nvSpPr>
        <p:spPr bwMode="auto">
          <a:xfrm>
            <a:off x="3534154" y="1873663"/>
            <a:ext cx="1347542" cy="558054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B1F22DF-F5E1-9721-ACDC-6CE06F37F8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55121" y="2045139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3657623-681B-A88F-B131-CEBB93C07A79}"/>
              </a:ext>
            </a:extLst>
          </p:cNvPr>
          <p:cNvSpPr/>
          <p:nvPr/>
        </p:nvSpPr>
        <p:spPr>
          <a:xfrm>
            <a:off x="45720" y="843117"/>
            <a:ext cx="7665960" cy="3552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17CADD4-1137-AF34-AF36-C3E4EDA5B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058587"/>
              </p:ext>
            </p:extLst>
          </p:nvPr>
        </p:nvGraphicFramePr>
        <p:xfrm>
          <a:off x="3495574" y="2799744"/>
          <a:ext cx="326096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247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58571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202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32832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pic>
        <p:nvPicPr>
          <p:cNvPr id="107" name="그림 106">
            <a:extLst>
              <a:ext uri="{FF2B5EF4-FFF2-40B4-BE49-F238E27FC236}">
                <a16:creationId xmlns:a16="http://schemas.microsoft.com/office/drawing/2014/main" id="{50D47834-B15D-C82B-9996-9B33D842932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365" y="3158665"/>
            <a:ext cx="219641" cy="219641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4CAE21C7-E64F-9079-447C-AED3ECFCD22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365" y="3545945"/>
            <a:ext cx="219641" cy="219641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BD031E5F-4EE2-E71C-F62C-BDEF80A812F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402" y="941518"/>
            <a:ext cx="142662" cy="142662"/>
          </a:xfrm>
          <a:prstGeom prst="rect">
            <a:avLst/>
          </a:prstGeom>
        </p:spPr>
      </p:pic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FF7B4FE-0983-B951-6C80-092C8EABF047}"/>
              </a:ext>
            </a:extLst>
          </p:cNvPr>
          <p:cNvSpPr/>
          <p:nvPr/>
        </p:nvSpPr>
        <p:spPr>
          <a:xfrm>
            <a:off x="45720" y="5971399"/>
            <a:ext cx="7665960" cy="4239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08C4CBF-871A-D397-009B-B2BC6FB6EF08}"/>
              </a:ext>
            </a:extLst>
          </p:cNvPr>
          <p:cNvGrpSpPr/>
          <p:nvPr/>
        </p:nvGrpSpPr>
        <p:grpSpPr>
          <a:xfrm>
            <a:off x="6497193" y="886601"/>
            <a:ext cx="268248" cy="268248"/>
            <a:chOff x="2114611" y="5573840"/>
            <a:chExt cx="368584" cy="36858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B6F98EB-1177-7125-177D-48F6249E99F2}"/>
                </a:ext>
              </a:extLst>
            </p:cNvPr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14680A83-CDF1-2276-B269-A71A59BD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622EF6AB-120F-23BD-64E1-46E8F62D1A44}"/>
              </a:ext>
            </a:extLst>
          </p:cNvPr>
          <p:cNvCxnSpPr>
            <a:cxnSpLocks/>
          </p:cNvCxnSpPr>
          <p:nvPr/>
        </p:nvCxnSpPr>
        <p:spPr>
          <a:xfrm>
            <a:off x="6432412" y="900236"/>
            <a:ext cx="0" cy="24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B52A4A-6AEF-33FD-E714-F3C44BEC76BD}"/>
              </a:ext>
            </a:extLst>
          </p:cNvPr>
          <p:cNvSpPr/>
          <p:nvPr/>
        </p:nvSpPr>
        <p:spPr>
          <a:xfrm>
            <a:off x="876782" y="1527440"/>
            <a:ext cx="1361110" cy="300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실시간 투표 그래프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3EA0BB-14D9-285D-ED1C-B3E97A60F8CC}"/>
              </a:ext>
            </a:extLst>
          </p:cNvPr>
          <p:cNvSpPr/>
          <p:nvPr/>
        </p:nvSpPr>
        <p:spPr>
          <a:xfrm>
            <a:off x="6112844" y="3128105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D892C1-9317-CE3B-7CBF-8698178B770C}"/>
              </a:ext>
            </a:extLst>
          </p:cNvPr>
          <p:cNvSpPr/>
          <p:nvPr/>
        </p:nvSpPr>
        <p:spPr>
          <a:xfrm>
            <a:off x="6112844" y="3527396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+1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1B2CE518-8BED-0EF1-74D5-37E079340868}"/>
              </a:ext>
            </a:extLst>
          </p:cNvPr>
          <p:cNvCxnSpPr>
            <a:cxnSpLocks/>
          </p:cNvCxnSpPr>
          <p:nvPr/>
        </p:nvCxnSpPr>
        <p:spPr>
          <a:xfrm rot="5400000">
            <a:off x="5929052" y="3731308"/>
            <a:ext cx="353697" cy="39096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그래픽 5" descr="배지 10 단색으로 채워진">
            <a:extLst>
              <a:ext uri="{FF2B5EF4-FFF2-40B4-BE49-F238E27FC236}">
                <a16:creationId xmlns:a16="http://schemas.microsoft.com/office/drawing/2014/main" id="{2BF0B71E-7357-3751-F515-DCCE68AFDC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74541" y="3993987"/>
            <a:ext cx="246185" cy="246185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ACB8E41-647D-E930-0B18-F80598A07873}"/>
              </a:ext>
            </a:extLst>
          </p:cNvPr>
          <p:cNvSpPr/>
          <p:nvPr/>
        </p:nvSpPr>
        <p:spPr>
          <a:xfrm>
            <a:off x="6682834" y="3105150"/>
            <a:ext cx="57950" cy="565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4" name="그래픽 23" descr="배지 1 단색으로 채워진">
            <a:extLst>
              <a:ext uri="{FF2B5EF4-FFF2-40B4-BE49-F238E27FC236}">
                <a16:creationId xmlns:a16="http://schemas.microsoft.com/office/drawing/2014/main" id="{E0A7E1AB-A075-1267-BAFD-E0170C7631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01796" y="897421"/>
            <a:ext cx="230428" cy="230428"/>
          </a:xfrm>
          <a:prstGeom prst="rect">
            <a:avLst/>
          </a:prstGeom>
        </p:spPr>
      </p:pic>
      <p:pic>
        <p:nvPicPr>
          <p:cNvPr id="28" name="그래픽 27" descr="배지 단색으로 채워진">
            <a:extLst>
              <a:ext uri="{FF2B5EF4-FFF2-40B4-BE49-F238E27FC236}">
                <a16:creationId xmlns:a16="http://schemas.microsoft.com/office/drawing/2014/main" id="{7F7CA931-B9C6-95E2-EC76-488A359B5D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93611" y="895753"/>
            <a:ext cx="230428" cy="230428"/>
          </a:xfrm>
          <a:prstGeom prst="rect">
            <a:avLst/>
          </a:prstGeom>
        </p:spPr>
      </p:pic>
      <p:pic>
        <p:nvPicPr>
          <p:cNvPr id="31" name="그래픽 30" descr="배지 3 단색으로 채워진">
            <a:extLst>
              <a:ext uri="{FF2B5EF4-FFF2-40B4-BE49-F238E27FC236}">
                <a16:creationId xmlns:a16="http://schemas.microsoft.com/office/drawing/2014/main" id="{3A08BFFA-54FD-F70A-31F2-BF4C416093E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9792" y="1172634"/>
            <a:ext cx="230428" cy="230428"/>
          </a:xfrm>
          <a:prstGeom prst="rect">
            <a:avLst/>
          </a:prstGeom>
        </p:spPr>
      </p:pic>
      <p:pic>
        <p:nvPicPr>
          <p:cNvPr id="33" name="그래픽 32" descr="배지 4 단색으로 채워진">
            <a:extLst>
              <a:ext uri="{FF2B5EF4-FFF2-40B4-BE49-F238E27FC236}">
                <a16:creationId xmlns:a16="http://schemas.microsoft.com/office/drawing/2014/main" id="{97558D6C-FF07-CB3D-84A6-EAB9663B2F2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65755" y="2022237"/>
            <a:ext cx="230428" cy="230428"/>
          </a:xfrm>
          <a:prstGeom prst="rect">
            <a:avLst/>
          </a:prstGeom>
        </p:spPr>
      </p:pic>
      <p:pic>
        <p:nvPicPr>
          <p:cNvPr id="37" name="그래픽 36" descr="배지 6 단색으로 채워진">
            <a:extLst>
              <a:ext uri="{FF2B5EF4-FFF2-40B4-BE49-F238E27FC236}">
                <a16:creationId xmlns:a16="http://schemas.microsoft.com/office/drawing/2014/main" id="{ECBE6A60-E678-C3F6-13BE-A02280562AE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13467" y="1550855"/>
            <a:ext cx="230428" cy="230428"/>
          </a:xfrm>
          <a:prstGeom prst="rect">
            <a:avLst/>
          </a:prstGeom>
        </p:spPr>
      </p:pic>
      <p:pic>
        <p:nvPicPr>
          <p:cNvPr id="39" name="그래픽 38" descr="배지 7 단색으로 채워진">
            <a:extLst>
              <a:ext uri="{FF2B5EF4-FFF2-40B4-BE49-F238E27FC236}">
                <a16:creationId xmlns:a16="http://schemas.microsoft.com/office/drawing/2014/main" id="{01C033C0-EABF-647C-7649-7B435A50C0C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218530" y="2773123"/>
            <a:ext cx="230428" cy="230428"/>
          </a:xfrm>
          <a:prstGeom prst="rect">
            <a:avLst/>
          </a:prstGeom>
        </p:spPr>
      </p:pic>
      <p:pic>
        <p:nvPicPr>
          <p:cNvPr id="41" name="그래픽 40" descr="배지 8 단색으로 채워진">
            <a:extLst>
              <a:ext uri="{FF2B5EF4-FFF2-40B4-BE49-F238E27FC236}">
                <a16:creationId xmlns:a16="http://schemas.microsoft.com/office/drawing/2014/main" id="{E549DD6D-020E-079B-2116-6EB5B1A0574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213503" y="3101209"/>
            <a:ext cx="230428" cy="230428"/>
          </a:xfrm>
          <a:prstGeom prst="rect">
            <a:avLst/>
          </a:prstGeom>
        </p:spPr>
      </p:pic>
      <p:pic>
        <p:nvPicPr>
          <p:cNvPr id="43" name="그래픽 42" descr="배지 9 단색으로 채워진">
            <a:extLst>
              <a:ext uri="{FF2B5EF4-FFF2-40B4-BE49-F238E27FC236}">
                <a16:creationId xmlns:a16="http://schemas.microsoft.com/office/drawing/2014/main" id="{669B4E15-0873-E489-D970-8F2A7723D54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17367" y="3158665"/>
            <a:ext cx="230428" cy="230428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CA0C43D-353D-214F-9E13-718A64FC1175}"/>
              </a:ext>
            </a:extLst>
          </p:cNvPr>
          <p:cNvCxnSpPr>
            <a:cxnSpLocks/>
          </p:cNvCxnSpPr>
          <p:nvPr/>
        </p:nvCxnSpPr>
        <p:spPr>
          <a:xfrm>
            <a:off x="6635312" y="3268485"/>
            <a:ext cx="4902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289D3C6-5D97-2BC0-4D74-4CA872FA3E9D}"/>
              </a:ext>
            </a:extLst>
          </p:cNvPr>
          <p:cNvSpPr txBox="1"/>
          <p:nvPr/>
        </p:nvSpPr>
        <p:spPr>
          <a:xfrm>
            <a:off x="6398728" y="1325344"/>
            <a:ext cx="538044" cy="225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lnSpc>
                <a:spcPct val="120000"/>
              </a:lnSpc>
              <a:defRPr kumimoji="1" sz="800">
                <a:solidFill>
                  <a:schemeClr val="bg1">
                    <a:lumMod val="95000"/>
                  </a:schemeClr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>
                <a:solidFill>
                  <a:schemeClr val="tx1"/>
                </a:solidFill>
              </a:rPr>
              <a:t>2-1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186F4653-7588-4D3B-44D7-30B540215111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6170218" y="1209590"/>
            <a:ext cx="300504" cy="15651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Border">
            <a:extLst>
              <a:ext uri="{FF2B5EF4-FFF2-40B4-BE49-F238E27FC236}">
                <a16:creationId xmlns:a16="http://schemas.microsoft.com/office/drawing/2014/main" id="{6E2964F4-AE16-B758-6A9A-0DA849070E3C}"/>
              </a:ext>
            </a:extLst>
          </p:cNvPr>
          <p:cNvSpPr>
            <a:spLocks/>
          </p:cNvSpPr>
          <p:nvPr/>
        </p:nvSpPr>
        <p:spPr bwMode="auto">
          <a:xfrm>
            <a:off x="5289499" y="1873663"/>
            <a:ext cx="1347542" cy="558054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6A3DC196-1187-3A40-BD9F-15D4633210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805364"/>
              </p:ext>
            </p:extLst>
          </p:nvPr>
        </p:nvGraphicFramePr>
        <p:xfrm>
          <a:off x="867257" y="3217546"/>
          <a:ext cx="2595430" cy="2287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17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B4BB9C21-5AEE-7C86-5904-CAB1E78616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1044" y="2046507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35" name="그래픽 34" descr="배지 5 단색으로 채워진">
            <a:extLst>
              <a:ext uri="{FF2B5EF4-FFF2-40B4-BE49-F238E27FC236}">
                <a16:creationId xmlns:a16="http://schemas.microsoft.com/office/drawing/2014/main" id="{7BDF86FB-778E-C210-6BE8-24C85353EC3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444113" y="2021905"/>
            <a:ext cx="230428" cy="230428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FACE36-4E24-5C91-4F05-CA437D746FBF}"/>
              </a:ext>
            </a:extLst>
          </p:cNvPr>
          <p:cNvSpPr/>
          <p:nvPr/>
        </p:nvSpPr>
        <p:spPr>
          <a:xfrm>
            <a:off x="1948309" y="2016608"/>
            <a:ext cx="885797" cy="133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5E51FBA-3499-6229-7508-A600E4D5E477}"/>
              </a:ext>
            </a:extLst>
          </p:cNvPr>
          <p:cNvSpPr/>
          <p:nvPr/>
        </p:nvSpPr>
        <p:spPr>
          <a:xfrm>
            <a:off x="1507812" y="2015092"/>
            <a:ext cx="914204" cy="13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E37A1-F38C-0239-23F3-3B00AD94B8B2}"/>
              </a:ext>
            </a:extLst>
          </p:cNvPr>
          <p:cNvSpPr txBox="1"/>
          <p:nvPr/>
        </p:nvSpPr>
        <p:spPr>
          <a:xfrm>
            <a:off x="1468920" y="1978438"/>
            <a:ext cx="4204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8E5E0B40-E209-57D0-86EF-B8EE9D66AC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60000" y="1978680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예감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8451D95-858F-F4F1-9F61-D1243B233641}"/>
              </a:ext>
            </a:extLst>
          </p:cNvPr>
          <p:cNvSpPr/>
          <p:nvPr/>
        </p:nvSpPr>
        <p:spPr>
          <a:xfrm>
            <a:off x="1507812" y="2357992"/>
            <a:ext cx="914204" cy="13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A90A7F-F10B-5F71-D19C-DA416976ACB7}"/>
              </a:ext>
            </a:extLst>
          </p:cNvPr>
          <p:cNvSpPr txBox="1"/>
          <p:nvPr/>
        </p:nvSpPr>
        <p:spPr>
          <a:xfrm>
            <a:off x="1468919" y="2333414"/>
            <a:ext cx="4204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30%</a:t>
            </a:r>
            <a:endParaRPr lang="ko-KR" altLang="en-US" sz="800" b="0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2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7ACB14D4-FFA7-1155-FB18-F3CC0216A8E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07625" y="2321580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포카리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0607C18-327E-51CD-C781-A1CF2DB888CB}"/>
              </a:ext>
            </a:extLst>
          </p:cNvPr>
          <p:cNvSpPr/>
          <p:nvPr/>
        </p:nvSpPr>
        <p:spPr>
          <a:xfrm>
            <a:off x="1900365" y="2355094"/>
            <a:ext cx="921991" cy="141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E00DB04-EF7C-CEC0-BE0E-11906C3DB3E4}"/>
              </a:ext>
            </a:extLst>
          </p:cNvPr>
          <p:cNvSpPr/>
          <p:nvPr/>
        </p:nvSpPr>
        <p:spPr>
          <a:xfrm>
            <a:off x="1509228" y="2712383"/>
            <a:ext cx="914204" cy="13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E2B93F-B1EE-D5D5-41FB-C70A610D2DA7}"/>
              </a:ext>
            </a:extLst>
          </p:cNvPr>
          <p:cNvSpPr txBox="1"/>
          <p:nvPr/>
        </p:nvSpPr>
        <p:spPr>
          <a:xfrm>
            <a:off x="1470335" y="2687805"/>
            <a:ext cx="4204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50%</a:t>
            </a:r>
            <a:endParaRPr lang="ko-KR" altLang="en-US" sz="800" b="0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7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29FEBE6B-ED97-CA95-F139-6502AC78ABC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51891" y="2675971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햇반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5A8805D-1400-B35E-4951-655132B6EC25}"/>
              </a:ext>
            </a:extLst>
          </p:cNvPr>
          <p:cNvSpPr/>
          <p:nvPr/>
        </p:nvSpPr>
        <p:spPr>
          <a:xfrm>
            <a:off x="2136007" y="2709051"/>
            <a:ext cx="699984" cy="1464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20995539-16AD-9038-13CE-F263EDE870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07045" y="4038584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10%</a:t>
            </a:r>
            <a:endParaRPr lang="en-US" sz="9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0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BEC63FF2-246E-EF12-4E40-3F724B54FC8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89370" y="4485546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65%</a:t>
            </a:r>
            <a:endParaRPr lang="en-US" sz="9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D60B2D0-7F1D-A189-72F2-E8594AB5875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78675" y="4613783"/>
            <a:ext cx="511985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25%</a:t>
            </a:r>
            <a:endParaRPr lang="en-US" sz="9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763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940E4E-8208-66D3-57BB-525D068A9245}"/>
              </a:ext>
            </a:extLst>
          </p:cNvPr>
          <p:cNvSpPr/>
          <p:nvPr/>
        </p:nvSpPr>
        <p:spPr>
          <a:xfrm>
            <a:off x="0" y="555462"/>
            <a:ext cx="7754471" cy="63025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3" dirty="0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12" name="Group 57"/>
          <p:cNvGraphicFramePr>
            <a:graphicFrameLocks noGrp="1"/>
          </p:cNvGraphicFramePr>
          <p:nvPr/>
        </p:nvGraphicFramePr>
        <p:xfrm>
          <a:off x="7988900" y="1209957"/>
          <a:ext cx="1671638" cy="223548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58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54000" marR="14626" marT="14618" marB="14618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누적 투표 결과 </a:t>
                      </a:r>
                      <a:r>
                        <a:rPr lang="en-US" altLang="ko-KR" sz="700" dirty="0" err="1">
                          <a:latin typeface="+mn-ea"/>
                          <a:ea typeface="+mn-ea"/>
                        </a:rPr>
                        <a:t>iframe</a:t>
                      </a:r>
                      <a:endParaRPr lang="ko-KR" altLang="en-US" sz="700" dirty="0"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최신등록된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결과 업데이트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3-1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최종 결과 바로가기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400354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3-2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투표최종결과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바로가기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700" b="1" dirty="0">
                        <a:latin typeface="+mn-ea"/>
                        <a:ea typeface="+mn-ea"/>
                      </a:endParaRPr>
                    </a:p>
                  </a:txBody>
                  <a:tcPr marL="29261" marR="29261" marT="37110" marB="3711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34261" marB="34261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DCA96-19A0-C7C1-39A0-EC0F6FAAE8F5}"/>
              </a:ext>
            </a:extLst>
          </p:cNvPr>
          <p:cNvSpPr/>
          <p:nvPr/>
        </p:nvSpPr>
        <p:spPr>
          <a:xfrm>
            <a:off x="3680354" y="1327971"/>
            <a:ext cx="2800532" cy="258311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17CADD4-1137-AF34-AF36-C3E4EDA5BD22}"/>
              </a:ext>
            </a:extLst>
          </p:cNvPr>
          <p:cNvGraphicFramePr>
            <a:graphicFrameLocks noGrp="1"/>
          </p:cNvGraphicFramePr>
          <p:nvPr/>
        </p:nvGraphicFramePr>
        <p:xfrm>
          <a:off x="3688794" y="1344891"/>
          <a:ext cx="2800531" cy="84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90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2062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4295" marR="74295" marT="37148" marB="37148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pic>
        <p:nvPicPr>
          <p:cNvPr id="107" name="그림 106">
            <a:extLst>
              <a:ext uri="{FF2B5EF4-FFF2-40B4-BE49-F238E27FC236}">
                <a16:creationId xmlns:a16="http://schemas.microsoft.com/office/drawing/2014/main" id="{50D47834-B15D-C82B-9996-9B33D84293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360" y="1628856"/>
            <a:ext cx="178458" cy="178458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4CAE21C7-E64F-9079-447C-AED3ECFCD2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360" y="1943521"/>
            <a:ext cx="178458" cy="178458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3EA0BB-14D9-285D-ED1C-B3E97A60F8CC}"/>
              </a:ext>
            </a:extLst>
          </p:cNvPr>
          <p:cNvSpPr/>
          <p:nvPr/>
        </p:nvSpPr>
        <p:spPr>
          <a:xfrm>
            <a:off x="5895373" y="1604025"/>
            <a:ext cx="306373" cy="180815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13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맑은 고딕" panose="020B0503020000020004" pitchFamily="50" charset="-127"/>
              </a:rPr>
              <a:t>+3</a:t>
            </a:r>
            <a:endParaRPr lang="ko-KR" altLang="en-US" sz="813" dirty="0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D892C1-9317-CE3B-7CBF-8698178B770C}"/>
              </a:ext>
            </a:extLst>
          </p:cNvPr>
          <p:cNvSpPr/>
          <p:nvPr/>
        </p:nvSpPr>
        <p:spPr>
          <a:xfrm>
            <a:off x="5895373" y="1928449"/>
            <a:ext cx="306373" cy="180815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13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맑은 고딕" panose="020B0503020000020004" pitchFamily="50" charset="-127"/>
              </a:rPr>
              <a:t>+1</a:t>
            </a:r>
            <a:endParaRPr lang="ko-KR" altLang="en-US" sz="813" dirty="0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ACB8E41-647D-E930-0B18-F80598A07873}"/>
              </a:ext>
            </a:extLst>
          </p:cNvPr>
          <p:cNvSpPr/>
          <p:nvPr/>
        </p:nvSpPr>
        <p:spPr>
          <a:xfrm>
            <a:off x="6358490" y="1585374"/>
            <a:ext cx="47084" cy="45906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3" dirty="0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pic>
        <p:nvPicPr>
          <p:cNvPr id="4" name="그래픽 3" descr="배지 단색으로 채워진">
            <a:extLst>
              <a:ext uri="{FF2B5EF4-FFF2-40B4-BE49-F238E27FC236}">
                <a16:creationId xmlns:a16="http://schemas.microsoft.com/office/drawing/2014/main" id="{26ECFFC7-9716-3CB4-B1FD-F87BF1E46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7361" y="1547124"/>
            <a:ext cx="234000" cy="234000"/>
          </a:xfrm>
          <a:prstGeom prst="rect">
            <a:avLst/>
          </a:prstGeom>
        </p:spPr>
      </p:pic>
      <p:pic>
        <p:nvPicPr>
          <p:cNvPr id="6" name="그래픽 5" descr="배지 3 단색으로 채워진">
            <a:extLst>
              <a:ext uri="{FF2B5EF4-FFF2-40B4-BE49-F238E27FC236}">
                <a16:creationId xmlns:a16="http://schemas.microsoft.com/office/drawing/2014/main" id="{DCBA3E5C-709B-1200-00D6-956868AFCA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6863" y="1618648"/>
            <a:ext cx="234000" cy="234000"/>
          </a:xfrm>
          <a:prstGeom prst="rect">
            <a:avLst/>
          </a:prstGeom>
        </p:spPr>
      </p:pic>
      <p:pic>
        <p:nvPicPr>
          <p:cNvPr id="8" name="그래픽 7" descr="배지 1 단색으로 채워진">
            <a:extLst>
              <a:ext uri="{FF2B5EF4-FFF2-40B4-BE49-F238E27FC236}">
                <a16:creationId xmlns:a16="http://schemas.microsoft.com/office/drawing/2014/main" id="{5B581574-DFA7-E29E-396A-CEA239E96D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5262" y="802947"/>
            <a:ext cx="234000" cy="234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9796DDE-8246-2BA2-26DD-D471F6FF77E4}"/>
              </a:ext>
            </a:extLst>
          </p:cNvPr>
          <p:cNvSpPr/>
          <p:nvPr/>
        </p:nvSpPr>
        <p:spPr>
          <a:xfrm>
            <a:off x="6125796" y="1614422"/>
            <a:ext cx="340384" cy="2183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59F6D8-36FC-2260-6260-ACD51F722278}"/>
              </a:ext>
            </a:extLst>
          </p:cNvPr>
          <p:cNvSpPr/>
          <p:nvPr/>
        </p:nvSpPr>
        <p:spPr>
          <a:xfrm>
            <a:off x="3688794" y="1343646"/>
            <a:ext cx="2792092" cy="8432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499525-F248-153C-8ED1-EE8DEEB8D910}"/>
              </a:ext>
            </a:extLst>
          </p:cNvPr>
          <p:cNvSpPr/>
          <p:nvPr/>
        </p:nvSpPr>
        <p:spPr>
          <a:xfrm>
            <a:off x="3638938" y="1262486"/>
            <a:ext cx="2937964" cy="2648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B1E425-465A-6274-49CC-572D5EAA6D51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030391" y="950290"/>
            <a:ext cx="77530" cy="312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066B581-E69E-8A4E-0835-0999C17C9677}"/>
              </a:ext>
            </a:extLst>
          </p:cNvPr>
          <p:cNvCxnSpPr>
            <a:cxnSpLocks/>
            <a:stCxn id="97" idx="1"/>
          </p:cNvCxnSpPr>
          <p:nvPr/>
        </p:nvCxnSpPr>
        <p:spPr>
          <a:xfrm flipH="1" flipV="1">
            <a:off x="3474747" y="1654328"/>
            <a:ext cx="214047" cy="111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11092DF-DDC2-D24C-AC12-77DDEACE6E5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480886" y="1765274"/>
            <a:ext cx="418128" cy="6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27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E0BD-4052-0E7D-69DF-3350034A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BE19B4-E81F-DE63-5EF7-589D0E600A77}"/>
              </a:ext>
            </a:extLst>
          </p:cNvPr>
          <p:cNvSpPr/>
          <p:nvPr/>
        </p:nvSpPr>
        <p:spPr>
          <a:xfrm>
            <a:off x="40898" y="589282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962516E-ED7E-27AA-E0D9-927E07D2EBF6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66588" cy="296094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6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메인화면으로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된 정보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메인페이지로 이동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체크한 오브젝트 등록 삭제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검색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박스로 중복 호소하기 가능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선택 가능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선택된 부식 메뉴들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체크박스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소통용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Textarea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7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번에 업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소통용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출력창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기간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531674"/>
                  </a:ext>
                </a:extLst>
              </a:tr>
            </a:tbl>
          </a:graphicData>
        </a:graphic>
      </p:graphicFrame>
      <p:pic>
        <p:nvPicPr>
          <p:cNvPr id="25" name="그래픽 24" descr="배지 3 단색으로 채워진">
            <a:extLst>
              <a:ext uri="{FF2B5EF4-FFF2-40B4-BE49-F238E27FC236}">
                <a16:creationId xmlns:a16="http://schemas.microsoft.com/office/drawing/2014/main" id="{AC050472-F73F-3243-DDA1-9DF9281108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926" y="1678533"/>
            <a:ext cx="202575" cy="20257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60E901-A263-0511-F8E8-F2818F6296C1}"/>
              </a:ext>
            </a:extLst>
          </p:cNvPr>
          <p:cNvSpPr/>
          <p:nvPr/>
        </p:nvSpPr>
        <p:spPr>
          <a:xfrm>
            <a:off x="1800239" y="2397442"/>
            <a:ext cx="4182601" cy="2733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CB6A66-436D-CDDF-D083-CE497B3E0C20}"/>
              </a:ext>
            </a:extLst>
          </p:cNvPr>
          <p:cNvSpPr txBox="1"/>
          <p:nvPr/>
        </p:nvSpPr>
        <p:spPr>
          <a:xfrm>
            <a:off x="1292906" y="2140165"/>
            <a:ext cx="1328374" cy="267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B40D73C-95A1-88BF-31D0-ED532FB4FE50}"/>
              </a:ext>
            </a:extLst>
          </p:cNvPr>
          <p:cNvGraphicFramePr>
            <a:graphicFrameLocks noGrp="1"/>
          </p:cNvGraphicFramePr>
          <p:nvPr/>
        </p:nvGraphicFramePr>
        <p:xfrm>
          <a:off x="1803074" y="2397778"/>
          <a:ext cx="41797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41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192758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241761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243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43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4000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F5AA83A5-D1BA-B99C-ECC4-6E30E2CDBB62}"/>
              </a:ext>
            </a:extLst>
          </p:cNvPr>
          <p:cNvSpPr/>
          <p:nvPr/>
        </p:nvSpPr>
        <p:spPr>
          <a:xfrm>
            <a:off x="1320800" y="1345075"/>
            <a:ext cx="5143500" cy="313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sp>
        <p:nvSpPr>
          <p:cNvPr id="18" name="Rectangle 89">
            <a:extLst>
              <a:ext uri="{FF2B5EF4-FFF2-40B4-BE49-F238E27FC236}">
                <a16:creationId xmlns:a16="http://schemas.microsoft.com/office/drawing/2014/main" id="{E8CEED45-C5E2-424D-6D9D-BB1A0267C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063" y="5907857"/>
            <a:ext cx="722488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6DA4E-50D4-8E54-1D4C-2AEC3A1C88CB}"/>
              </a:ext>
            </a:extLst>
          </p:cNvPr>
          <p:cNvSpPr txBox="1"/>
          <p:nvPr/>
        </p:nvSpPr>
        <p:spPr>
          <a:xfrm>
            <a:off x="3215316" y="1681820"/>
            <a:ext cx="1169267" cy="25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부식등록</a:t>
            </a:r>
            <a:endParaRPr kumimoji="1" lang="en-US" altLang="ko-KR" sz="11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22" name="그래픽 21" descr="배지 1 단색으로 채워진">
            <a:extLst>
              <a:ext uri="{FF2B5EF4-FFF2-40B4-BE49-F238E27FC236}">
                <a16:creationId xmlns:a16="http://schemas.microsoft.com/office/drawing/2014/main" id="{D50231D3-25B2-9E84-0A8C-8BABA919DA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3260" y="1355733"/>
            <a:ext cx="295917" cy="299396"/>
          </a:xfrm>
          <a:prstGeom prst="rect">
            <a:avLst/>
          </a:prstGeom>
        </p:spPr>
      </p:pic>
      <p:pic>
        <p:nvPicPr>
          <p:cNvPr id="24" name="그래픽 23" descr="배지 단색으로 채워진">
            <a:extLst>
              <a:ext uri="{FF2B5EF4-FFF2-40B4-BE49-F238E27FC236}">
                <a16:creationId xmlns:a16="http://schemas.microsoft.com/office/drawing/2014/main" id="{60205586-3895-980D-EE5E-4D71E8027B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39179" y="1368275"/>
            <a:ext cx="295917" cy="2993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A28525-234F-0D3D-ECCA-A8D995B6567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976" y="1388115"/>
            <a:ext cx="208397" cy="2108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A9676D-7556-712E-B6FC-C6DD6DD68272}"/>
              </a:ext>
            </a:extLst>
          </p:cNvPr>
          <p:cNvSpPr txBox="1"/>
          <p:nvPr/>
        </p:nvSpPr>
        <p:spPr>
          <a:xfrm>
            <a:off x="5885021" y="1403576"/>
            <a:ext cx="501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/>
              <a:t>구서영</a:t>
            </a:r>
            <a:endParaRPr lang="ko-KR" altLang="en-US" sz="8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7E4761D-9097-479C-E945-E9696D9B8F61}"/>
              </a:ext>
            </a:extLst>
          </p:cNvPr>
          <p:cNvGrpSpPr/>
          <p:nvPr/>
        </p:nvGrpSpPr>
        <p:grpSpPr>
          <a:xfrm>
            <a:off x="1438601" y="1786517"/>
            <a:ext cx="190465" cy="189518"/>
            <a:chOff x="707191" y="5113600"/>
            <a:chExt cx="190465" cy="189518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4925F63-1CC2-1814-D997-1587674F5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8268B214-4FCB-051A-F5E2-8C05F8134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41" name="그래픽 40" descr="배지 4 단색으로 채워진">
            <a:extLst>
              <a:ext uri="{FF2B5EF4-FFF2-40B4-BE49-F238E27FC236}">
                <a16:creationId xmlns:a16="http://schemas.microsoft.com/office/drawing/2014/main" id="{E61694EB-850A-C49E-16D4-E9DEAFA0A8E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9258" y="1776916"/>
            <a:ext cx="202575" cy="202575"/>
          </a:xfrm>
          <a:prstGeom prst="rect">
            <a:avLst/>
          </a:prstGeom>
        </p:spPr>
      </p:pic>
      <p:pic>
        <p:nvPicPr>
          <p:cNvPr id="43" name="그래픽 42" descr="배지 5 단색으로 채워진">
            <a:extLst>
              <a:ext uri="{FF2B5EF4-FFF2-40B4-BE49-F238E27FC236}">
                <a16:creationId xmlns:a16="http://schemas.microsoft.com/office/drawing/2014/main" id="{A1C384D9-7CAE-66C5-ABF8-197B10FCEB8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01017" y="1973250"/>
            <a:ext cx="202575" cy="202575"/>
          </a:xfrm>
          <a:prstGeom prst="rect">
            <a:avLst/>
          </a:prstGeom>
        </p:spPr>
      </p:pic>
      <p:pic>
        <p:nvPicPr>
          <p:cNvPr id="44" name="그래픽 43" descr="배지 6 단색으로 채워진">
            <a:extLst>
              <a:ext uri="{FF2B5EF4-FFF2-40B4-BE49-F238E27FC236}">
                <a16:creationId xmlns:a16="http://schemas.microsoft.com/office/drawing/2014/main" id="{C4623B03-7EB3-CC14-0D69-A1BFF41F1AD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27783" y="2367202"/>
            <a:ext cx="202575" cy="202575"/>
          </a:xfrm>
          <a:prstGeom prst="rect">
            <a:avLst/>
          </a:prstGeom>
        </p:spPr>
      </p:pic>
      <p:pic>
        <p:nvPicPr>
          <p:cNvPr id="45" name="그래픽 44" descr="배지 7 단색으로 채워진">
            <a:extLst>
              <a:ext uri="{FF2B5EF4-FFF2-40B4-BE49-F238E27FC236}">
                <a16:creationId xmlns:a16="http://schemas.microsoft.com/office/drawing/2014/main" id="{909108DA-0D01-8E4F-2E6F-DDCB732D0A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99081" y="2637630"/>
            <a:ext cx="202575" cy="202575"/>
          </a:xfrm>
          <a:prstGeom prst="rect">
            <a:avLst/>
          </a:prstGeom>
        </p:spPr>
      </p:pic>
      <p:pic>
        <p:nvPicPr>
          <p:cNvPr id="47" name="그래픽 46" descr="배지 8 단색으로 채워진">
            <a:extLst>
              <a:ext uri="{FF2B5EF4-FFF2-40B4-BE49-F238E27FC236}">
                <a16:creationId xmlns:a16="http://schemas.microsoft.com/office/drawing/2014/main" id="{74B02637-9C11-562C-1AED-890EDE7A7BB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74933" y="2765951"/>
            <a:ext cx="202575" cy="202575"/>
          </a:xfrm>
          <a:prstGeom prst="rect">
            <a:avLst/>
          </a:prstGeom>
        </p:spPr>
      </p:pic>
      <p:grpSp>
        <p:nvGrpSpPr>
          <p:cNvPr id="5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0B263F4-499C-A8B9-28CC-DE387F46D25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83261" y="2701615"/>
            <a:ext cx="131556" cy="131556"/>
            <a:chOff x="554563" y="2632644"/>
            <a:chExt cx="131556" cy="131556"/>
          </a:xfrm>
        </p:grpSpPr>
        <p:sp>
          <p:nvSpPr>
            <p:cNvPr id="57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1738260-BF45-EFF7-54E6-1FDAEABB8EA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8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D5F3BD34-6E93-09E7-1ABB-B1846EDBCE1C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0" name="Accept">
            <a:extLst>
              <a:ext uri="{FF2B5EF4-FFF2-40B4-BE49-F238E27FC236}">
                <a16:creationId xmlns:a16="http://schemas.microsoft.com/office/drawing/2014/main" id="{DAC5AD41-57E7-A292-6902-5C55A4759158}"/>
              </a:ext>
            </a:extLst>
          </p:cNvPr>
          <p:cNvSpPr>
            <a:spLocks noChangeAspect="1"/>
          </p:cNvSpPr>
          <p:nvPr/>
        </p:nvSpPr>
        <p:spPr bwMode="auto">
          <a:xfrm>
            <a:off x="1918147" y="274683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95B7B6F2-817C-9D34-822D-FAEFCE305B1A}"/>
              </a:ext>
            </a:extLst>
          </p:cNvPr>
          <p:cNvSpPr/>
          <p:nvPr/>
        </p:nvSpPr>
        <p:spPr>
          <a:xfrm>
            <a:off x="2234915" y="1942039"/>
            <a:ext cx="3327377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5F087E99-7E9F-1C46-E69F-8E2F75B22428}"/>
              </a:ext>
            </a:extLst>
          </p:cNvPr>
          <p:cNvSpPr/>
          <p:nvPr/>
        </p:nvSpPr>
        <p:spPr>
          <a:xfrm>
            <a:off x="1800239" y="5425832"/>
            <a:ext cx="417976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5223E0D-987D-210B-818D-FEE3DA7F801C}"/>
              </a:ext>
            </a:extLst>
          </p:cNvPr>
          <p:cNvGrpSpPr/>
          <p:nvPr/>
        </p:nvGrpSpPr>
        <p:grpSpPr>
          <a:xfrm>
            <a:off x="5315940" y="1953939"/>
            <a:ext cx="202576" cy="202574"/>
            <a:chOff x="707191" y="4221565"/>
            <a:chExt cx="190465" cy="189518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455B9114-ACB2-5359-8749-763F2E7B5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9C4DAE3E-FB0B-B482-C07A-C8B049D7B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62" name="Rectangle 89">
            <a:extLst>
              <a:ext uri="{FF2B5EF4-FFF2-40B4-BE49-F238E27FC236}">
                <a16:creationId xmlns:a16="http://schemas.microsoft.com/office/drawing/2014/main" id="{0757B8F0-C819-296A-EB03-23D4BCBE4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11" y="5428816"/>
            <a:ext cx="722488" cy="218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입력</a:t>
            </a:r>
            <a:endParaRPr kumimoji="0" lang="en-US" altLang="ko-KR" sz="700" b="1" kern="0" dirty="0">
              <a:solidFill>
                <a:schemeClr val="bg1"/>
              </a:solidFill>
            </a:endParaRPr>
          </a:p>
        </p:txBody>
      </p:sp>
      <p:pic>
        <p:nvPicPr>
          <p:cNvPr id="67" name="그래픽 66" descr="배지 10 단색으로 채워진">
            <a:extLst>
              <a:ext uri="{FF2B5EF4-FFF2-40B4-BE49-F238E27FC236}">
                <a16:creationId xmlns:a16="http://schemas.microsoft.com/office/drawing/2014/main" id="{567683F3-D86E-E5CA-2DAD-D8652ED9E5E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51825" y="4978422"/>
            <a:ext cx="246185" cy="246185"/>
          </a:xfrm>
          <a:prstGeom prst="rect">
            <a:avLst/>
          </a:prstGeom>
        </p:spPr>
      </p:pic>
      <p:pic>
        <p:nvPicPr>
          <p:cNvPr id="68" name="그래픽 67" descr="배지 9 단색으로 채워진">
            <a:extLst>
              <a:ext uri="{FF2B5EF4-FFF2-40B4-BE49-F238E27FC236}">
                <a16:creationId xmlns:a16="http://schemas.microsoft.com/office/drawing/2014/main" id="{86B5D466-84E4-C001-77A2-FEE3025AAE5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90109" y="5425832"/>
            <a:ext cx="230428" cy="23042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E644B39-82F2-5296-612E-F82CB6DAF455}"/>
              </a:ext>
            </a:extLst>
          </p:cNvPr>
          <p:cNvSpPr txBox="1"/>
          <p:nvPr/>
        </p:nvSpPr>
        <p:spPr>
          <a:xfrm>
            <a:off x="6015234" y="1685558"/>
            <a:ext cx="509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🗑️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8823E9FD-949C-0AAB-C74B-417F397D4801}"/>
              </a:ext>
            </a:extLst>
          </p:cNvPr>
          <p:cNvSpPr/>
          <p:nvPr/>
        </p:nvSpPr>
        <p:spPr>
          <a:xfrm>
            <a:off x="3279214" y="5969826"/>
            <a:ext cx="150190" cy="16546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grpSp>
        <p:nvGrpSpPr>
          <p:cNvPr id="7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05D4ED7-810D-FF99-4A66-B54C76B25D6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883261" y="2442535"/>
            <a:ext cx="131556" cy="131556"/>
            <a:chOff x="554563" y="2632644"/>
            <a:chExt cx="131556" cy="131556"/>
          </a:xfrm>
        </p:grpSpPr>
        <p:sp>
          <p:nvSpPr>
            <p:cNvPr id="7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75A1419-03C9-E463-9DD0-0806BC3B3B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1BA93749-D8EF-3652-BDF8-803EA8908A37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302345-8350-3BFB-7A6B-0710871D309A}"/>
              </a:ext>
            </a:extLst>
          </p:cNvPr>
          <p:cNvSpPr/>
          <p:nvPr/>
        </p:nvSpPr>
        <p:spPr>
          <a:xfrm>
            <a:off x="1813154" y="4965309"/>
            <a:ext cx="4179760" cy="1657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</p:spTree>
    <p:extLst>
      <p:ext uri="{BB962C8B-B14F-4D97-AF65-F5344CB8AC3E}">
        <p14:creationId xmlns:p14="http://schemas.microsoft.com/office/powerpoint/2010/main" val="267186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8C68-9589-0FCE-D65D-84CE7022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1AB741-9560-2B13-6809-E2E621D7C279}"/>
              </a:ext>
            </a:extLst>
          </p:cNvPr>
          <p:cNvSpPr/>
          <p:nvPr/>
        </p:nvSpPr>
        <p:spPr>
          <a:xfrm>
            <a:off x="40898" y="589282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02963E3A-0BD0-E31B-6887-E7CB1337432A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5178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LIKE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를 이용한 검색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시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중복된 상품이 있으면 출력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기능은 없고 그냥 궁금증 유발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5" name="직사각형 84">
            <a:extLst>
              <a:ext uri="{FF2B5EF4-FFF2-40B4-BE49-F238E27FC236}">
                <a16:creationId xmlns:a16="http://schemas.microsoft.com/office/drawing/2014/main" id="{BE514480-DFC8-038F-A69F-536A5F9B730B}"/>
              </a:ext>
            </a:extLst>
          </p:cNvPr>
          <p:cNvSpPr/>
          <p:nvPr/>
        </p:nvSpPr>
        <p:spPr>
          <a:xfrm>
            <a:off x="1800239" y="2397443"/>
            <a:ext cx="4182601" cy="27119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1696FEF6-34D5-E7C7-472F-B615419AB800}"/>
              </a:ext>
            </a:extLst>
          </p:cNvPr>
          <p:cNvGraphicFramePr>
            <a:graphicFrameLocks noGrp="1"/>
          </p:cNvGraphicFramePr>
          <p:nvPr/>
        </p:nvGraphicFramePr>
        <p:xfrm>
          <a:off x="1803074" y="2397778"/>
          <a:ext cx="4179760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41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192758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241761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243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4,000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오예스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100,000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403038"/>
                  </a:ext>
                </a:extLst>
              </a:tr>
            </a:tbl>
          </a:graphicData>
        </a:graphic>
      </p:graphicFrame>
      <p:sp>
        <p:nvSpPr>
          <p:cNvPr id="88" name="직사각형 87">
            <a:extLst>
              <a:ext uri="{FF2B5EF4-FFF2-40B4-BE49-F238E27FC236}">
                <a16:creationId xmlns:a16="http://schemas.microsoft.com/office/drawing/2014/main" id="{8D7ECAD0-9E37-8783-507C-6532E38D6797}"/>
              </a:ext>
            </a:extLst>
          </p:cNvPr>
          <p:cNvSpPr/>
          <p:nvPr/>
        </p:nvSpPr>
        <p:spPr>
          <a:xfrm>
            <a:off x="1320800" y="1345075"/>
            <a:ext cx="5143500" cy="313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sp>
        <p:nvSpPr>
          <p:cNvPr id="89" name="Rectangle 89">
            <a:extLst>
              <a:ext uri="{FF2B5EF4-FFF2-40B4-BE49-F238E27FC236}">
                <a16:creationId xmlns:a16="http://schemas.microsoft.com/office/drawing/2014/main" id="{A51D67BA-E462-3B34-81FD-EDC9EFA0D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063" y="5907857"/>
            <a:ext cx="722488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8C5F277-F02B-FE78-608B-9D4700E0B554}"/>
              </a:ext>
            </a:extLst>
          </p:cNvPr>
          <p:cNvSpPr/>
          <p:nvPr/>
        </p:nvSpPr>
        <p:spPr>
          <a:xfrm>
            <a:off x="1813154" y="4965309"/>
            <a:ext cx="4179760" cy="1657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pic>
        <p:nvPicPr>
          <p:cNvPr id="92" name="그래픽 91" descr="배지 1 단색으로 채워진">
            <a:extLst>
              <a:ext uri="{FF2B5EF4-FFF2-40B4-BE49-F238E27FC236}">
                <a16:creationId xmlns:a16="http://schemas.microsoft.com/office/drawing/2014/main" id="{4A47E57E-BCCC-3E89-B53A-95D6B28E9C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43769" y="1857269"/>
            <a:ext cx="295917" cy="299396"/>
          </a:xfrm>
          <a:prstGeom prst="rect">
            <a:avLst/>
          </a:prstGeom>
        </p:spPr>
      </p:pic>
      <p:pic>
        <p:nvPicPr>
          <p:cNvPr id="93" name="그래픽 92" descr="배지 단색으로 채워진">
            <a:extLst>
              <a:ext uri="{FF2B5EF4-FFF2-40B4-BE49-F238E27FC236}">
                <a16:creationId xmlns:a16="http://schemas.microsoft.com/office/drawing/2014/main" id="{B69ECC6C-92FF-6C04-F56A-C140454F6A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35473" y="3178821"/>
            <a:ext cx="295917" cy="299396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362BBCAF-C7BF-3224-DBBB-FABE9694EC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976" y="1388115"/>
            <a:ext cx="208397" cy="210847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066F8774-5BAA-6F97-81C8-07EA0DD42738}"/>
              </a:ext>
            </a:extLst>
          </p:cNvPr>
          <p:cNvSpPr txBox="1"/>
          <p:nvPr/>
        </p:nvSpPr>
        <p:spPr>
          <a:xfrm>
            <a:off x="5885021" y="1403576"/>
            <a:ext cx="501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/>
              <a:t>구서영</a:t>
            </a:r>
            <a:endParaRPr lang="ko-KR" altLang="en-US" sz="800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BF8FA1FE-4723-38B2-9331-42B828C9087D}"/>
              </a:ext>
            </a:extLst>
          </p:cNvPr>
          <p:cNvGrpSpPr/>
          <p:nvPr/>
        </p:nvGrpSpPr>
        <p:grpSpPr>
          <a:xfrm>
            <a:off x="1438601" y="1786517"/>
            <a:ext cx="190465" cy="189518"/>
            <a:chOff x="707191" y="5113600"/>
            <a:chExt cx="190465" cy="189518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5307B0CC-0060-FB4F-B554-F8ADCB003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266663AF-B3FE-EE07-5CD6-12B69285B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pSp>
        <p:nvGrpSpPr>
          <p:cNvPr id="10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51A4D2A-D97D-6981-402D-8602A663807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83261" y="2701615"/>
            <a:ext cx="131556" cy="131556"/>
            <a:chOff x="554563" y="2632644"/>
            <a:chExt cx="131556" cy="131556"/>
          </a:xfrm>
        </p:grpSpPr>
        <p:sp>
          <p:nvSpPr>
            <p:cNvPr id="105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D3741FE-7CE7-5AF1-9D8E-184867BCEC0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4C218E8-F35E-221E-51B4-E3150375322C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7" name="Accept">
            <a:extLst>
              <a:ext uri="{FF2B5EF4-FFF2-40B4-BE49-F238E27FC236}">
                <a16:creationId xmlns:a16="http://schemas.microsoft.com/office/drawing/2014/main" id="{891AB111-2C40-C984-CAE9-750CBA8BAB4C}"/>
              </a:ext>
            </a:extLst>
          </p:cNvPr>
          <p:cNvSpPr>
            <a:spLocks noChangeAspect="1"/>
          </p:cNvSpPr>
          <p:nvPr/>
        </p:nvSpPr>
        <p:spPr bwMode="auto">
          <a:xfrm>
            <a:off x="1918147" y="274683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Text Box">
            <a:extLst>
              <a:ext uri="{FF2B5EF4-FFF2-40B4-BE49-F238E27FC236}">
                <a16:creationId xmlns:a16="http://schemas.microsoft.com/office/drawing/2014/main" id="{7AB526B2-6F00-0B0C-6E56-09601B46D76A}"/>
              </a:ext>
            </a:extLst>
          </p:cNvPr>
          <p:cNvSpPr/>
          <p:nvPr/>
        </p:nvSpPr>
        <p:spPr>
          <a:xfrm>
            <a:off x="2234915" y="1942039"/>
            <a:ext cx="3327377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예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A0707F1-AB20-2B1A-4198-26675AEA6D5F}"/>
              </a:ext>
            </a:extLst>
          </p:cNvPr>
          <p:cNvGrpSpPr/>
          <p:nvPr/>
        </p:nvGrpSpPr>
        <p:grpSpPr>
          <a:xfrm>
            <a:off x="5315940" y="1953939"/>
            <a:ext cx="202576" cy="202574"/>
            <a:chOff x="707191" y="4221565"/>
            <a:chExt cx="190465" cy="189518"/>
          </a:xfrm>
        </p:grpSpPr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ABE305AC-C745-066C-41C2-267B7405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2BD36D06-95E9-283F-8347-F79C748CB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grpSp>
        <p:nvGrpSpPr>
          <p:cNvPr id="11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424A571-ACEE-9DE3-AC84-F14AF4224C3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883261" y="2948110"/>
            <a:ext cx="131556" cy="131556"/>
            <a:chOff x="554563" y="2632644"/>
            <a:chExt cx="131556" cy="131556"/>
          </a:xfrm>
        </p:grpSpPr>
        <p:sp>
          <p:nvSpPr>
            <p:cNvPr id="120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92FE65D-6D71-F8DF-ADB0-AF8F18D2B72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CE95F6E-D2AD-D96F-B1BF-E06A5ED69E89}"/>
                </a:ext>
              </a:extLst>
            </p:cNvPr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8978A40-D94D-EC89-CE6C-E495B5D515AD}"/>
              </a:ext>
            </a:extLst>
          </p:cNvPr>
          <p:cNvSpPr/>
          <p:nvPr/>
        </p:nvSpPr>
        <p:spPr>
          <a:xfrm>
            <a:off x="1811557" y="4585910"/>
            <a:ext cx="4163657" cy="17632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rgbClr val="FFFF00"/>
                </a:solidFill>
                <a:latin typeface="+mn-ea"/>
              </a:rPr>
              <a:t>금액한도 </a:t>
            </a:r>
            <a:r>
              <a:rPr kumimoji="1" lang="en-US" altLang="ko-KR" sz="1000" dirty="0">
                <a:solidFill>
                  <a:srgbClr val="FFFF00"/>
                </a:solidFill>
                <a:latin typeface="+mn-ea"/>
              </a:rPr>
              <a:t>: 50,000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6426356-17A5-E238-D4C0-CCB05FE2628E}"/>
              </a:ext>
            </a:extLst>
          </p:cNvPr>
          <p:cNvSpPr txBox="1"/>
          <p:nvPr/>
        </p:nvSpPr>
        <p:spPr>
          <a:xfrm>
            <a:off x="1292906" y="2140165"/>
            <a:ext cx="1328374" cy="267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0C90787-2E0F-93C9-B906-8DF9CC58CFD3}"/>
              </a:ext>
            </a:extLst>
          </p:cNvPr>
          <p:cNvSpPr/>
          <p:nvPr/>
        </p:nvSpPr>
        <p:spPr>
          <a:xfrm>
            <a:off x="1809068" y="4782355"/>
            <a:ext cx="4155558" cy="1528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\ 4,000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6F48377-9E35-7B32-095C-BFF8100E82AC}"/>
              </a:ext>
            </a:extLst>
          </p:cNvPr>
          <p:cNvSpPr txBox="1"/>
          <p:nvPr/>
        </p:nvSpPr>
        <p:spPr>
          <a:xfrm>
            <a:off x="3215316" y="1681820"/>
            <a:ext cx="1169267" cy="25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부식등록</a:t>
            </a:r>
            <a:endParaRPr kumimoji="1" lang="en-US" altLang="ko-KR" sz="11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9F35B8BA-F2CB-4B8D-1398-4C3CE095A1BB}"/>
              </a:ext>
            </a:extLst>
          </p:cNvPr>
          <p:cNvGraphicFramePr>
            <a:graphicFrameLocks noGrp="1"/>
          </p:cNvGraphicFramePr>
          <p:nvPr/>
        </p:nvGraphicFramePr>
        <p:xfrm>
          <a:off x="2234916" y="2165373"/>
          <a:ext cx="3327376" cy="3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99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4268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346701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568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스낵류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4,000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96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스낵류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오예스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100,000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895043"/>
                  </a:ext>
                </a:extLst>
              </a:tr>
            </a:tbl>
          </a:graphicData>
        </a:graphic>
      </p:graphicFrame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18F9D2BD-DD49-BA12-1A21-C088E0677848}"/>
              </a:ext>
            </a:extLst>
          </p:cNvPr>
          <p:cNvSpPr/>
          <p:nvPr/>
        </p:nvSpPr>
        <p:spPr>
          <a:xfrm>
            <a:off x="2631390" y="3164256"/>
            <a:ext cx="2439954" cy="136408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중복된 상품이 있습니다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EFBE25C-559C-FED9-15CB-6A53883C5B54}"/>
              </a:ext>
            </a:extLst>
          </p:cNvPr>
          <p:cNvSpPr txBox="1"/>
          <p:nvPr/>
        </p:nvSpPr>
        <p:spPr>
          <a:xfrm>
            <a:off x="6015234" y="1685558"/>
            <a:ext cx="509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🗑️</a:t>
            </a:r>
          </a:p>
        </p:txBody>
      </p:sp>
      <p:grpSp>
        <p:nvGrpSpPr>
          <p:cNvPr id="13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9C5A529-3293-F8A4-BBE2-283678C860E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883261" y="2442535"/>
            <a:ext cx="131556" cy="131556"/>
            <a:chOff x="554563" y="2632644"/>
            <a:chExt cx="131556" cy="131556"/>
          </a:xfrm>
        </p:grpSpPr>
        <p:sp>
          <p:nvSpPr>
            <p:cNvPr id="13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7E6F3CF-6C1F-87A6-3C2A-61DAA295706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3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AE8A2CBD-DB9C-F557-3E2D-764BD8B6BFC1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" name="Text Box">
            <a:extLst>
              <a:ext uri="{FF2B5EF4-FFF2-40B4-BE49-F238E27FC236}">
                <a16:creationId xmlns:a16="http://schemas.microsoft.com/office/drawing/2014/main" id="{409158A9-41B9-6683-04A7-F4122914FAB0}"/>
              </a:ext>
            </a:extLst>
          </p:cNvPr>
          <p:cNvSpPr/>
          <p:nvPr/>
        </p:nvSpPr>
        <p:spPr>
          <a:xfrm>
            <a:off x="1803074" y="5431651"/>
            <a:ext cx="417976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" name="Rectangle 89">
            <a:extLst>
              <a:ext uri="{FF2B5EF4-FFF2-40B4-BE49-F238E27FC236}">
                <a16:creationId xmlns:a16="http://schemas.microsoft.com/office/drawing/2014/main" id="{F3777AFE-648A-576B-88CA-369C1B72B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346" y="5434634"/>
            <a:ext cx="722488" cy="218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입력</a:t>
            </a:r>
            <a:endParaRPr kumimoji="0" lang="en-US" altLang="ko-KR" sz="7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2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7CBE-750A-A6B0-4039-DC78B86C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33B59-0946-143C-9D33-BC2AF54B2EF0}"/>
              </a:ext>
            </a:extLst>
          </p:cNvPr>
          <p:cNvSpPr/>
          <p:nvPr/>
        </p:nvSpPr>
        <p:spPr>
          <a:xfrm>
            <a:off x="45720" y="575729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121A3DFB-CDDB-7E39-B609-3395EC0DBD87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94439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된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메인화면으로 이동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부식 항목 투표 창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페이지의 호소하기 인용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좋아요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싫어요 투표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(checkbox)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싫어요는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동점시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-1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점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분류시 소계 산출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지정 한도 초과시 경고 출력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난수를 통한 자동 선택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금액한도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총계 표시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기간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1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2066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73B9F8F0-A0BD-30AE-7E53-6F3A387BA71A}"/>
              </a:ext>
            </a:extLst>
          </p:cNvPr>
          <p:cNvSpPr/>
          <p:nvPr/>
        </p:nvSpPr>
        <p:spPr>
          <a:xfrm>
            <a:off x="1811556" y="2421631"/>
            <a:ext cx="4170144" cy="29322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66E1439-D16A-D35E-59F0-0727A751080E}"/>
              </a:ext>
            </a:extLst>
          </p:cNvPr>
          <p:cNvGraphicFramePr>
            <a:graphicFrameLocks noGrp="1"/>
          </p:cNvGraphicFramePr>
          <p:nvPr/>
        </p:nvGraphicFramePr>
        <p:xfrm>
          <a:off x="1819177" y="2424960"/>
          <a:ext cx="4162523" cy="7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71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609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562424380"/>
                    </a:ext>
                  </a:extLst>
                </a:gridCol>
              </a:tblGrid>
              <a:tr h="211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누군가의 호소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좋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싫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11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985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sp>
        <p:nvSpPr>
          <p:cNvPr id="5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CB03C73-43DC-9452-2D1B-DCDB07ABB9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06980" y="2715060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EBD7F0-013A-52D1-E32F-CA33AE04ADB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406980" y="2946678"/>
            <a:ext cx="131556" cy="131556"/>
            <a:chOff x="554563" y="2632644"/>
            <a:chExt cx="131556" cy="131556"/>
          </a:xfrm>
        </p:grpSpPr>
        <p:sp>
          <p:nvSpPr>
            <p:cNvPr id="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1FE8F8-33E4-4A8D-2C85-0C0BCE37B84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5439850-F15A-37DE-899F-04D1E8734E03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5" name="Accept">
            <a:extLst>
              <a:ext uri="{FF2B5EF4-FFF2-40B4-BE49-F238E27FC236}">
                <a16:creationId xmlns:a16="http://schemas.microsoft.com/office/drawing/2014/main" id="{4DC5D0AA-A683-7354-87BC-AB97166C2866}"/>
              </a:ext>
            </a:extLst>
          </p:cNvPr>
          <p:cNvSpPr>
            <a:spLocks noChangeAspect="1"/>
          </p:cNvSpPr>
          <p:nvPr/>
        </p:nvSpPr>
        <p:spPr bwMode="auto">
          <a:xfrm>
            <a:off x="5443476" y="2753358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A81754D-3B80-400B-ADCF-FA74C784881D}"/>
              </a:ext>
            </a:extLst>
          </p:cNvPr>
          <p:cNvSpPr/>
          <p:nvPr/>
        </p:nvSpPr>
        <p:spPr>
          <a:xfrm>
            <a:off x="2964816" y="4195719"/>
            <a:ext cx="1664188" cy="9591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금액초과 메시지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649B62-BE25-576A-20C9-9726041EC6E7}"/>
              </a:ext>
            </a:extLst>
          </p:cNvPr>
          <p:cNvSpPr/>
          <p:nvPr/>
        </p:nvSpPr>
        <p:spPr>
          <a:xfrm>
            <a:off x="1867843" y="5107865"/>
            <a:ext cx="720353" cy="15285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자동선택</a:t>
            </a:r>
          </a:p>
        </p:txBody>
      </p:sp>
      <p:sp>
        <p:nvSpPr>
          <p:cNvPr id="32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F1FFDA6-6F54-5B26-14B9-8D919774446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628365" y="2715060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87DB8A2-A47A-7A90-7BA2-B1D5B5EA1F4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628365" y="2946678"/>
            <a:ext cx="131556" cy="131556"/>
            <a:chOff x="554563" y="2632644"/>
            <a:chExt cx="131556" cy="131556"/>
          </a:xfrm>
        </p:grpSpPr>
        <p:sp>
          <p:nvSpPr>
            <p:cNvPr id="3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77A4E10-5AFB-70D3-C36B-6DDDB9F9038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E2A3773-BBE0-E206-4530-2359A0B024D9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8" name="Accept">
            <a:extLst>
              <a:ext uri="{FF2B5EF4-FFF2-40B4-BE49-F238E27FC236}">
                <a16:creationId xmlns:a16="http://schemas.microsoft.com/office/drawing/2014/main" id="{A241B53F-EB60-391B-1949-FE0FBDAE746F}"/>
              </a:ext>
            </a:extLst>
          </p:cNvPr>
          <p:cNvSpPr>
            <a:spLocks noChangeAspect="1"/>
          </p:cNvSpPr>
          <p:nvPr/>
        </p:nvSpPr>
        <p:spPr bwMode="auto">
          <a:xfrm>
            <a:off x="5664861" y="2986352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7C5D1691-58F2-C625-B518-7D4B146963A1}"/>
              </a:ext>
            </a:extLst>
          </p:cNvPr>
          <p:cNvGraphicFramePr>
            <a:graphicFrameLocks noGrp="1"/>
          </p:cNvGraphicFramePr>
          <p:nvPr/>
        </p:nvGraphicFramePr>
        <p:xfrm>
          <a:off x="1819177" y="3331942"/>
          <a:ext cx="416252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71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6090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562424380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720C7789-7146-DE6E-C1D9-6AD2E0425998}"/>
              </a:ext>
            </a:extLst>
          </p:cNvPr>
          <p:cNvSpPr/>
          <p:nvPr/>
        </p:nvSpPr>
        <p:spPr>
          <a:xfrm>
            <a:off x="1811556" y="5727836"/>
            <a:ext cx="4170143" cy="1401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16131DC-194D-8E7D-F264-D905938F9FF4}"/>
              </a:ext>
            </a:extLst>
          </p:cNvPr>
          <p:cNvGrpSpPr/>
          <p:nvPr/>
        </p:nvGrpSpPr>
        <p:grpSpPr>
          <a:xfrm>
            <a:off x="5842465" y="2432580"/>
            <a:ext cx="139235" cy="710824"/>
            <a:chOff x="8697416" y="3436678"/>
            <a:chExt cx="108000" cy="149175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99C54C-77F1-E3B1-4CA0-2E89EEE7F758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D4E22-3F58-5861-3723-C479691435A0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7C65AF-6743-6744-19C0-24C8DB21A291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B2ED4C-986A-0DBE-3648-D40D83E83BF7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1" name="그룹 235">
              <a:extLst>
                <a:ext uri="{FF2B5EF4-FFF2-40B4-BE49-F238E27FC236}">
                  <a16:creationId xmlns:a16="http://schemas.microsoft.com/office/drawing/2014/main" id="{6B84BD30-4874-285E-0AC7-800E39887F2F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986D1D-4D7C-2C84-F9F0-A3450A39483B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0058CAF-E736-E881-00F7-20A1A0702ED3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241583D-4E29-63D1-8DBF-2C322EB6C374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pic>
        <p:nvPicPr>
          <p:cNvPr id="57" name="그래픽 56" descr="배지 10 단색으로 채워진">
            <a:extLst>
              <a:ext uri="{FF2B5EF4-FFF2-40B4-BE49-F238E27FC236}">
                <a16:creationId xmlns:a16="http://schemas.microsoft.com/office/drawing/2014/main" id="{C63A80E5-55A4-EA45-64CD-2C0111FC12B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37" y="5238561"/>
            <a:ext cx="150190" cy="150190"/>
          </a:xfrm>
          <a:prstGeom prst="rect">
            <a:avLst/>
          </a:prstGeom>
        </p:spPr>
      </p:pic>
      <p:pic>
        <p:nvPicPr>
          <p:cNvPr id="66" name="그래픽 65" descr="배지 3 단색으로 채워진">
            <a:extLst>
              <a:ext uri="{FF2B5EF4-FFF2-40B4-BE49-F238E27FC236}">
                <a16:creationId xmlns:a16="http://schemas.microsoft.com/office/drawing/2014/main" id="{D362152B-AAD9-2D1F-0C97-4BF4F692F81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41320" y="1776440"/>
            <a:ext cx="150190" cy="150190"/>
          </a:xfrm>
          <a:prstGeom prst="rect">
            <a:avLst/>
          </a:prstGeom>
        </p:spPr>
      </p:pic>
      <p:pic>
        <p:nvPicPr>
          <p:cNvPr id="68" name="그래픽 67" descr="배지 4 단색으로 채워진">
            <a:extLst>
              <a:ext uri="{FF2B5EF4-FFF2-40B4-BE49-F238E27FC236}">
                <a16:creationId xmlns:a16="http://schemas.microsoft.com/office/drawing/2014/main" id="{AC780CE4-922C-3576-4914-BD19B0B8572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3088" y="2392112"/>
            <a:ext cx="150190" cy="150190"/>
          </a:xfrm>
          <a:prstGeom prst="rect">
            <a:avLst/>
          </a:prstGeom>
        </p:spPr>
      </p:pic>
      <p:pic>
        <p:nvPicPr>
          <p:cNvPr id="70" name="그래픽 69" descr="배지 5 단색으로 채워진">
            <a:extLst>
              <a:ext uri="{FF2B5EF4-FFF2-40B4-BE49-F238E27FC236}">
                <a16:creationId xmlns:a16="http://schemas.microsoft.com/office/drawing/2014/main" id="{8C1F2C84-B9E2-B9D8-B717-3650C1B5C95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70052" y="2637447"/>
            <a:ext cx="150190" cy="150190"/>
          </a:xfrm>
          <a:prstGeom prst="rect">
            <a:avLst/>
          </a:prstGeom>
        </p:spPr>
      </p:pic>
      <p:pic>
        <p:nvPicPr>
          <p:cNvPr id="74" name="그래픽 73" descr="배지 7 단색으로 채워진">
            <a:extLst>
              <a:ext uri="{FF2B5EF4-FFF2-40B4-BE49-F238E27FC236}">
                <a16:creationId xmlns:a16="http://schemas.microsoft.com/office/drawing/2014/main" id="{5770CB3B-0828-DFAC-1956-C8CDCD563FC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28479" y="3149952"/>
            <a:ext cx="150190" cy="150190"/>
          </a:xfrm>
          <a:prstGeom prst="rect">
            <a:avLst/>
          </a:prstGeom>
        </p:spPr>
      </p:pic>
      <p:pic>
        <p:nvPicPr>
          <p:cNvPr id="76" name="그래픽 75" descr="배지 8 단색으로 채워진">
            <a:extLst>
              <a:ext uri="{FF2B5EF4-FFF2-40B4-BE49-F238E27FC236}">
                <a16:creationId xmlns:a16="http://schemas.microsoft.com/office/drawing/2014/main" id="{FE2620D6-11E6-9461-5A99-8D37C4ED362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14626" y="4120624"/>
            <a:ext cx="150190" cy="150190"/>
          </a:xfrm>
          <a:prstGeom prst="rect">
            <a:avLst/>
          </a:prstGeom>
        </p:spPr>
      </p:pic>
      <p:pic>
        <p:nvPicPr>
          <p:cNvPr id="78" name="그래픽 77" descr="배지 9 단색으로 채워진">
            <a:extLst>
              <a:ext uri="{FF2B5EF4-FFF2-40B4-BE49-F238E27FC236}">
                <a16:creationId xmlns:a16="http://schemas.microsoft.com/office/drawing/2014/main" id="{061BAA87-B949-B3C5-41EE-799D7B54777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513541" y="4908404"/>
            <a:ext cx="150190" cy="150190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171E8CC3-9CC4-6C74-02A2-D778D59A0105}"/>
              </a:ext>
            </a:extLst>
          </p:cNvPr>
          <p:cNvGrpSpPr/>
          <p:nvPr/>
        </p:nvGrpSpPr>
        <p:grpSpPr>
          <a:xfrm>
            <a:off x="5796877" y="3320387"/>
            <a:ext cx="184823" cy="2013321"/>
            <a:chOff x="8697416" y="3436678"/>
            <a:chExt cx="108000" cy="1491751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F626C65-A361-0BE5-D858-DE43C0B3F0EC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C81BD7F-71D7-05F5-D7CF-EDE67FDC4AC5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29BFA2F-113A-5C5C-B788-F0808F79D629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FFE40A5-37DC-D5BC-11A4-EB3DDF6E21D8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84" name="그룹 235">
              <a:extLst>
                <a:ext uri="{FF2B5EF4-FFF2-40B4-BE49-F238E27FC236}">
                  <a16:creationId xmlns:a16="http://schemas.microsoft.com/office/drawing/2014/main" id="{C9777030-BD3D-1E1C-2585-C0CEAB24826F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9DE77E67-5A22-EAA5-73B7-AD97ADF6051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4CB474-13B0-3E58-46C5-83625FECE180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37A57310-B9FE-BA2C-07FA-33B5EF6E8CEA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2BF3533-85E0-7C5F-17C7-D7D0FE596823}"/>
              </a:ext>
            </a:extLst>
          </p:cNvPr>
          <p:cNvSpPr/>
          <p:nvPr/>
        </p:nvSpPr>
        <p:spPr>
          <a:xfrm>
            <a:off x="1819177" y="3135783"/>
            <a:ext cx="4162523" cy="1865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스낵 소계</a:t>
            </a:r>
            <a:r>
              <a:rPr kumimoji="1" lang="en-US" altLang="ko-KR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\ 1,200</a:t>
            </a:r>
          </a:p>
        </p:txBody>
      </p:sp>
      <p:pic>
        <p:nvPicPr>
          <p:cNvPr id="89" name="그래픽 88" descr="배지 7 단색으로 채워진">
            <a:extLst>
              <a:ext uri="{FF2B5EF4-FFF2-40B4-BE49-F238E27FC236}">
                <a16:creationId xmlns:a16="http://schemas.microsoft.com/office/drawing/2014/main" id="{F56E097B-EA09-7FDB-5156-2CA6CA8CEA1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28479" y="3836181"/>
            <a:ext cx="150190" cy="150190"/>
          </a:xfrm>
          <a:prstGeom prst="rect">
            <a:avLst/>
          </a:prstGeom>
        </p:spPr>
      </p:pic>
      <p:grpSp>
        <p:nvGrpSpPr>
          <p:cNvPr id="9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1F2D60B-70DD-E56E-D93D-154A6334964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409378" y="3373777"/>
            <a:ext cx="139236" cy="139236"/>
            <a:chOff x="554563" y="2632644"/>
            <a:chExt cx="131556" cy="131556"/>
          </a:xfrm>
        </p:grpSpPr>
        <p:sp>
          <p:nvSpPr>
            <p:cNvPr id="91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A9606E7-E994-69A0-5E19-83DD120EEC2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2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1C6A17A-88F8-3A6D-3FC5-C7D5938A4DCD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1EB2B0B-51DB-9FEA-AB06-810EE57128E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409378" y="3611625"/>
            <a:ext cx="139236" cy="139236"/>
            <a:chOff x="554563" y="2632644"/>
            <a:chExt cx="131556" cy="131556"/>
          </a:xfrm>
        </p:grpSpPr>
        <p:sp>
          <p:nvSpPr>
            <p:cNvPr id="9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6FEFD1F-B7E4-21D9-7369-714A2B70FE8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13207D51-FCAD-0317-2119-977FBDED6E20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96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CABF797-8BB9-448B-DE3C-E5323009C48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642709" y="3375334"/>
            <a:ext cx="139236" cy="13923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D33002B2-D6A8-9142-5E81-D433B3DE908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42709" y="3617562"/>
            <a:ext cx="139236" cy="13923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Accept">
            <a:extLst>
              <a:ext uri="{FF2B5EF4-FFF2-40B4-BE49-F238E27FC236}">
                <a16:creationId xmlns:a16="http://schemas.microsoft.com/office/drawing/2014/main" id="{3DC81FFF-AA06-22AE-87E8-A37260AEA461}"/>
              </a:ext>
            </a:extLst>
          </p:cNvPr>
          <p:cNvSpPr>
            <a:spLocks noChangeAspect="1"/>
          </p:cNvSpPr>
          <p:nvPr/>
        </p:nvSpPr>
        <p:spPr bwMode="auto">
          <a:xfrm>
            <a:off x="5449293" y="3411809"/>
            <a:ext cx="63087" cy="55990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5A2A3E10-C18D-20C2-88B9-1611968907F8}"/>
              </a:ext>
            </a:extLst>
          </p:cNvPr>
          <p:cNvSpPr/>
          <p:nvPr/>
        </p:nvSpPr>
        <p:spPr>
          <a:xfrm>
            <a:off x="1627783" y="5616595"/>
            <a:ext cx="150190" cy="165464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BDF95E26-F315-5F68-25BD-957DD2EEA449}"/>
              </a:ext>
            </a:extLst>
          </p:cNvPr>
          <p:cNvSpPr/>
          <p:nvPr/>
        </p:nvSpPr>
        <p:spPr>
          <a:xfrm>
            <a:off x="3359006" y="5896769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</a:rPr>
              <a:t>12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693403-69C4-C584-6BEA-A15A38D15B97}"/>
              </a:ext>
            </a:extLst>
          </p:cNvPr>
          <p:cNvSpPr/>
          <p:nvPr/>
        </p:nvSpPr>
        <p:spPr>
          <a:xfrm>
            <a:off x="1320800" y="1345075"/>
            <a:ext cx="5143500" cy="313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pic>
        <p:nvPicPr>
          <p:cNvPr id="47" name="그래픽 46" descr="배지 1 단색으로 채워진">
            <a:extLst>
              <a:ext uri="{FF2B5EF4-FFF2-40B4-BE49-F238E27FC236}">
                <a16:creationId xmlns:a16="http://schemas.microsoft.com/office/drawing/2014/main" id="{6C95B834-CA49-2417-EB36-1BE8892CA87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23260" y="1355733"/>
            <a:ext cx="295917" cy="299396"/>
          </a:xfrm>
          <a:prstGeom prst="rect">
            <a:avLst/>
          </a:prstGeom>
        </p:spPr>
      </p:pic>
      <p:pic>
        <p:nvPicPr>
          <p:cNvPr id="48" name="그래픽 47" descr="배지 단색으로 채워진">
            <a:extLst>
              <a:ext uri="{FF2B5EF4-FFF2-40B4-BE49-F238E27FC236}">
                <a16:creationId xmlns:a16="http://schemas.microsoft.com/office/drawing/2014/main" id="{BFDBB504-9FAA-DD4F-38A1-C2BACB95582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39179" y="1368275"/>
            <a:ext cx="295917" cy="29939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9F6EA61-DC4F-5BB5-D7E3-B77E7FFD8972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976" y="1388115"/>
            <a:ext cx="208397" cy="21084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FFA768F-9277-E925-8E06-7F7BF823C63E}"/>
              </a:ext>
            </a:extLst>
          </p:cNvPr>
          <p:cNvSpPr txBox="1"/>
          <p:nvPr/>
        </p:nvSpPr>
        <p:spPr>
          <a:xfrm>
            <a:off x="5885021" y="1403576"/>
            <a:ext cx="501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/>
              <a:t>구서영</a:t>
            </a:r>
            <a:endParaRPr lang="ko-KR" altLang="en-US" sz="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552278-F44F-BD74-4186-D016C4C9EB33}"/>
              </a:ext>
            </a:extLst>
          </p:cNvPr>
          <p:cNvSpPr txBox="1"/>
          <p:nvPr/>
        </p:nvSpPr>
        <p:spPr>
          <a:xfrm>
            <a:off x="3215316" y="1681820"/>
            <a:ext cx="1169267" cy="25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투표하기</a:t>
            </a:r>
            <a:endParaRPr kumimoji="1" lang="en-US" altLang="ko-KR" sz="11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9EF308-1F84-7CBE-D130-3CBFF82D3ED8}"/>
              </a:ext>
            </a:extLst>
          </p:cNvPr>
          <p:cNvSpPr txBox="1"/>
          <p:nvPr/>
        </p:nvSpPr>
        <p:spPr>
          <a:xfrm>
            <a:off x="1292906" y="2140165"/>
            <a:ext cx="1328374" cy="267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등록된 부식 </a:t>
            </a:r>
            <a:r>
              <a:rPr kumimoji="1"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12EC80-5462-9A1A-7DDA-F18B23114A9D}"/>
              </a:ext>
            </a:extLst>
          </p:cNvPr>
          <p:cNvSpPr/>
          <p:nvPr/>
        </p:nvSpPr>
        <p:spPr>
          <a:xfrm>
            <a:off x="1811556" y="3814015"/>
            <a:ext cx="4162523" cy="1865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음료 소계</a:t>
            </a:r>
            <a:r>
              <a:rPr kumimoji="1" lang="en-US" altLang="ko-KR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\ 1,200</a:t>
            </a: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0E3D560D-9C6A-B46A-F2B8-42986BDCE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063" y="5907857"/>
            <a:ext cx="722488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5C4F312-C506-E825-DA7E-A19ADF605B62}"/>
              </a:ext>
            </a:extLst>
          </p:cNvPr>
          <p:cNvSpPr/>
          <p:nvPr/>
        </p:nvSpPr>
        <p:spPr>
          <a:xfrm>
            <a:off x="1811557" y="5353833"/>
            <a:ext cx="4163657" cy="17632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rgbClr val="FFFF00"/>
                </a:solidFill>
                <a:latin typeface="+mn-ea"/>
              </a:rPr>
              <a:t>금액한도 </a:t>
            </a:r>
            <a:r>
              <a:rPr kumimoji="1" lang="en-US" altLang="ko-KR" sz="1000" dirty="0">
                <a:solidFill>
                  <a:srgbClr val="FFFF00"/>
                </a:solidFill>
                <a:latin typeface="+mn-ea"/>
              </a:rPr>
              <a:t>: 50,000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5E013F0-306A-AE68-45C3-836616E170B1}"/>
              </a:ext>
            </a:extLst>
          </p:cNvPr>
          <p:cNvSpPr/>
          <p:nvPr/>
        </p:nvSpPr>
        <p:spPr>
          <a:xfrm>
            <a:off x="1816688" y="5550278"/>
            <a:ext cx="4155558" cy="1528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0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\ 4,000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049D784-B951-B38A-F1E1-4201D312D94A}"/>
              </a:ext>
            </a:extLst>
          </p:cNvPr>
          <p:cNvGrpSpPr/>
          <p:nvPr/>
        </p:nvGrpSpPr>
        <p:grpSpPr>
          <a:xfrm>
            <a:off x="1438601" y="1786517"/>
            <a:ext cx="190465" cy="189518"/>
            <a:chOff x="707191" y="5113600"/>
            <a:chExt cx="190465" cy="189518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A8D3A2CA-0CB7-3491-E1D8-EEA9AC3C9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A5FC0940-7253-E753-E2D2-F295F287D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77" name="그래픽 76" descr="배지 6 단색으로 채워진">
            <a:extLst>
              <a:ext uri="{FF2B5EF4-FFF2-40B4-BE49-F238E27FC236}">
                <a16:creationId xmlns:a16="http://schemas.microsoft.com/office/drawing/2014/main" id="{ADB41231-0175-93AE-97B5-F9B6EA1A286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242329" y="2655483"/>
            <a:ext cx="150190" cy="15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33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6A88A-1848-D48C-2B36-9866CE8A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1E50E138-4C61-1EFD-6D96-6136D36DA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70015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된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 이동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선정된 부식 메뉴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투표율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 관련 호소 이력 버튼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 페이지 호소하기 인용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한도 내 담긴 금액 출력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임시 로그인 시스템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시스템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4E44C5-137C-D78D-9F16-E2E02EC55124}"/>
              </a:ext>
            </a:extLst>
          </p:cNvPr>
          <p:cNvSpPr/>
          <p:nvPr/>
        </p:nvSpPr>
        <p:spPr>
          <a:xfrm>
            <a:off x="66128" y="594567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C50CB8-190A-2E2F-E708-92F1C3059D9D}"/>
              </a:ext>
            </a:extLst>
          </p:cNvPr>
          <p:cNvSpPr/>
          <p:nvPr/>
        </p:nvSpPr>
        <p:spPr>
          <a:xfrm>
            <a:off x="1489766" y="746764"/>
            <a:ext cx="4956535" cy="23966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50CAC6-D392-56E5-937E-D16093907BC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696" y="778211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51DC06-2594-A66C-7FC2-27E2AD001AAF}"/>
              </a:ext>
            </a:extLst>
          </p:cNvPr>
          <p:cNvSpPr txBox="1"/>
          <p:nvPr/>
        </p:nvSpPr>
        <p:spPr>
          <a:xfrm>
            <a:off x="5878532" y="74430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0270E93-1524-3A44-BA50-A4C9B8A40554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17AF4DC-F24B-D4F7-64B7-0528BB454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554E521-7E46-22A4-9241-5DD0576D4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CA8FD0-42EF-6E08-057F-91372BF7C38C}"/>
              </a:ext>
            </a:extLst>
          </p:cNvPr>
          <p:cNvSpPr/>
          <p:nvPr/>
        </p:nvSpPr>
        <p:spPr>
          <a:xfrm>
            <a:off x="1491551" y="1806739"/>
            <a:ext cx="4958204" cy="42762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E63DE73-62D0-DDA8-4F82-6589215144FB}"/>
              </a:ext>
            </a:extLst>
          </p:cNvPr>
          <p:cNvGrpSpPr/>
          <p:nvPr/>
        </p:nvGrpSpPr>
        <p:grpSpPr>
          <a:xfrm>
            <a:off x="6274136" y="1800049"/>
            <a:ext cx="183825" cy="1604020"/>
            <a:chOff x="8697416" y="3436678"/>
            <a:chExt cx="108000" cy="14917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D3C29C1-A7CE-A0A5-3A8E-C807542B7C8C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DBD0DD9-1465-F2CB-6AD5-2367C4D93EDD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88FE5C6-173C-5393-9EAC-BFBD02F4DA22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1A64E83-25A3-4A68-30A1-291D540BDF53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9" name="그룹 235">
              <a:extLst>
                <a:ext uri="{FF2B5EF4-FFF2-40B4-BE49-F238E27FC236}">
                  <a16:creationId xmlns:a16="http://schemas.microsoft.com/office/drawing/2014/main" id="{24D8C246-9A68-191F-82C5-C5451EC4F2A0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72AB9670-7979-9045-8963-34F9DA421A00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B6149E8D-CF11-710F-619D-1003198E1651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E7B67B36-9230-AA72-4E70-FB05197D2AA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6624050-8AD8-D35C-C61D-6CB0AE56D9B8}"/>
              </a:ext>
            </a:extLst>
          </p:cNvPr>
          <p:cNvGraphicFramePr>
            <a:graphicFrameLocks noGrp="1"/>
          </p:cNvGraphicFramePr>
          <p:nvPr/>
        </p:nvGraphicFramePr>
        <p:xfrm>
          <a:off x="1491551" y="1805994"/>
          <a:ext cx="4762858" cy="1444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84">
                  <a:extLst>
                    <a:ext uri="{9D8B030D-6E8A-4147-A177-3AD203B41FA5}">
                      <a16:colId xmlns:a16="http://schemas.microsoft.com/office/drawing/2014/main" val="3077671741"/>
                    </a:ext>
                  </a:extLst>
                </a:gridCol>
                <a:gridCol w="159499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74247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순위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투표율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홈런볼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357095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3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…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849405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00967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5237A8DF-1A03-3C0C-3316-37F9D95AD342}"/>
              </a:ext>
            </a:extLst>
          </p:cNvPr>
          <p:cNvGrpSpPr/>
          <p:nvPr/>
        </p:nvGrpSpPr>
        <p:grpSpPr>
          <a:xfrm>
            <a:off x="1476266" y="1116444"/>
            <a:ext cx="190465" cy="189518"/>
            <a:chOff x="707191" y="5113600"/>
            <a:chExt cx="190465" cy="18951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53A2C45-5070-C0A3-1393-2ED109969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13AD6BD5-2F7D-1FB3-49FD-002F60558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127902-BC49-530A-99B9-F93CEED1A61F}"/>
              </a:ext>
            </a:extLst>
          </p:cNvPr>
          <p:cNvSpPr/>
          <p:nvPr/>
        </p:nvSpPr>
        <p:spPr>
          <a:xfrm>
            <a:off x="1491557" y="3406172"/>
            <a:ext cx="4918072" cy="4091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</a:rPr>
              <a:t>총계</a:t>
            </a:r>
            <a:r>
              <a:rPr kumimoji="1" lang="en-US" altLang="ko-KR" sz="1000"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</a:rPr>
              <a:t>: \ 42,400</a:t>
            </a:r>
            <a:endParaRPr lang="en-US" altLang="ko-KR" sz="1000">
              <a:solidFill>
                <a:schemeClr val="bg1">
                  <a:lumMod val="9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FC00857-E728-97F7-D973-4EA7DF154B26}"/>
              </a:ext>
            </a:extLst>
          </p:cNvPr>
          <p:cNvSpPr/>
          <p:nvPr/>
        </p:nvSpPr>
        <p:spPr>
          <a:xfrm>
            <a:off x="3630706" y="2189460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826999B-F1CB-EBAF-ACAD-34AD8938813C}"/>
              </a:ext>
            </a:extLst>
          </p:cNvPr>
          <p:cNvSpPr/>
          <p:nvPr/>
        </p:nvSpPr>
        <p:spPr>
          <a:xfrm>
            <a:off x="3630706" y="2187944"/>
            <a:ext cx="1484219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BA95C2-0026-F565-EA6C-403C8418F768}"/>
              </a:ext>
            </a:extLst>
          </p:cNvPr>
          <p:cNvSpPr txBox="1"/>
          <p:nvPr/>
        </p:nvSpPr>
        <p:spPr>
          <a:xfrm>
            <a:off x="5695972" y="2140157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</a:t>
            </a:r>
            <a:r>
              <a:rPr lang="ko-KR" altLang="en-US" sz="800" b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7249DD-E1FF-EB7B-8458-DD1B1B5D5A70}"/>
              </a:ext>
            </a:extLst>
          </p:cNvPr>
          <p:cNvSpPr/>
          <p:nvPr/>
        </p:nvSpPr>
        <p:spPr>
          <a:xfrm>
            <a:off x="1646703" y="4159624"/>
            <a:ext cx="4684247" cy="1818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B7E53-8642-E1EF-E661-72E912C6F0BE}"/>
              </a:ext>
            </a:extLst>
          </p:cNvPr>
          <p:cNvSpPr txBox="1"/>
          <p:nvPr/>
        </p:nvSpPr>
        <p:spPr>
          <a:xfrm>
            <a:off x="5055957" y="2123851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D5008-6DE4-A31D-A62A-582AD4FABACD}"/>
              </a:ext>
            </a:extLst>
          </p:cNvPr>
          <p:cNvSpPr txBox="1"/>
          <p:nvPr/>
        </p:nvSpPr>
        <p:spPr>
          <a:xfrm>
            <a:off x="1402549" y="1451469"/>
            <a:ext cx="1735428" cy="2587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선정된 </a:t>
            </a:r>
            <a:r>
              <a:rPr kumimoji="1" lang="en-US" altLang="ko-KR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menu</a:t>
            </a:r>
            <a:endParaRPr lang="en-US" altLang="ko-KR" sz="1000" b="1">
              <a:solidFill>
                <a:schemeClr val="tx1">
                  <a:lumMod val="95000"/>
                  <a:lumOff val="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D2746E-FA6E-3487-D346-765CED7FCDA3}"/>
              </a:ext>
            </a:extLst>
          </p:cNvPr>
          <p:cNvSpPr txBox="1"/>
          <p:nvPr/>
        </p:nvSpPr>
        <p:spPr>
          <a:xfrm>
            <a:off x="3154937" y="1196475"/>
            <a:ext cx="1735428" cy="2587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투표 최종 결과</a:t>
            </a:r>
            <a:endParaRPr lang="en-US" altLang="ko-KR" sz="1000" b="1">
              <a:solidFill>
                <a:schemeClr val="tx1">
                  <a:lumMod val="95000"/>
                  <a:lumOff val="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46" name="Popover">
            <a:extLst>
              <a:ext uri="{FF2B5EF4-FFF2-40B4-BE49-F238E27FC236}">
                <a16:creationId xmlns:a16="http://schemas.microsoft.com/office/drawing/2014/main" id="{2707A184-F1B0-5AEB-22A4-79CE6F92BB7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38358" y="4323862"/>
            <a:ext cx="1810498" cy="208500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48" name="Box">
              <a:extLst>
                <a:ext uri="{FF2B5EF4-FFF2-40B4-BE49-F238E27FC236}">
                  <a16:creationId xmlns:a16="http://schemas.microsoft.com/office/drawing/2014/main" id="{ADFD17D6-8D24-5E1A-401A-D92AAA1452D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솔의 눈 마시고 싶어요</a:t>
              </a:r>
              <a:r>
                <a:rPr lang="en-US" altLang="ko-KR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...</a:t>
              </a:r>
              <a:endParaRPr lang="en-US" sz="1000" noProof="1">
                <a:solidFill>
                  <a:srgbClr val="5F5F5F"/>
                </a:solidFill>
                <a:latin typeface="Segoe UI"/>
                <a:ea typeface="맑은 고딕"/>
                <a:cs typeface="Segoe UI"/>
              </a:endParaRPr>
            </a:p>
          </p:txBody>
        </p:sp>
        <p:sp>
          <p:nvSpPr>
            <p:cNvPr id="49" name="Arrow">
              <a:extLst>
                <a:ext uri="{FF2B5EF4-FFF2-40B4-BE49-F238E27FC236}">
                  <a16:creationId xmlns:a16="http://schemas.microsoft.com/office/drawing/2014/main" id="{D55363B2-32F6-679D-D4DF-25E189AF51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2" name="Gap">
              <a:extLst>
                <a:ext uri="{FF2B5EF4-FFF2-40B4-BE49-F238E27FC236}">
                  <a16:creationId xmlns:a16="http://schemas.microsoft.com/office/drawing/2014/main" id="{86BA4009-6302-985A-4CC7-E49520BA629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F82433E-502E-C175-8691-C101E9CE91CB}"/>
              </a:ext>
            </a:extLst>
          </p:cNvPr>
          <p:cNvGrpSpPr/>
          <p:nvPr/>
        </p:nvGrpSpPr>
        <p:grpSpPr>
          <a:xfrm>
            <a:off x="1757654" y="4320389"/>
            <a:ext cx="222835" cy="215445"/>
            <a:chOff x="4225583" y="1668825"/>
            <a:chExt cx="705855" cy="682446"/>
          </a:xfrm>
        </p:grpSpPr>
        <p:sp>
          <p:nvSpPr>
            <p:cNvPr id="55" name="Border">
              <a:extLst>
                <a:ext uri="{FF2B5EF4-FFF2-40B4-BE49-F238E27FC236}">
                  <a16:creationId xmlns:a16="http://schemas.microsoft.com/office/drawing/2014/main" id="{C24B5F5F-547D-9371-1F1F-04EEF989AA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6" name="Line">
              <a:extLst>
                <a:ext uri="{FF2B5EF4-FFF2-40B4-BE49-F238E27FC236}">
                  <a16:creationId xmlns:a16="http://schemas.microsoft.com/office/drawing/2014/main" id="{21873483-85BE-E562-BA6E-37AEF98659FD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Line">
              <a:extLst>
                <a:ext uri="{FF2B5EF4-FFF2-40B4-BE49-F238E27FC236}">
                  <a16:creationId xmlns:a16="http://schemas.microsoft.com/office/drawing/2014/main" id="{2FFBA955-C1DE-F59D-38FD-4945455E3A4C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Popover">
            <a:extLst>
              <a:ext uri="{FF2B5EF4-FFF2-40B4-BE49-F238E27FC236}">
                <a16:creationId xmlns:a16="http://schemas.microsoft.com/office/drawing/2014/main" id="{3BC726EA-FDAA-498B-52E0-5C62919C228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169137" y="4620284"/>
            <a:ext cx="866807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59" name="Box">
              <a:extLst>
                <a:ext uri="{FF2B5EF4-FFF2-40B4-BE49-F238E27FC236}">
                  <a16:creationId xmlns:a16="http://schemas.microsoft.com/office/drawing/2014/main" id="{478264D2-1B32-59DB-5FC7-EB5D1C42ECE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그건 좀</a:t>
              </a:r>
              <a:r>
                <a:rPr lang="en-US" altLang="ko-KR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….</a:t>
              </a:r>
              <a:endParaRPr lang="en-US" sz="1000" noProof="1">
                <a:solidFill>
                  <a:srgbClr val="5F5F5F"/>
                </a:solidFill>
                <a:latin typeface="Segoe UI"/>
                <a:ea typeface="맑은 고딕"/>
                <a:cs typeface="Segoe UI"/>
              </a:endParaRPr>
            </a:p>
          </p:txBody>
        </p:sp>
        <p:sp>
          <p:nvSpPr>
            <p:cNvPr id="60" name="Arrow">
              <a:extLst>
                <a:ext uri="{FF2B5EF4-FFF2-40B4-BE49-F238E27FC236}">
                  <a16:creationId xmlns:a16="http://schemas.microsoft.com/office/drawing/2014/main" id="{7DC73FCD-12D2-2B9B-2B7F-47BFAD6730E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1" name="Gap">
              <a:extLst>
                <a:ext uri="{FF2B5EF4-FFF2-40B4-BE49-F238E27FC236}">
                  <a16:creationId xmlns:a16="http://schemas.microsoft.com/office/drawing/2014/main" id="{AA483830-D9E1-B2EB-7E3A-E41912A909F9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D8E1455-3DE2-0178-DA2A-DD0E1CE365F4}"/>
              </a:ext>
            </a:extLst>
          </p:cNvPr>
          <p:cNvGrpSpPr/>
          <p:nvPr/>
        </p:nvGrpSpPr>
        <p:grpSpPr>
          <a:xfrm>
            <a:off x="1754549" y="4649429"/>
            <a:ext cx="222835" cy="215445"/>
            <a:chOff x="4225583" y="1668825"/>
            <a:chExt cx="705855" cy="682446"/>
          </a:xfrm>
        </p:grpSpPr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99B1594E-D43D-14D1-6C26-861AB5562B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Line">
              <a:extLst>
                <a:ext uri="{FF2B5EF4-FFF2-40B4-BE49-F238E27FC236}">
                  <a16:creationId xmlns:a16="http://schemas.microsoft.com/office/drawing/2014/main" id="{0064AB61-BEF0-B336-B338-B34F1E8793ED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Line">
              <a:extLst>
                <a:ext uri="{FF2B5EF4-FFF2-40B4-BE49-F238E27FC236}">
                  <a16:creationId xmlns:a16="http://schemas.microsoft.com/office/drawing/2014/main" id="{E9136036-CAEB-7B4D-9BB8-3CB880829579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Popover">
            <a:extLst>
              <a:ext uri="{FF2B5EF4-FFF2-40B4-BE49-F238E27FC236}">
                <a16:creationId xmlns:a16="http://schemas.microsoft.com/office/drawing/2014/main" id="{1418A45B-76D5-A199-F16C-858A1C5395A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136007" y="4931820"/>
            <a:ext cx="1549600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67" name="Box">
              <a:extLst>
                <a:ext uri="{FF2B5EF4-FFF2-40B4-BE49-F238E27FC236}">
                  <a16:creationId xmlns:a16="http://schemas.microsoft.com/office/drawing/2014/main" id="{DC0EDE83-82E3-0941-D4DA-F955145B214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Arrow">
              <a:extLst>
                <a:ext uri="{FF2B5EF4-FFF2-40B4-BE49-F238E27FC236}">
                  <a16:creationId xmlns:a16="http://schemas.microsoft.com/office/drawing/2014/main" id="{C5F4DC3C-FCED-1ECE-2504-F89AC78B408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9" name="Gap">
              <a:extLst>
                <a:ext uri="{FF2B5EF4-FFF2-40B4-BE49-F238E27FC236}">
                  <a16:creationId xmlns:a16="http://schemas.microsoft.com/office/drawing/2014/main" id="{4D83E9EE-6886-651E-B6E0-969A9931901E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Popover">
            <a:extLst>
              <a:ext uri="{FF2B5EF4-FFF2-40B4-BE49-F238E27FC236}">
                <a16:creationId xmlns:a16="http://schemas.microsoft.com/office/drawing/2014/main" id="{AEBAD8A8-BBD1-FE5C-3B4E-FC76FDDD043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10800000">
            <a:off x="4636377" y="5305712"/>
            <a:ext cx="1549601" cy="273736"/>
            <a:chOff x="2375432" y="1801905"/>
            <a:chExt cx="1549601" cy="898157"/>
          </a:xfrm>
          <a:solidFill>
            <a:srgbClr val="FFFFFF"/>
          </a:solidFill>
        </p:grpSpPr>
        <p:sp>
          <p:nvSpPr>
            <p:cNvPr id="71" name="Box">
              <a:extLst>
                <a:ext uri="{FF2B5EF4-FFF2-40B4-BE49-F238E27FC236}">
                  <a16:creationId xmlns:a16="http://schemas.microsoft.com/office/drawing/2014/main" id="{BACE6006-16DB-B1D9-3A46-EA67EF5DD86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rrow">
              <a:extLst>
                <a:ext uri="{FF2B5EF4-FFF2-40B4-BE49-F238E27FC236}">
                  <a16:creationId xmlns:a16="http://schemas.microsoft.com/office/drawing/2014/main" id="{B4CA8D3A-E909-241D-0BD3-2CCFC62E62D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2332531" y="2194427"/>
              <a:ext cx="198914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3" name="Gap">
              <a:extLst>
                <a:ext uri="{FF2B5EF4-FFF2-40B4-BE49-F238E27FC236}">
                  <a16:creationId xmlns:a16="http://schemas.microsoft.com/office/drawing/2014/main" id="{0E8B7879-5190-5055-4FFE-1C62E2FA200E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 Box">
            <a:extLst>
              <a:ext uri="{FF2B5EF4-FFF2-40B4-BE49-F238E27FC236}">
                <a16:creationId xmlns:a16="http://schemas.microsoft.com/office/drawing/2014/main" id="{B95E3E66-254E-E928-F2CA-948A0E423998}"/>
              </a:ext>
            </a:extLst>
          </p:cNvPr>
          <p:cNvSpPr/>
          <p:nvPr/>
        </p:nvSpPr>
        <p:spPr>
          <a:xfrm>
            <a:off x="1659964" y="5749946"/>
            <a:ext cx="468424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메시지를 입력 </a:t>
            </a:r>
            <a:r>
              <a:rPr lang="ko-KR" altLang="en-US" sz="80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하시오</a:t>
            </a:r>
            <a:r>
              <a:rPr lang="en-US" altLang="ko-KR" sz="8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en-US" sz="80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7" name="Rectangle 89">
            <a:extLst>
              <a:ext uri="{FF2B5EF4-FFF2-40B4-BE49-F238E27FC236}">
                <a16:creationId xmlns:a16="http://schemas.microsoft.com/office/drawing/2014/main" id="{7E8E794F-9EDE-8097-A919-B80E68538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740" y="5747252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전송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B03541F-459D-37E3-D9BE-7BCE7C4C1E50}"/>
              </a:ext>
            </a:extLst>
          </p:cNvPr>
          <p:cNvGrpSpPr/>
          <p:nvPr/>
        </p:nvGrpSpPr>
        <p:grpSpPr>
          <a:xfrm>
            <a:off x="3227985" y="2129342"/>
            <a:ext cx="269167" cy="200491"/>
            <a:chOff x="4012577" y="870957"/>
            <a:chExt cx="269167" cy="220540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E235272C-8F99-5201-61AC-B3E7CCD7E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</p:pic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4406904-91C6-2249-3865-2BBE52C60F16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46E2EF4-C07E-1BB7-DE1C-FC4E47617446}"/>
              </a:ext>
            </a:extLst>
          </p:cNvPr>
          <p:cNvGrpSpPr/>
          <p:nvPr/>
        </p:nvGrpSpPr>
        <p:grpSpPr>
          <a:xfrm>
            <a:off x="3227985" y="2716450"/>
            <a:ext cx="269167" cy="200491"/>
            <a:chOff x="4012577" y="870957"/>
            <a:chExt cx="269167" cy="220540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4E34806A-D51C-8B60-8563-F404C8023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2F32FAE-3F91-3AA3-C256-29454F4A51A4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1B99640-AE0F-1989-FC62-A1D7F384F1B7}"/>
              </a:ext>
            </a:extLst>
          </p:cNvPr>
          <p:cNvGrpSpPr/>
          <p:nvPr/>
        </p:nvGrpSpPr>
        <p:grpSpPr>
          <a:xfrm>
            <a:off x="3227985" y="3010004"/>
            <a:ext cx="269167" cy="200491"/>
            <a:chOff x="4012577" y="870957"/>
            <a:chExt cx="269167" cy="220540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84B9B504-2FCD-656C-7C97-6E87AA22C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804CF4C-B4E9-CF3D-2C79-BD6C79CC78C7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EF282DD-6AAB-0C0A-1837-D670A0310214}"/>
              </a:ext>
            </a:extLst>
          </p:cNvPr>
          <p:cNvSpPr/>
          <p:nvPr/>
        </p:nvSpPr>
        <p:spPr>
          <a:xfrm>
            <a:off x="1623574" y="3925035"/>
            <a:ext cx="1043417" cy="1659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이름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F9C59F0-9DEB-DC80-3ED2-623D889C1DDA}"/>
              </a:ext>
            </a:extLst>
          </p:cNvPr>
          <p:cNvSpPr/>
          <p:nvPr/>
        </p:nvSpPr>
        <p:spPr>
          <a:xfrm>
            <a:off x="2793626" y="3925035"/>
            <a:ext cx="1043417" cy="1659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비밀번호</a:t>
            </a:r>
          </a:p>
        </p:txBody>
      </p:sp>
      <p:pic>
        <p:nvPicPr>
          <p:cNvPr id="90" name="그래픽 89" descr="배지 1 단색으로 채워진">
            <a:extLst>
              <a:ext uri="{FF2B5EF4-FFF2-40B4-BE49-F238E27FC236}">
                <a16:creationId xmlns:a16="http://schemas.microsoft.com/office/drawing/2014/main" id="{8EBA22DE-54CD-8B55-2847-5A431AA298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83991" y="766953"/>
            <a:ext cx="155885" cy="155885"/>
          </a:xfrm>
          <a:prstGeom prst="rect">
            <a:avLst/>
          </a:prstGeom>
        </p:spPr>
      </p:pic>
      <p:pic>
        <p:nvPicPr>
          <p:cNvPr id="92" name="그래픽 91" descr="배지 10 단색으로 채워진">
            <a:extLst>
              <a:ext uri="{FF2B5EF4-FFF2-40B4-BE49-F238E27FC236}">
                <a16:creationId xmlns:a16="http://schemas.microsoft.com/office/drawing/2014/main" id="{85985101-6285-A57F-FDB7-D007A9B01D3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19115" y="5796106"/>
            <a:ext cx="155885" cy="155885"/>
          </a:xfrm>
          <a:prstGeom prst="rect">
            <a:avLst/>
          </a:prstGeom>
        </p:spPr>
      </p:pic>
      <p:pic>
        <p:nvPicPr>
          <p:cNvPr id="94" name="그래픽 93" descr="배지 단색으로 채워진">
            <a:extLst>
              <a:ext uri="{FF2B5EF4-FFF2-40B4-BE49-F238E27FC236}">
                <a16:creationId xmlns:a16="http://schemas.microsoft.com/office/drawing/2014/main" id="{A47961CF-6742-5FD8-AD8F-169F6FD208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56204" y="789414"/>
            <a:ext cx="155885" cy="155885"/>
          </a:xfrm>
          <a:prstGeom prst="rect">
            <a:avLst/>
          </a:prstGeom>
        </p:spPr>
      </p:pic>
      <p:pic>
        <p:nvPicPr>
          <p:cNvPr id="96" name="그래픽 95" descr="배지 3 단색으로 채워진">
            <a:extLst>
              <a:ext uri="{FF2B5EF4-FFF2-40B4-BE49-F238E27FC236}">
                <a16:creationId xmlns:a16="http://schemas.microsoft.com/office/drawing/2014/main" id="{037B9426-6EDF-4CB4-BD77-C39B9D39664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23187" y="1133092"/>
            <a:ext cx="155885" cy="155885"/>
          </a:xfrm>
          <a:prstGeom prst="rect">
            <a:avLst/>
          </a:prstGeom>
        </p:spPr>
      </p:pic>
      <p:pic>
        <p:nvPicPr>
          <p:cNvPr id="98" name="그래픽 97" descr="배지 4 단색으로 채워진">
            <a:extLst>
              <a:ext uri="{FF2B5EF4-FFF2-40B4-BE49-F238E27FC236}">
                <a16:creationId xmlns:a16="http://schemas.microsoft.com/office/drawing/2014/main" id="{C673383B-96CA-83D9-9860-816AE95CFD4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43001" y="1788900"/>
            <a:ext cx="155885" cy="155885"/>
          </a:xfrm>
          <a:prstGeom prst="rect">
            <a:avLst/>
          </a:prstGeom>
        </p:spPr>
      </p:pic>
      <p:pic>
        <p:nvPicPr>
          <p:cNvPr id="100" name="그래픽 99" descr="배지 5 단색으로 채워진">
            <a:extLst>
              <a:ext uri="{FF2B5EF4-FFF2-40B4-BE49-F238E27FC236}">
                <a16:creationId xmlns:a16="http://schemas.microsoft.com/office/drawing/2014/main" id="{16145574-168D-42AA-DE0E-00E780F17B5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323940" y="1843618"/>
            <a:ext cx="155885" cy="155885"/>
          </a:xfrm>
          <a:prstGeom prst="rect">
            <a:avLst/>
          </a:prstGeom>
        </p:spPr>
      </p:pic>
      <p:pic>
        <p:nvPicPr>
          <p:cNvPr id="102" name="그래픽 101" descr="배지 6 단색으로 채워진">
            <a:extLst>
              <a:ext uri="{FF2B5EF4-FFF2-40B4-BE49-F238E27FC236}">
                <a16:creationId xmlns:a16="http://schemas.microsoft.com/office/drawing/2014/main" id="{48457B38-6A31-8E7A-413E-21354AE9AD5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72100" y="2133557"/>
            <a:ext cx="155885" cy="155885"/>
          </a:xfrm>
          <a:prstGeom prst="rect">
            <a:avLst/>
          </a:prstGeom>
        </p:spPr>
      </p:pic>
      <p:pic>
        <p:nvPicPr>
          <p:cNvPr id="106" name="그래픽 105" descr="배지 8 단색으로 채워진">
            <a:extLst>
              <a:ext uri="{FF2B5EF4-FFF2-40B4-BE49-F238E27FC236}">
                <a16:creationId xmlns:a16="http://schemas.microsoft.com/office/drawing/2014/main" id="{EF98E627-CF98-A439-86BA-8A0DAA2BCD3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22152" y="3532792"/>
            <a:ext cx="155885" cy="155885"/>
          </a:xfrm>
          <a:prstGeom prst="rect">
            <a:avLst/>
          </a:prstGeom>
        </p:spPr>
      </p:pic>
      <p:pic>
        <p:nvPicPr>
          <p:cNvPr id="108" name="그래픽 107" descr="배지 9 단색으로 채워진">
            <a:extLst>
              <a:ext uri="{FF2B5EF4-FFF2-40B4-BE49-F238E27FC236}">
                <a16:creationId xmlns:a16="http://schemas.microsoft.com/office/drawing/2014/main" id="{2646A759-C291-7EBE-6B8A-B85D0148702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576201" y="3946881"/>
            <a:ext cx="155885" cy="155885"/>
          </a:xfrm>
          <a:prstGeom prst="rect">
            <a:avLst/>
          </a:prstGeom>
        </p:spPr>
      </p:pic>
      <p:pic>
        <p:nvPicPr>
          <p:cNvPr id="113" name="그래픽 112" descr="배지 9 단색으로 채워진">
            <a:extLst>
              <a:ext uri="{FF2B5EF4-FFF2-40B4-BE49-F238E27FC236}">
                <a16:creationId xmlns:a16="http://schemas.microsoft.com/office/drawing/2014/main" id="{21610BB1-D44D-961B-BA2E-F6970744E61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43067" y="3946881"/>
            <a:ext cx="155885" cy="155885"/>
          </a:xfrm>
          <a:prstGeom prst="rect">
            <a:avLst/>
          </a:prstGeom>
        </p:spPr>
      </p:pic>
      <p:pic>
        <p:nvPicPr>
          <p:cNvPr id="114" name="그래픽 113" descr="배지 6 단색으로 채워진">
            <a:extLst>
              <a:ext uri="{FF2B5EF4-FFF2-40B4-BE49-F238E27FC236}">
                <a16:creationId xmlns:a16="http://schemas.microsoft.com/office/drawing/2014/main" id="{CD8C346E-B943-1A3D-73DD-9222E5C418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72100" y="2713248"/>
            <a:ext cx="155885" cy="155885"/>
          </a:xfrm>
          <a:prstGeom prst="rect">
            <a:avLst/>
          </a:prstGeom>
        </p:spPr>
      </p:pic>
      <p:pic>
        <p:nvPicPr>
          <p:cNvPr id="115" name="그래픽 114" descr="배지 6 단색으로 채워진">
            <a:extLst>
              <a:ext uri="{FF2B5EF4-FFF2-40B4-BE49-F238E27FC236}">
                <a16:creationId xmlns:a16="http://schemas.microsoft.com/office/drawing/2014/main" id="{818F0217-53A2-4243-F153-31B933684A0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72100" y="3026659"/>
            <a:ext cx="155885" cy="15588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F3C54A48-F44E-9AB1-7201-613FA3E8D99D}"/>
              </a:ext>
            </a:extLst>
          </p:cNvPr>
          <p:cNvGrpSpPr/>
          <p:nvPr/>
        </p:nvGrpSpPr>
        <p:grpSpPr>
          <a:xfrm>
            <a:off x="3227985" y="2422896"/>
            <a:ext cx="269167" cy="200491"/>
            <a:chOff x="4012577" y="870957"/>
            <a:chExt cx="269167" cy="22054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DB08A6F-CC7D-DB7E-B97E-22BC6A033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CEEBB08-F1C1-8078-52D8-9A6147EAABC4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2283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7B04-BE71-AC74-4C9E-66E90495B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F0A3A67C-0866-2D58-2891-C56BEA01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477400"/>
              </p:ext>
            </p:extLst>
          </p:nvPr>
        </p:nvGraphicFramePr>
        <p:xfrm>
          <a:off x="7802880" y="575544"/>
          <a:ext cx="2057400" cy="2731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클릭시 아이콘 색상 변경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팝업 발생</a:t>
                      </a: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나타난 팝업 화면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호소한 이력</a:t>
                      </a:r>
                      <a:endParaRPr lang="en-US" altLang="ko-KR" sz="800" baseline="0" err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err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altLang="en-US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altLang="en-US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altLang="en-US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800" b="1"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36013" marR="36013" marT="45673" marB="45673">
                    <a:lnL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L>
                    <a:lnR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1" marR="66461" marT="42167" marB="42167">
                    <a:lnL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L>
                    <a:lnR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118108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5279B7-786E-3296-7415-079432C0EA1B}"/>
              </a:ext>
            </a:extLst>
          </p:cNvPr>
          <p:cNvSpPr/>
          <p:nvPr/>
        </p:nvSpPr>
        <p:spPr>
          <a:xfrm>
            <a:off x="66128" y="594567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F927DC-64A7-7B0E-6281-E6AA4733B805}"/>
              </a:ext>
            </a:extLst>
          </p:cNvPr>
          <p:cNvSpPr/>
          <p:nvPr/>
        </p:nvSpPr>
        <p:spPr>
          <a:xfrm>
            <a:off x="1489766" y="746764"/>
            <a:ext cx="4956535" cy="23966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F263F2-9F04-F411-0402-CC97237DA36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696" y="778211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77872A-FF15-B768-56B3-20673EB79F3D}"/>
              </a:ext>
            </a:extLst>
          </p:cNvPr>
          <p:cNvSpPr txBox="1"/>
          <p:nvPr/>
        </p:nvSpPr>
        <p:spPr>
          <a:xfrm>
            <a:off x="5878532" y="74430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38E6386-70BA-1D71-582B-C445410E2081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4F31CFD-B939-7AAF-198B-F684F563F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F4F07868-379C-7B78-4801-39649700F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7DAE66-7D02-76BD-A032-7928A5CD7298}"/>
              </a:ext>
            </a:extLst>
          </p:cNvPr>
          <p:cNvSpPr/>
          <p:nvPr/>
        </p:nvSpPr>
        <p:spPr>
          <a:xfrm>
            <a:off x="1491551" y="1806739"/>
            <a:ext cx="4958204" cy="42762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18E6986-20C8-F302-299F-5795A4A77B27}"/>
              </a:ext>
            </a:extLst>
          </p:cNvPr>
          <p:cNvGrpSpPr/>
          <p:nvPr/>
        </p:nvGrpSpPr>
        <p:grpSpPr>
          <a:xfrm>
            <a:off x="6274055" y="1800049"/>
            <a:ext cx="183824" cy="1604020"/>
            <a:chOff x="8697416" y="3436678"/>
            <a:chExt cx="108000" cy="14917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375DC45-5EF6-375D-FD57-A1F9E3765662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E27B112-83AC-03ED-16A3-5CEF7FCA828D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2C66255-2D48-69A9-E751-BEA74BF5C29F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7E8B4E6-F119-6412-BF52-F20E1121220C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9" name="그룹 235">
              <a:extLst>
                <a:ext uri="{FF2B5EF4-FFF2-40B4-BE49-F238E27FC236}">
                  <a16:creationId xmlns:a16="http://schemas.microsoft.com/office/drawing/2014/main" id="{52FECF9E-3ABD-04E4-9910-357F6789B4AA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967A647-EE5A-C2C3-C3FE-FA9591704350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25D6D6A6-77D9-F9A0-0E85-5DDB3FE61D08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D8760962-8428-3DCA-890A-2D6B4CBA6F9C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04426B6-14DE-5DE1-12F6-3B746ACE2A5D}"/>
              </a:ext>
            </a:extLst>
          </p:cNvPr>
          <p:cNvGraphicFramePr>
            <a:graphicFrameLocks noGrp="1"/>
          </p:cNvGraphicFramePr>
          <p:nvPr/>
        </p:nvGraphicFramePr>
        <p:xfrm>
          <a:off x="1491551" y="1805994"/>
          <a:ext cx="4762858" cy="1444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84">
                  <a:extLst>
                    <a:ext uri="{9D8B030D-6E8A-4147-A177-3AD203B41FA5}">
                      <a16:colId xmlns:a16="http://schemas.microsoft.com/office/drawing/2014/main" val="3077671741"/>
                    </a:ext>
                  </a:extLst>
                </a:gridCol>
                <a:gridCol w="159499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74247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순위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투표율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홈런볼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357095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3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/>
                        </a:rPr>
                        <a:t>…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849405"/>
                  </a:ext>
                </a:extLst>
              </a:tr>
              <a:tr h="2888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00967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F41D322D-BE2B-A8A1-0E6B-46874A2A016A}"/>
              </a:ext>
            </a:extLst>
          </p:cNvPr>
          <p:cNvGrpSpPr/>
          <p:nvPr/>
        </p:nvGrpSpPr>
        <p:grpSpPr>
          <a:xfrm>
            <a:off x="1476266" y="1116444"/>
            <a:ext cx="190465" cy="189518"/>
            <a:chOff x="707191" y="5113600"/>
            <a:chExt cx="190465" cy="18951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50D1DAA-1A2F-BC8D-02CE-45A95FE43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C4DEB32-3D1A-1AE6-C172-900FB4628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F70B8C9-D78F-D592-45F9-8C19245C08A3}"/>
              </a:ext>
            </a:extLst>
          </p:cNvPr>
          <p:cNvSpPr/>
          <p:nvPr/>
        </p:nvSpPr>
        <p:spPr>
          <a:xfrm>
            <a:off x="1491557" y="3406172"/>
            <a:ext cx="4918072" cy="4091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</a:rPr>
              <a:t>총계</a:t>
            </a:r>
            <a:r>
              <a:rPr kumimoji="1" lang="en-US" altLang="ko-KR" sz="1000"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</a:rPr>
              <a:t>: \ 42,400</a:t>
            </a:r>
            <a:endParaRPr lang="en-US" altLang="ko-KR" sz="1000">
              <a:solidFill>
                <a:schemeClr val="bg1">
                  <a:lumMod val="9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F5E49D0-140A-2EF0-02C0-64D0C561FCB0}"/>
              </a:ext>
            </a:extLst>
          </p:cNvPr>
          <p:cNvSpPr/>
          <p:nvPr/>
        </p:nvSpPr>
        <p:spPr>
          <a:xfrm>
            <a:off x="3630706" y="2189460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AECA8E9-CFC4-416C-34B5-9E2DF8C4D064}"/>
              </a:ext>
            </a:extLst>
          </p:cNvPr>
          <p:cNvSpPr/>
          <p:nvPr/>
        </p:nvSpPr>
        <p:spPr>
          <a:xfrm>
            <a:off x="3630706" y="2187944"/>
            <a:ext cx="1484219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731D39-1F23-38C0-E457-FEB18C88DF1C}"/>
              </a:ext>
            </a:extLst>
          </p:cNvPr>
          <p:cNvSpPr txBox="1"/>
          <p:nvPr/>
        </p:nvSpPr>
        <p:spPr>
          <a:xfrm>
            <a:off x="5695972" y="2140157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</a:t>
            </a:r>
            <a:r>
              <a:rPr lang="ko-KR" altLang="en-US" sz="800" b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131FFE-9BFE-E271-A553-0C7E5E0C5132}"/>
              </a:ext>
            </a:extLst>
          </p:cNvPr>
          <p:cNvSpPr/>
          <p:nvPr/>
        </p:nvSpPr>
        <p:spPr>
          <a:xfrm>
            <a:off x="1646703" y="4159624"/>
            <a:ext cx="4684247" cy="1818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89388-B012-1A68-F6BB-63482DBDF164}"/>
              </a:ext>
            </a:extLst>
          </p:cNvPr>
          <p:cNvSpPr txBox="1"/>
          <p:nvPr/>
        </p:nvSpPr>
        <p:spPr>
          <a:xfrm>
            <a:off x="5055957" y="2123851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F1787-97E1-C82F-97D5-151F635A1943}"/>
              </a:ext>
            </a:extLst>
          </p:cNvPr>
          <p:cNvSpPr txBox="1"/>
          <p:nvPr/>
        </p:nvSpPr>
        <p:spPr>
          <a:xfrm>
            <a:off x="1402549" y="1451469"/>
            <a:ext cx="1735428" cy="2587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선정된 </a:t>
            </a:r>
            <a:r>
              <a:rPr kumimoji="1" lang="en-US" altLang="ko-KR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menu</a:t>
            </a:r>
            <a:endParaRPr lang="en-US" altLang="ko-KR" sz="1000" b="1">
              <a:solidFill>
                <a:schemeClr val="tx1">
                  <a:lumMod val="95000"/>
                  <a:lumOff val="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67B49B-28F0-E1B1-5CA4-14C9D3E32A04}"/>
              </a:ext>
            </a:extLst>
          </p:cNvPr>
          <p:cNvSpPr txBox="1"/>
          <p:nvPr/>
        </p:nvSpPr>
        <p:spPr>
          <a:xfrm>
            <a:off x="3154937" y="1196475"/>
            <a:ext cx="1735428" cy="2587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0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/>
                <a:ea typeface="맑은 고딕"/>
              </a:rPr>
              <a:t>투표 최종 결과</a:t>
            </a:r>
            <a:endParaRPr lang="en-US" altLang="ko-KR" sz="1000" b="1">
              <a:solidFill>
                <a:schemeClr val="tx1">
                  <a:lumMod val="95000"/>
                  <a:lumOff val="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46" name="Popover">
            <a:extLst>
              <a:ext uri="{FF2B5EF4-FFF2-40B4-BE49-F238E27FC236}">
                <a16:creationId xmlns:a16="http://schemas.microsoft.com/office/drawing/2014/main" id="{2C5F2C32-8AF0-3F81-216C-C69664E7DC9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38358" y="4323862"/>
            <a:ext cx="1810498" cy="208500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48" name="Box">
              <a:extLst>
                <a:ext uri="{FF2B5EF4-FFF2-40B4-BE49-F238E27FC236}">
                  <a16:creationId xmlns:a16="http://schemas.microsoft.com/office/drawing/2014/main" id="{34991931-6A21-77CF-31B7-001A97295FF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솔의 눈 마시고 싶어요</a:t>
              </a:r>
              <a:r>
                <a:rPr lang="en-US" altLang="ko-KR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...</a:t>
              </a:r>
              <a:endParaRPr lang="en-US" sz="1000" noProof="1">
                <a:solidFill>
                  <a:srgbClr val="5F5F5F"/>
                </a:solidFill>
                <a:latin typeface="Segoe UI"/>
                <a:ea typeface="맑은 고딕"/>
                <a:cs typeface="Segoe UI"/>
              </a:endParaRPr>
            </a:p>
          </p:txBody>
        </p:sp>
        <p:sp>
          <p:nvSpPr>
            <p:cNvPr id="49" name="Arrow">
              <a:extLst>
                <a:ext uri="{FF2B5EF4-FFF2-40B4-BE49-F238E27FC236}">
                  <a16:creationId xmlns:a16="http://schemas.microsoft.com/office/drawing/2014/main" id="{18C4E869-DA0D-B71D-2AF4-B449887492B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2" name="Gap">
              <a:extLst>
                <a:ext uri="{FF2B5EF4-FFF2-40B4-BE49-F238E27FC236}">
                  <a16:creationId xmlns:a16="http://schemas.microsoft.com/office/drawing/2014/main" id="{EF85B0B4-6044-79E0-9101-E304C798E9F3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0155765-589A-8E94-E986-0AEA5E02E948}"/>
              </a:ext>
            </a:extLst>
          </p:cNvPr>
          <p:cNvGrpSpPr/>
          <p:nvPr/>
        </p:nvGrpSpPr>
        <p:grpSpPr>
          <a:xfrm>
            <a:off x="1757654" y="4320389"/>
            <a:ext cx="222835" cy="215445"/>
            <a:chOff x="4225583" y="1668825"/>
            <a:chExt cx="705855" cy="682446"/>
          </a:xfrm>
        </p:grpSpPr>
        <p:sp>
          <p:nvSpPr>
            <p:cNvPr id="55" name="Border">
              <a:extLst>
                <a:ext uri="{FF2B5EF4-FFF2-40B4-BE49-F238E27FC236}">
                  <a16:creationId xmlns:a16="http://schemas.microsoft.com/office/drawing/2014/main" id="{4D521ED7-B572-422E-8F6A-7B3A28D8B7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6" name="Line">
              <a:extLst>
                <a:ext uri="{FF2B5EF4-FFF2-40B4-BE49-F238E27FC236}">
                  <a16:creationId xmlns:a16="http://schemas.microsoft.com/office/drawing/2014/main" id="{9A32D227-7C1D-856E-B830-5B9061E57D2F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Line">
              <a:extLst>
                <a:ext uri="{FF2B5EF4-FFF2-40B4-BE49-F238E27FC236}">
                  <a16:creationId xmlns:a16="http://schemas.microsoft.com/office/drawing/2014/main" id="{9293EDFD-EA73-649F-462B-3B893BEE1703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Popover">
            <a:extLst>
              <a:ext uri="{FF2B5EF4-FFF2-40B4-BE49-F238E27FC236}">
                <a16:creationId xmlns:a16="http://schemas.microsoft.com/office/drawing/2014/main" id="{1CFF72D6-EE70-1835-C51B-71179CFEC6A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169137" y="4620284"/>
            <a:ext cx="866807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59" name="Box">
              <a:extLst>
                <a:ext uri="{FF2B5EF4-FFF2-40B4-BE49-F238E27FC236}">
                  <a16:creationId xmlns:a16="http://schemas.microsoft.com/office/drawing/2014/main" id="{8A7D749A-ADFE-1F51-AF6F-258EA72E670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그건 좀</a:t>
              </a:r>
              <a:r>
                <a:rPr lang="en-US" altLang="ko-KR" sz="1000" noProof="1">
                  <a:solidFill>
                    <a:srgbClr val="5F5F5F"/>
                  </a:solidFill>
                  <a:latin typeface="Segoe UI"/>
                  <a:ea typeface="맑은 고딕"/>
                  <a:cs typeface="Segoe UI"/>
                </a:rPr>
                <a:t>….</a:t>
              </a:r>
              <a:endParaRPr lang="en-US" sz="1000" noProof="1">
                <a:solidFill>
                  <a:srgbClr val="5F5F5F"/>
                </a:solidFill>
                <a:latin typeface="Segoe UI"/>
                <a:ea typeface="맑은 고딕"/>
                <a:cs typeface="Segoe UI"/>
              </a:endParaRPr>
            </a:p>
          </p:txBody>
        </p:sp>
        <p:sp>
          <p:nvSpPr>
            <p:cNvPr id="60" name="Arrow">
              <a:extLst>
                <a:ext uri="{FF2B5EF4-FFF2-40B4-BE49-F238E27FC236}">
                  <a16:creationId xmlns:a16="http://schemas.microsoft.com/office/drawing/2014/main" id="{3C9213DB-A73E-10F0-DA44-A5183D5B8D8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1" name="Gap">
              <a:extLst>
                <a:ext uri="{FF2B5EF4-FFF2-40B4-BE49-F238E27FC236}">
                  <a16:creationId xmlns:a16="http://schemas.microsoft.com/office/drawing/2014/main" id="{A01F1FD8-EE23-6F20-D63E-09B009EF776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C2EDF2A-599E-355D-0298-51C00FF1B7CF}"/>
              </a:ext>
            </a:extLst>
          </p:cNvPr>
          <p:cNvGrpSpPr/>
          <p:nvPr/>
        </p:nvGrpSpPr>
        <p:grpSpPr>
          <a:xfrm>
            <a:off x="1754549" y="4649429"/>
            <a:ext cx="222835" cy="215445"/>
            <a:chOff x="4225583" y="1668825"/>
            <a:chExt cx="705855" cy="682446"/>
          </a:xfrm>
        </p:grpSpPr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C3D1961F-40DF-E9CC-61A5-1BDF2C47E3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Line">
              <a:extLst>
                <a:ext uri="{FF2B5EF4-FFF2-40B4-BE49-F238E27FC236}">
                  <a16:creationId xmlns:a16="http://schemas.microsoft.com/office/drawing/2014/main" id="{4296C1EA-8F6A-9881-B5E6-A657396E3596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Line">
              <a:extLst>
                <a:ext uri="{FF2B5EF4-FFF2-40B4-BE49-F238E27FC236}">
                  <a16:creationId xmlns:a16="http://schemas.microsoft.com/office/drawing/2014/main" id="{55A6F20A-F302-E2C1-B17F-C84AF4DBFF4C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Popover">
            <a:extLst>
              <a:ext uri="{FF2B5EF4-FFF2-40B4-BE49-F238E27FC236}">
                <a16:creationId xmlns:a16="http://schemas.microsoft.com/office/drawing/2014/main" id="{6508ACD0-C9F2-6804-FDD9-C8192A79422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136007" y="4931820"/>
            <a:ext cx="1549600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67" name="Box">
              <a:extLst>
                <a:ext uri="{FF2B5EF4-FFF2-40B4-BE49-F238E27FC236}">
                  <a16:creationId xmlns:a16="http://schemas.microsoft.com/office/drawing/2014/main" id="{137AAD64-E5BF-4B16-77AB-B291D1151FA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Arrow">
              <a:extLst>
                <a:ext uri="{FF2B5EF4-FFF2-40B4-BE49-F238E27FC236}">
                  <a16:creationId xmlns:a16="http://schemas.microsoft.com/office/drawing/2014/main" id="{70A072B9-33B8-3A65-8D27-73CB841E20F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9" name="Gap">
              <a:extLst>
                <a:ext uri="{FF2B5EF4-FFF2-40B4-BE49-F238E27FC236}">
                  <a16:creationId xmlns:a16="http://schemas.microsoft.com/office/drawing/2014/main" id="{36433A9E-3F85-8075-0673-6A903738173A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Popover">
            <a:extLst>
              <a:ext uri="{FF2B5EF4-FFF2-40B4-BE49-F238E27FC236}">
                <a16:creationId xmlns:a16="http://schemas.microsoft.com/office/drawing/2014/main" id="{3852C4EB-D9BA-4DB3-B981-3D7C70D424B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10800000">
            <a:off x="4636377" y="5305712"/>
            <a:ext cx="1549601" cy="273736"/>
            <a:chOff x="2375432" y="1801905"/>
            <a:chExt cx="1549601" cy="898157"/>
          </a:xfrm>
          <a:solidFill>
            <a:srgbClr val="FFFFFF"/>
          </a:solidFill>
        </p:grpSpPr>
        <p:sp>
          <p:nvSpPr>
            <p:cNvPr id="71" name="Box">
              <a:extLst>
                <a:ext uri="{FF2B5EF4-FFF2-40B4-BE49-F238E27FC236}">
                  <a16:creationId xmlns:a16="http://schemas.microsoft.com/office/drawing/2014/main" id="{9B13B58C-4AC4-6C41-0C9F-F3A88D78CA7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rrow">
              <a:extLst>
                <a:ext uri="{FF2B5EF4-FFF2-40B4-BE49-F238E27FC236}">
                  <a16:creationId xmlns:a16="http://schemas.microsoft.com/office/drawing/2014/main" id="{F559BCB8-886F-3C98-8560-3E641F006DB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2332531" y="2194427"/>
              <a:ext cx="198914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3" name="Gap">
              <a:extLst>
                <a:ext uri="{FF2B5EF4-FFF2-40B4-BE49-F238E27FC236}">
                  <a16:creationId xmlns:a16="http://schemas.microsoft.com/office/drawing/2014/main" id="{A0059233-0541-E8EC-BA3C-C75210DF0584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 Box">
            <a:extLst>
              <a:ext uri="{FF2B5EF4-FFF2-40B4-BE49-F238E27FC236}">
                <a16:creationId xmlns:a16="http://schemas.microsoft.com/office/drawing/2014/main" id="{1D1B233F-708B-7FFF-32C8-A6CAC3A98AC3}"/>
              </a:ext>
            </a:extLst>
          </p:cNvPr>
          <p:cNvSpPr/>
          <p:nvPr/>
        </p:nvSpPr>
        <p:spPr>
          <a:xfrm>
            <a:off x="1659964" y="5749946"/>
            <a:ext cx="468424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메시지를 입력 </a:t>
            </a:r>
            <a:r>
              <a:rPr lang="ko-KR" altLang="en-US" sz="80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하시오</a:t>
            </a:r>
            <a:r>
              <a:rPr lang="en-US" altLang="ko-KR" sz="80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en-US" sz="80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7" name="Rectangle 89">
            <a:extLst>
              <a:ext uri="{FF2B5EF4-FFF2-40B4-BE49-F238E27FC236}">
                <a16:creationId xmlns:a16="http://schemas.microsoft.com/office/drawing/2014/main" id="{67BFCB36-7AB8-5069-083C-067612F70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740" y="5747252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전송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C45D3EC-6276-E410-5089-4784FFB9C1F3}"/>
              </a:ext>
            </a:extLst>
          </p:cNvPr>
          <p:cNvGrpSpPr/>
          <p:nvPr/>
        </p:nvGrpSpPr>
        <p:grpSpPr>
          <a:xfrm>
            <a:off x="3277896" y="2130510"/>
            <a:ext cx="219256" cy="199324"/>
            <a:chOff x="4062488" y="872241"/>
            <a:chExt cx="219256" cy="219256"/>
          </a:xfrm>
          <a:solidFill>
            <a:schemeClr val="accent2"/>
          </a:solidFill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66255B69-A912-072C-61CF-129BFC8AE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  <a:grpFill/>
          </p:spPr>
        </p:pic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02F40FC-8C1C-7DC7-D4F4-59105A1B931C}"/>
                </a:ext>
              </a:extLst>
            </p:cNvPr>
            <p:cNvSpPr/>
            <p:nvPr/>
          </p:nvSpPr>
          <p:spPr>
            <a:xfrm>
              <a:off x="4091870" y="906298"/>
              <a:ext cx="156647" cy="12291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>
              <a:no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3C607C2-5CF0-B348-7402-5E322A6B6B31}"/>
              </a:ext>
            </a:extLst>
          </p:cNvPr>
          <p:cNvGrpSpPr/>
          <p:nvPr/>
        </p:nvGrpSpPr>
        <p:grpSpPr>
          <a:xfrm>
            <a:off x="3227985" y="2716450"/>
            <a:ext cx="269167" cy="200491"/>
            <a:chOff x="4012577" y="870957"/>
            <a:chExt cx="269167" cy="220540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840E7774-78ED-6C05-59BB-68588DA23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2D830CC-8597-82D0-7537-F5909E3CD726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FD6D1847-1653-A935-B55E-2920709F75F1}"/>
              </a:ext>
            </a:extLst>
          </p:cNvPr>
          <p:cNvGrpSpPr/>
          <p:nvPr/>
        </p:nvGrpSpPr>
        <p:grpSpPr>
          <a:xfrm>
            <a:off x="3227985" y="3010004"/>
            <a:ext cx="269167" cy="200491"/>
            <a:chOff x="4012577" y="870957"/>
            <a:chExt cx="269167" cy="220540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C2269BA8-4D60-B179-F86D-0ABF46D08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8384CF4-3F24-FF62-4439-1EFA643B17CB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C6653D-865A-8AFD-5E1F-4645C9D1EC5A}"/>
              </a:ext>
            </a:extLst>
          </p:cNvPr>
          <p:cNvSpPr/>
          <p:nvPr/>
        </p:nvSpPr>
        <p:spPr>
          <a:xfrm>
            <a:off x="1623574" y="3925035"/>
            <a:ext cx="1043417" cy="1659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이름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9232766-1854-69D8-A13C-A58B3E048848}"/>
              </a:ext>
            </a:extLst>
          </p:cNvPr>
          <p:cNvSpPr/>
          <p:nvPr/>
        </p:nvSpPr>
        <p:spPr>
          <a:xfrm>
            <a:off x="2793626" y="3925035"/>
            <a:ext cx="1043417" cy="1659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비밀번호</a:t>
            </a:r>
          </a:p>
        </p:txBody>
      </p:sp>
      <p:pic>
        <p:nvPicPr>
          <p:cNvPr id="92" name="그래픽 91" descr="배지 10 단색으로 채워진">
            <a:extLst>
              <a:ext uri="{FF2B5EF4-FFF2-40B4-BE49-F238E27FC236}">
                <a16:creationId xmlns:a16="http://schemas.microsoft.com/office/drawing/2014/main" id="{95138546-53E1-5D13-F676-DA1C5C66D62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19115" y="5796106"/>
            <a:ext cx="155885" cy="155885"/>
          </a:xfrm>
          <a:prstGeom prst="rect">
            <a:avLst/>
          </a:prstGeom>
        </p:spPr>
      </p:pic>
      <p:pic>
        <p:nvPicPr>
          <p:cNvPr id="108" name="그래픽 107" descr="배지 9 단색으로 채워진">
            <a:extLst>
              <a:ext uri="{FF2B5EF4-FFF2-40B4-BE49-F238E27FC236}">
                <a16:creationId xmlns:a16="http://schemas.microsoft.com/office/drawing/2014/main" id="{18BB9D93-DAA0-2FE0-68BC-12831A19BDB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76201" y="3946881"/>
            <a:ext cx="155885" cy="155885"/>
          </a:xfrm>
          <a:prstGeom prst="rect">
            <a:avLst/>
          </a:prstGeom>
        </p:spPr>
      </p:pic>
      <p:pic>
        <p:nvPicPr>
          <p:cNvPr id="113" name="그래픽 112" descr="배지 9 단색으로 채워진">
            <a:extLst>
              <a:ext uri="{FF2B5EF4-FFF2-40B4-BE49-F238E27FC236}">
                <a16:creationId xmlns:a16="http://schemas.microsoft.com/office/drawing/2014/main" id="{70C95422-4F63-E3D0-766A-027EF691DA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743067" y="3946881"/>
            <a:ext cx="155885" cy="15588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1DE2BA-D585-96FC-B57B-2AF9450B1652}"/>
              </a:ext>
            </a:extLst>
          </p:cNvPr>
          <p:cNvGrpSpPr/>
          <p:nvPr/>
        </p:nvGrpSpPr>
        <p:grpSpPr>
          <a:xfrm>
            <a:off x="3227985" y="2422896"/>
            <a:ext cx="269167" cy="200491"/>
            <a:chOff x="4012577" y="870957"/>
            <a:chExt cx="269167" cy="22054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1A5594D-4ADD-85AA-1A87-4D033A33C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2488" y="872241"/>
              <a:ext cx="219256" cy="219256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434862E-BE53-3893-575F-04843E0D18FD}"/>
                </a:ext>
              </a:extLst>
            </p:cNvPr>
            <p:cNvSpPr/>
            <p:nvPr/>
          </p:nvSpPr>
          <p:spPr>
            <a:xfrm>
              <a:off x="4012577" y="870957"/>
              <a:ext cx="184731" cy="1862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ko-KR" altLang="en-US" sz="500" b="1">
                <a:latin typeface="+mn-ea"/>
              </a:endParaRPr>
            </a:p>
          </p:txBody>
        </p:sp>
      </p:grp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DF7DC8E-DC64-EAE7-877E-7483E7644443}"/>
              </a:ext>
            </a:extLst>
          </p:cNvPr>
          <p:cNvSpPr/>
          <p:nvPr/>
        </p:nvSpPr>
        <p:spPr>
          <a:xfrm>
            <a:off x="1475929" y="3925035"/>
            <a:ext cx="4985371" cy="215853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• </a:t>
            </a:r>
            <a:r>
              <a:rPr lang="ko-KR" altLang="en-US" sz="1000" err="1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구서영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 : 맛있어요</a:t>
            </a:r>
            <a:endParaRPr lang="ko-KR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r>
              <a:rPr 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Malgun Gothic"/>
                <a:ea typeface="Malgun Gothic"/>
              </a:rPr>
              <a:t>• </a:t>
            </a:r>
            <a:r>
              <a:rPr lang="ko-KR" altLang="en-US" sz="1000" err="1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김진령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: 내가 더 좋아합니다.</a:t>
            </a:r>
            <a:endParaRPr lang="ko-KR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r>
              <a:rPr 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Malgun Gothic"/>
                <a:ea typeface="Malgun Gothic"/>
              </a:rPr>
              <a:t>•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김상준: 나!!!!!</a:t>
            </a:r>
            <a:endParaRPr lang="ko-KR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</a:endParaRPr>
          </a:p>
          <a:p>
            <a:r>
              <a:rPr 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Malgun Gothic"/>
                <a:ea typeface="Malgun Gothic"/>
              </a:rPr>
              <a:t>•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백승진: </a:t>
            </a:r>
            <a:r>
              <a:rPr lang="ko-KR" altLang="en-US" sz="1000" err="1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rPr>
              <a:t>사브</a:t>
            </a:r>
            <a:endParaRPr lang="ko-KR" altLang="en-US" sz="1000">
              <a:solidFill>
                <a:schemeClr val="tx1">
                  <a:lumMod val="65000"/>
                  <a:lumOff val="35000"/>
                </a:schemeClr>
              </a:solidFill>
              <a:ea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8F5EC2-EAF3-542F-40CC-2E3E635BA5A9}"/>
              </a:ext>
            </a:extLst>
          </p:cNvPr>
          <p:cNvSpPr/>
          <p:nvPr/>
        </p:nvSpPr>
        <p:spPr>
          <a:xfrm>
            <a:off x="1474888" y="3915896"/>
            <a:ext cx="4966404" cy="15318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000"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</a:rPr>
              <a:t>호소하기 이력</a:t>
            </a:r>
            <a:endParaRPr lang="en-US" altLang="ko-KR" sz="1000">
              <a:solidFill>
                <a:schemeClr val="bg1">
                  <a:lumMod val="9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0F27996-A661-56D1-A555-09C504BF0B54}"/>
              </a:ext>
            </a:extLst>
          </p:cNvPr>
          <p:cNvGrpSpPr/>
          <p:nvPr/>
        </p:nvGrpSpPr>
        <p:grpSpPr>
          <a:xfrm rot="2700000">
            <a:off x="6257852" y="3917005"/>
            <a:ext cx="173150" cy="172289"/>
            <a:chOff x="707191" y="3329530"/>
            <a:chExt cx="190465" cy="18951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E3589A6-F3EB-540A-5627-309C68893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C3079AE-BCC4-891F-CBC1-53A818F46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pic>
        <p:nvPicPr>
          <p:cNvPr id="40" name="그래픽 39" descr="배지 1 단색으로 채워진">
            <a:extLst>
              <a:ext uri="{FF2B5EF4-FFF2-40B4-BE49-F238E27FC236}">
                <a16:creationId xmlns:a16="http://schemas.microsoft.com/office/drawing/2014/main" id="{B1FCA2FC-E17B-CC08-0A33-70E7379F166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072100" y="2130510"/>
            <a:ext cx="155885" cy="155885"/>
          </a:xfrm>
          <a:prstGeom prst="rect">
            <a:avLst/>
          </a:prstGeom>
        </p:spPr>
      </p:pic>
      <p:pic>
        <p:nvPicPr>
          <p:cNvPr id="41" name="그래픽 40" descr="배지 단색으로 채워진">
            <a:extLst>
              <a:ext uri="{FF2B5EF4-FFF2-40B4-BE49-F238E27FC236}">
                <a16:creationId xmlns:a16="http://schemas.microsoft.com/office/drawing/2014/main" id="{31A7F1CF-2BB2-E66E-33F6-E8EF4DAD7C0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35828" y="3915896"/>
            <a:ext cx="155885" cy="155885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86252A52-C3DD-CC1D-CFD6-769D6CAA2455}"/>
              </a:ext>
            </a:extLst>
          </p:cNvPr>
          <p:cNvGrpSpPr/>
          <p:nvPr/>
        </p:nvGrpSpPr>
        <p:grpSpPr>
          <a:xfrm>
            <a:off x="6274056" y="4054810"/>
            <a:ext cx="167846" cy="2028171"/>
            <a:chOff x="8697416" y="3436678"/>
            <a:chExt cx="108000" cy="1491751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3F20F69-53ED-67B2-914A-CB3FFF8A67D7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688B8BA-9A5D-2BE9-2504-DF6DB1E813CD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F4DFDFB-900F-26A7-AA4F-C2329A7F83B4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616947D-774C-A78E-16EA-38FA8E6EDB6C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89" name="그룹 235">
              <a:extLst>
                <a:ext uri="{FF2B5EF4-FFF2-40B4-BE49-F238E27FC236}">
                  <a16:creationId xmlns:a16="http://schemas.microsoft.com/office/drawing/2014/main" id="{BC574FF0-2444-D682-46C7-708E2274CCBB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BC127F8A-C578-01D8-347C-04338F008BD9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BB7166C6-AD29-35F0-C36B-B9DFE7193A0A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C65C4410-17BA-986E-C489-C7BEBD3511B9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99623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757D-C89B-9191-3076-95B04D6C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38F03F6B-EE44-BA10-06DD-35E4CA7BD309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315766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된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메인화면으로 이동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추이 데이터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화이트 리스트 관리 팝업 버튼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크롤링 사이트 관리 팝업 버튼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기간 관리 팝업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한도 관리 팝업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선정된 부식 목록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체크리스트 활용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체크시 취소선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배경색 변화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계산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순위 마감선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24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스크롤 바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7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수량 금액 총 합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59438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8E43E7-52BF-38AB-43C6-F96A289AB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8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154366A-D344-052A-8B6B-6DA364608E98}"/>
              </a:ext>
            </a:extLst>
          </p:cNvPr>
          <p:cNvSpPr/>
          <p:nvPr/>
        </p:nvSpPr>
        <p:spPr>
          <a:xfrm>
            <a:off x="166938" y="1370366"/>
            <a:ext cx="7531880" cy="4716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FA8D30-78F0-B0BE-2259-60305E417294}"/>
              </a:ext>
            </a:extLst>
          </p:cNvPr>
          <p:cNvSpPr/>
          <p:nvPr/>
        </p:nvSpPr>
        <p:spPr>
          <a:xfrm>
            <a:off x="1475761" y="1965650"/>
            <a:ext cx="3251692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584FC-D2E8-10D9-DB6A-4239324B39F6}"/>
              </a:ext>
            </a:extLst>
          </p:cNvPr>
          <p:cNvSpPr/>
          <p:nvPr/>
        </p:nvSpPr>
        <p:spPr>
          <a:xfrm>
            <a:off x="4823532" y="1976586"/>
            <a:ext cx="1564309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83F8E98-0776-3073-3C48-88A60640F6ED}"/>
              </a:ext>
            </a:extLst>
          </p:cNvPr>
          <p:cNvSpPr/>
          <p:nvPr/>
        </p:nvSpPr>
        <p:spPr>
          <a:xfrm>
            <a:off x="4818083" y="1985141"/>
            <a:ext cx="1569757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87C0DA-5BB6-9CDE-7369-0504EA8C2E46}"/>
              </a:ext>
            </a:extLst>
          </p:cNvPr>
          <p:cNvSpPr/>
          <p:nvPr/>
        </p:nvSpPr>
        <p:spPr>
          <a:xfrm>
            <a:off x="1475760" y="1974205"/>
            <a:ext cx="3221144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4B11EAC-B1AB-69B4-4934-D7AE57F264D1}"/>
              </a:ext>
            </a:extLst>
          </p:cNvPr>
          <p:cNvGrpSpPr/>
          <p:nvPr/>
        </p:nvGrpSpPr>
        <p:grpSpPr>
          <a:xfrm>
            <a:off x="1571565" y="4521067"/>
            <a:ext cx="133893" cy="883132"/>
            <a:chOff x="1670176" y="3668725"/>
            <a:chExt cx="133893" cy="883132"/>
          </a:xfrm>
        </p:grpSpPr>
        <p:grpSp>
          <p:nvGrpSpPr>
  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6C9A8B0D-4404-1039-5FE5-F2EE401276E9}"/>
                </a:ext>
              </a:extLst>
            </p:cNvPr>
            <p:cNvGrpSpPr/>
            <p:nvPr>
              <p:custDataLst>
                <p:tags r:id="rId42"/>
              </p:custDataLst>
            </p:nvPr>
          </p:nvGrpSpPr>
          <p:grpSpPr>
            <a:xfrm>
              <a:off x="1670176" y="3917384"/>
              <a:ext cx="131556" cy="131556"/>
              <a:chOff x="554563" y="2632644"/>
              <a:chExt cx="131556" cy="131556"/>
            </a:xfrm>
          </p:grpSpPr>
          <p:sp>
            <p:nvSpPr>
              <p:cNvPr id="26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CB1B1E7-6A8A-0B52-2DF2-E20067791536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5849B57B-1F85-3F4A-2A7E-C0A5F000FF96}"/>
                  </a:ext>
                </a:extLst>
              </p:cNvPr>
              <p:cNvSpPr>
                <a:spLocks noEditPoint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40F7B96-FE2C-2CCD-6128-DFC2C2941D27}"/>
                </a:ext>
              </a:extLst>
            </p:cNvPr>
            <p:cNvGrpSpPr/>
            <p:nvPr/>
          </p:nvGrpSpPr>
          <p:grpSpPr>
            <a:xfrm>
              <a:off x="1670176" y="3668725"/>
              <a:ext cx="131556" cy="131556"/>
              <a:chOff x="8414443" y="3509861"/>
              <a:chExt cx="131556" cy="131556"/>
            </a:xfrm>
          </p:grpSpPr>
          <p:sp>
            <p:nvSpPr>
              <p:cNvPr id="2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4BFF215F-A1B0-9CD5-6E70-0818B3BC0467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Accept">
                <a:extLst>
                  <a:ext uri="{FF2B5EF4-FFF2-40B4-BE49-F238E27FC236}">
                    <a16:creationId xmlns:a16="http://schemas.microsoft.com/office/drawing/2014/main" id="{ED667BE4-DFC2-F5EF-85E6-40CED33ECB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E9046E93-5B21-8BF4-AE9C-3F672A58A99A}"/>
                </a:ext>
              </a:extLst>
            </p:cNvPr>
            <p:cNvGrpSpPr/>
            <p:nvPr>
              <p:custDataLst>
                <p:tags r:id="rId43"/>
              </p:custDataLst>
            </p:nvPr>
          </p:nvGrpSpPr>
          <p:grpSpPr>
            <a:xfrm>
              <a:off x="1672513" y="4177003"/>
              <a:ext cx="131556" cy="131556"/>
              <a:chOff x="554563" y="2632644"/>
              <a:chExt cx="131556" cy="131556"/>
            </a:xfrm>
          </p:grpSpPr>
          <p:sp>
            <p:nvSpPr>
              <p:cNvPr id="33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BA47E9-A0DA-10BE-02BA-455862AC4C34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75862126-A027-6008-23E7-238B507B495A}"/>
                  </a:ext>
                </a:extLst>
              </p:cNvPr>
              <p:cNvSpPr>
                <a:spLocks noEditPoint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28A22289-38A3-B437-ED27-78866575DFD4}"/>
                </a:ext>
              </a:extLst>
            </p:cNvPr>
            <p:cNvGrpSpPr/>
            <p:nvPr/>
          </p:nvGrpSpPr>
          <p:grpSpPr>
            <a:xfrm>
              <a:off x="1672513" y="4420301"/>
              <a:ext cx="131556" cy="131556"/>
              <a:chOff x="8414443" y="3509861"/>
              <a:chExt cx="131556" cy="131556"/>
            </a:xfrm>
          </p:grpSpPr>
          <p:sp>
            <p:nvSpPr>
              <p:cNvPr id="3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DBE21F5-70B7-BB0D-8ED1-D31CA0F73945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Accept">
                <a:extLst>
                  <a:ext uri="{FF2B5EF4-FFF2-40B4-BE49-F238E27FC236}">
                    <a16:creationId xmlns:a16="http://schemas.microsoft.com/office/drawing/2014/main" id="{AB9BE158-5E7F-A42C-B1B5-29BDE610D6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EE0C54A-2558-642D-CC33-BEDBAF456F1C}"/>
              </a:ext>
            </a:extLst>
          </p:cNvPr>
          <p:cNvCxnSpPr/>
          <p:nvPr/>
        </p:nvCxnSpPr>
        <p:spPr>
          <a:xfrm>
            <a:off x="1541539" y="2716174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BBE40B8E-939E-B0C6-454B-6DB654742830}"/>
              </a:ext>
            </a:extLst>
          </p:cNvPr>
          <p:cNvGraphicFramePr/>
          <p:nvPr/>
        </p:nvGraphicFramePr>
        <p:xfrm>
          <a:off x="1475761" y="2064080"/>
          <a:ext cx="3210675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82DC34-63CA-088D-80EB-AF2983C0BE4B}"/>
              </a:ext>
            </a:extLst>
          </p:cNvPr>
          <p:cNvGrpSpPr/>
          <p:nvPr/>
        </p:nvGrpSpPr>
        <p:grpSpPr>
          <a:xfrm>
            <a:off x="4897124" y="2233539"/>
            <a:ext cx="1424115" cy="1145219"/>
            <a:chOff x="4994017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2CD091C3-B4FD-C599-412B-3AD8ED889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E1F1C275-3D60-D044-69E8-2025F1E63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A9A018CD-7110-8F63-435B-075621E65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4D128967-BD65-505C-5400-890188291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4" name="그래픽 43" descr="배지 10 단색으로 채워진">
            <a:extLst>
              <a:ext uri="{FF2B5EF4-FFF2-40B4-BE49-F238E27FC236}">
                <a16:creationId xmlns:a16="http://schemas.microsoft.com/office/drawing/2014/main" id="{808B5C64-6FB8-23B7-37F2-9F65E1388256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382391" y="3791157"/>
            <a:ext cx="240368" cy="240368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B0B1E6C-9CD3-5692-C25E-CFB5F5597A28}"/>
              </a:ext>
            </a:extLst>
          </p:cNvPr>
          <p:cNvGrpSpPr/>
          <p:nvPr/>
        </p:nvGrpSpPr>
        <p:grpSpPr>
          <a:xfrm>
            <a:off x="172385" y="1370254"/>
            <a:ext cx="7526433" cy="341115"/>
            <a:chOff x="241110" y="659427"/>
            <a:chExt cx="7360932" cy="34111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987470BC-7BFE-484C-1E16-A0EED21CD742}"/>
                </a:ext>
              </a:extLst>
            </p:cNvPr>
            <p:cNvSpPr/>
            <p:nvPr/>
          </p:nvSpPr>
          <p:spPr>
            <a:xfrm>
              <a:off x="241110" y="659427"/>
              <a:ext cx="7360932" cy="341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GSITM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부트캠프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 부식 신청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E8562C-0626-FF74-60C7-7814D84D9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2313" y="740777"/>
              <a:ext cx="142662" cy="1426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C59723-CAFC-087A-B2E6-FC3261DDC343}"/>
                </a:ext>
              </a:extLst>
            </p:cNvPr>
            <p:cNvSpPr txBox="1"/>
            <p:nvPr/>
          </p:nvSpPr>
          <p:spPr>
            <a:xfrm>
              <a:off x="7009149" y="706873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/>
                <a:t>관리자</a:t>
              </a:r>
            </a:p>
          </p:txBody>
        </p:sp>
        <p:pic>
          <p:nvPicPr>
            <p:cNvPr id="40" name="그래픽 39" descr="배지 1 단색으로 채워진">
              <a:extLst>
                <a:ext uri="{FF2B5EF4-FFF2-40B4-BE49-F238E27FC236}">
                  <a16:creationId xmlns:a16="http://schemas.microsoft.com/office/drawing/2014/main" id="{C28CEF63-3F04-D826-2AEB-5F7838586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2656484" y="696166"/>
              <a:ext cx="240368" cy="240368"/>
            </a:xfrm>
            <a:prstGeom prst="rect">
              <a:avLst/>
            </a:prstGeom>
          </p:spPr>
        </p:pic>
        <p:pic>
          <p:nvPicPr>
            <p:cNvPr id="48" name="그래픽 47" descr="배지 단색으로 채워진">
              <a:extLst>
                <a:ext uri="{FF2B5EF4-FFF2-40B4-BE49-F238E27FC236}">
                  <a16:creationId xmlns:a16="http://schemas.microsoft.com/office/drawing/2014/main" id="{3C5F6643-8548-0458-972F-8F0AA6061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6635902" y="717669"/>
              <a:ext cx="240368" cy="240368"/>
            </a:xfrm>
            <a:prstGeom prst="rect">
              <a:avLst/>
            </a:prstGeom>
          </p:spPr>
        </p:pic>
      </p:grpSp>
      <p:pic>
        <p:nvPicPr>
          <p:cNvPr id="50" name="그래픽 49" descr="배지 3 단색으로 채워진">
            <a:extLst>
              <a:ext uri="{FF2B5EF4-FFF2-40B4-BE49-F238E27FC236}">
                <a16:creationId xmlns:a16="http://schemas.microsoft.com/office/drawing/2014/main" id="{1229DEB1-05B5-8C72-ECDD-9414BC2C25B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256622" y="1697904"/>
            <a:ext cx="240368" cy="240368"/>
          </a:xfrm>
          <a:prstGeom prst="rect">
            <a:avLst/>
          </a:prstGeom>
        </p:spPr>
      </p:pic>
      <p:pic>
        <p:nvPicPr>
          <p:cNvPr id="52" name="그래픽 51" descr="배지 4 단색으로 채워진">
            <a:extLst>
              <a:ext uri="{FF2B5EF4-FFF2-40B4-BE49-F238E27FC236}">
                <a16:creationId xmlns:a16="http://schemas.microsoft.com/office/drawing/2014/main" id="{DB740A1D-05D7-5913-BA37-EF80178DAA0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232668" y="1927213"/>
            <a:ext cx="240368" cy="240368"/>
          </a:xfrm>
          <a:prstGeom prst="rect">
            <a:avLst/>
          </a:prstGeom>
        </p:spPr>
      </p:pic>
      <p:pic>
        <p:nvPicPr>
          <p:cNvPr id="54" name="그래픽 53" descr="배지 5 단색으로 채워진">
            <a:extLst>
              <a:ext uri="{FF2B5EF4-FFF2-40B4-BE49-F238E27FC236}">
                <a16:creationId xmlns:a16="http://schemas.microsoft.com/office/drawing/2014/main" id="{3EDE23E4-F303-E10D-14C3-436872F3224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502358" y="2238595"/>
            <a:ext cx="240368" cy="240368"/>
          </a:xfrm>
          <a:prstGeom prst="rect">
            <a:avLst/>
          </a:prstGeom>
        </p:spPr>
      </p:pic>
      <p:pic>
        <p:nvPicPr>
          <p:cNvPr id="56" name="그래픽 55" descr="배지 6 단색으로 채워진">
            <a:extLst>
              <a:ext uri="{FF2B5EF4-FFF2-40B4-BE49-F238E27FC236}">
                <a16:creationId xmlns:a16="http://schemas.microsoft.com/office/drawing/2014/main" id="{7864E0AA-883E-8600-234F-9C0CF72336B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470814" y="2546243"/>
            <a:ext cx="240368" cy="240368"/>
          </a:xfrm>
          <a:prstGeom prst="rect">
            <a:avLst/>
          </a:prstGeom>
        </p:spPr>
      </p:pic>
      <p:pic>
        <p:nvPicPr>
          <p:cNvPr id="58" name="그래픽 57" descr="배지 7 단색으로 채워진">
            <a:extLst>
              <a:ext uri="{FF2B5EF4-FFF2-40B4-BE49-F238E27FC236}">
                <a16:creationId xmlns:a16="http://schemas.microsoft.com/office/drawing/2014/main" id="{70CC8E5E-F41D-92ED-282B-DC54E3284C90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6463047" y="2853680"/>
            <a:ext cx="240368" cy="240368"/>
          </a:xfrm>
          <a:prstGeom prst="rect">
            <a:avLst/>
          </a:prstGeom>
        </p:spPr>
      </p:pic>
      <p:pic>
        <p:nvPicPr>
          <p:cNvPr id="60" name="그래픽 59" descr="배지 8 단색으로 채워진">
            <a:extLst>
              <a:ext uri="{FF2B5EF4-FFF2-40B4-BE49-F238E27FC236}">
                <a16:creationId xmlns:a16="http://schemas.microsoft.com/office/drawing/2014/main" id="{42F8F0DA-7C1B-46EE-9B95-A37A5D7BFFE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468420" y="3150248"/>
            <a:ext cx="240368" cy="240368"/>
          </a:xfrm>
          <a:prstGeom prst="rect">
            <a:avLst/>
          </a:prstGeom>
        </p:spPr>
      </p:pic>
      <p:pic>
        <p:nvPicPr>
          <p:cNvPr id="64" name="그래픽 63" descr="배지 9 단색으로 채워진">
            <a:extLst>
              <a:ext uri="{FF2B5EF4-FFF2-40B4-BE49-F238E27FC236}">
                <a16:creationId xmlns:a16="http://schemas.microsoft.com/office/drawing/2014/main" id="{29ED95D3-5FA0-1EAE-B87F-6CD8C960E90D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54913" y="3654164"/>
            <a:ext cx="240368" cy="240368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B3AA9C15-3CE6-81EF-A4B7-2C8F466BB427}"/>
              </a:ext>
            </a:extLst>
          </p:cNvPr>
          <p:cNvGrpSpPr/>
          <p:nvPr/>
        </p:nvGrpSpPr>
        <p:grpSpPr>
          <a:xfrm>
            <a:off x="1476422" y="1735219"/>
            <a:ext cx="190465" cy="189518"/>
            <a:chOff x="707191" y="5113600"/>
            <a:chExt cx="190465" cy="189518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99832DB8-2DFC-84D2-1F70-215C480CE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394DC491-5CBB-7E4F-824E-FDA456B90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8716D757-2EC7-9656-A65C-8B6DCB4CBA93}"/>
              </a:ext>
            </a:extLst>
          </p:cNvPr>
          <p:cNvSpPr/>
          <p:nvPr/>
        </p:nvSpPr>
        <p:spPr>
          <a:xfrm>
            <a:off x="1178610" y="58669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6BEB9C-B4D1-73BA-9782-10E4A7DBB80F}"/>
              </a:ext>
            </a:extLst>
          </p:cNvPr>
          <p:cNvSpPr/>
          <p:nvPr/>
        </p:nvSpPr>
        <p:spPr>
          <a:xfrm>
            <a:off x="172387" y="5763335"/>
            <a:ext cx="7526434" cy="3282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D51EE3C-0C76-B94C-7568-7236ABCACDDF}"/>
              </a:ext>
            </a:extLst>
          </p:cNvPr>
          <p:cNvSpPr/>
          <p:nvPr/>
        </p:nvSpPr>
        <p:spPr>
          <a:xfrm>
            <a:off x="1470312" y="3670951"/>
            <a:ext cx="4912080" cy="2006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AD8835E-EA9F-6479-0D45-15E6D254DAFB}"/>
              </a:ext>
            </a:extLst>
          </p:cNvPr>
          <p:cNvGraphicFramePr>
            <a:graphicFrameLocks noGrp="1"/>
          </p:cNvGraphicFramePr>
          <p:nvPr/>
        </p:nvGraphicFramePr>
        <p:xfrm>
          <a:off x="1475760" y="3676952"/>
          <a:ext cx="4906631" cy="119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6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4290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580153"/>
                    </a:ext>
                  </a:extLst>
                </a:gridCol>
                <a:gridCol w="632652">
                  <a:extLst>
                    <a:ext uri="{9D8B030D-6E8A-4147-A177-3AD203B41FA5}">
                      <a16:colId xmlns:a16="http://schemas.microsoft.com/office/drawing/2014/main" val="2567255783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품목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금액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u="none" strike="noStrike">
                        <a:solidFill>
                          <a:schemeClr val="bg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735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20,000</a:t>
                      </a:r>
                      <a:endParaRPr lang="ko-KR" altLang="en-US" sz="8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30,000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5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키세스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5289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A481593E-DBB5-0716-F42F-5E822C978E8D}"/>
              </a:ext>
            </a:extLst>
          </p:cNvPr>
          <p:cNvSpPr/>
          <p:nvPr/>
        </p:nvSpPr>
        <p:spPr>
          <a:xfrm>
            <a:off x="1475761" y="5502302"/>
            <a:ext cx="4912080" cy="174351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합 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:\ 80,000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0410452-BE5C-AFE4-1D2A-1B6D3C923485}"/>
              </a:ext>
            </a:extLst>
          </p:cNvPr>
          <p:cNvSpPr/>
          <p:nvPr/>
        </p:nvSpPr>
        <p:spPr>
          <a:xfrm>
            <a:off x="1475761" y="3516276"/>
            <a:ext cx="4906632" cy="1546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선정된 부식 목록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(2025-04-29)</a:t>
            </a:r>
          </a:p>
        </p:txBody>
      </p:sp>
      <p:grpSp>
        <p:nvGrpSpPr>
          <p:cNvPr id="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9E44A19-F12E-9316-03F1-F093415CCB3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149711" y="4074071"/>
            <a:ext cx="131556" cy="131556"/>
            <a:chOff x="554563" y="2632644"/>
            <a:chExt cx="131556" cy="131556"/>
          </a:xfrm>
        </p:grpSpPr>
        <p:sp>
          <p:nvSpPr>
            <p:cNvPr id="59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B068876-16E9-C4FA-F210-0CE30CA50CE3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DF17139-5A9A-1685-91C0-6E8F3326B739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B252822-79B1-8BD6-83CC-89F2DE0B0F25}"/>
              </a:ext>
            </a:extLst>
          </p:cNvPr>
          <p:cNvGrpSpPr/>
          <p:nvPr/>
        </p:nvGrpSpPr>
        <p:grpSpPr>
          <a:xfrm>
            <a:off x="6149711" y="3861927"/>
            <a:ext cx="131556" cy="131556"/>
            <a:chOff x="5851671" y="2092383"/>
            <a:chExt cx="131556" cy="131556"/>
          </a:xfrm>
        </p:grpSpPr>
        <p:sp>
          <p:nvSpPr>
            <p:cNvPr id="69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01120BF-817F-00C9-2C0E-C54BCA07E98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851671" y="2092383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2" name="Accept">
              <a:extLst>
                <a:ext uri="{FF2B5EF4-FFF2-40B4-BE49-F238E27FC236}">
                  <a16:creationId xmlns:a16="http://schemas.microsoft.com/office/drawing/2014/main" id="{B88B6FA4-3694-172B-1ADA-C127BF98064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88167" y="2130681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06F84FC-628F-683E-2724-B9657B36731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149711" y="4286215"/>
            <a:ext cx="131556" cy="131556"/>
            <a:chOff x="554563" y="2632644"/>
            <a:chExt cx="131556" cy="131556"/>
          </a:xfrm>
        </p:grpSpPr>
        <p:sp>
          <p:nvSpPr>
            <p:cNvPr id="7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D155100-4F1D-436F-E5CE-D2CCDCE07A4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1882456-E8A9-440A-E1C2-7B3D85B6A949}"/>
                </a:ext>
              </a:extLst>
            </p:cNvPr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AB6882E-DB10-E6DE-238D-4479B07B9CB1}"/>
              </a:ext>
            </a:extLst>
          </p:cNvPr>
          <p:cNvGrpSpPr/>
          <p:nvPr/>
        </p:nvGrpSpPr>
        <p:grpSpPr>
          <a:xfrm>
            <a:off x="6149711" y="4498358"/>
            <a:ext cx="131556" cy="131556"/>
            <a:chOff x="5851671" y="2092383"/>
            <a:chExt cx="131556" cy="131556"/>
          </a:xfrm>
        </p:grpSpPr>
        <p:sp>
          <p:nvSpPr>
            <p:cNvPr id="77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58EEAA2-B9C4-C4C4-D307-4206DEEE41C3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851671" y="2092383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8" name="Accept">
              <a:extLst>
                <a:ext uri="{FF2B5EF4-FFF2-40B4-BE49-F238E27FC236}">
                  <a16:creationId xmlns:a16="http://schemas.microsoft.com/office/drawing/2014/main" id="{4811B2A4-0464-ACA0-17C8-C580D7C991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88167" y="2130681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80" name="그림 7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310443-6182-7E37-4443-9BB8FC753FCB}"/>
              </a:ext>
            </a:extLst>
          </p:cNvPr>
          <p:cNvPicPr>
            <a:picLocks noChangeAspect="1"/>
          </p:cNvPicPr>
          <p:nvPr/>
        </p:nvPicPr>
        <p:blipFill>
          <a:blip r:embed="rId7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711" y="3526766"/>
            <a:ext cx="155121" cy="155121"/>
          </a:xfrm>
          <a:prstGeom prst="rect">
            <a:avLst/>
          </a:prstGeom>
        </p:spPr>
      </p:pic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BA90CDB-8ABA-838D-1586-9B2B76BF0150}"/>
              </a:ext>
            </a:extLst>
          </p:cNvPr>
          <p:cNvCxnSpPr/>
          <p:nvPr/>
        </p:nvCxnSpPr>
        <p:spPr>
          <a:xfrm>
            <a:off x="1470312" y="4652623"/>
            <a:ext cx="49120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D065C27-7E5A-80B5-174A-8802C1A91E9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49711" y="4703948"/>
            <a:ext cx="131556" cy="131556"/>
            <a:chOff x="554563" y="2632644"/>
            <a:chExt cx="131556" cy="131556"/>
          </a:xfrm>
        </p:grpSpPr>
        <p:sp>
          <p:nvSpPr>
            <p:cNvPr id="8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737F4A1-3FA9-3D14-20B1-D794F254033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C9E0E08C-2C3D-18EF-713B-7591889EF207}"/>
                </a:ext>
              </a:extLst>
            </p:cNvPr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86" name="Spin Box">
            <a:extLst>
              <a:ext uri="{FF2B5EF4-FFF2-40B4-BE49-F238E27FC236}">
                <a16:creationId xmlns:a16="http://schemas.microsoft.com/office/drawing/2014/main" id="{764C8EFB-2969-D1B0-E068-C56D2452711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849389" y="385987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87" name="Arrow Up Box">
              <a:extLst>
                <a:ext uri="{FF2B5EF4-FFF2-40B4-BE49-F238E27FC236}">
                  <a16:creationId xmlns:a16="http://schemas.microsoft.com/office/drawing/2014/main" id="{9879BC92-5BF0-5A16-12F5-2E63FDF20A3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Arrow Down Box">
              <a:extLst>
                <a:ext uri="{FF2B5EF4-FFF2-40B4-BE49-F238E27FC236}">
                  <a16:creationId xmlns:a16="http://schemas.microsoft.com/office/drawing/2014/main" id="{66F2BC81-618A-F067-9853-6A7FC3034F0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Arrow Up">
              <a:extLst>
                <a:ext uri="{FF2B5EF4-FFF2-40B4-BE49-F238E27FC236}">
                  <a16:creationId xmlns:a16="http://schemas.microsoft.com/office/drawing/2014/main" id="{33EFA4DE-4607-7494-B905-72427D5EE38C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Arrow Down">
              <a:extLst>
                <a:ext uri="{FF2B5EF4-FFF2-40B4-BE49-F238E27FC236}">
                  <a16:creationId xmlns:a16="http://schemas.microsoft.com/office/drawing/2014/main" id="{8E7759FC-948F-0B69-D32B-7A4990698F0B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Text Box">
              <a:extLst>
                <a:ext uri="{FF2B5EF4-FFF2-40B4-BE49-F238E27FC236}">
                  <a16:creationId xmlns:a16="http://schemas.microsoft.com/office/drawing/2014/main" id="{BA556AC6-D94F-7BB6-F364-C5037F224E5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Spin Box">
            <a:extLst>
              <a:ext uri="{FF2B5EF4-FFF2-40B4-BE49-F238E27FC236}">
                <a16:creationId xmlns:a16="http://schemas.microsoft.com/office/drawing/2014/main" id="{6266AB79-183F-BB2C-2A8E-F0D2ACA0E7E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49389" y="4062724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93" name="Arrow Up Box">
              <a:extLst>
                <a:ext uri="{FF2B5EF4-FFF2-40B4-BE49-F238E27FC236}">
                  <a16:creationId xmlns:a16="http://schemas.microsoft.com/office/drawing/2014/main" id="{49C38F1B-6C77-450B-D3CD-C616CE3A2AD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Arrow Down Box">
              <a:extLst>
                <a:ext uri="{FF2B5EF4-FFF2-40B4-BE49-F238E27FC236}">
                  <a16:creationId xmlns:a16="http://schemas.microsoft.com/office/drawing/2014/main" id="{579B3CC3-E613-2F6C-2A67-6C6660EC86F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Arrow Up">
              <a:extLst>
                <a:ext uri="{FF2B5EF4-FFF2-40B4-BE49-F238E27FC236}">
                  <a16:creationId xmlns:a16="http://schemas.microsoft.com/office/drawing/2014/main" id="{584A3FFC-1D4A-BF68-EA30-7A08E5679848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Arrow Down">
              <a:extLst>
                <a:ext uri="{FF2B5EF4-FFF2-40B4-BE49-F238E27FC236}">
                  <a16:creationId xmlns:a16="http://schemas.microsoft.com/office/drawing/2014/main" id="{831B17C3-DB68-353D-0682-EAC1CDDEA213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ECDCAB5A-8F59-7C66-9449-4237ED82B40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8" name="Spin Box">
            <a:extLst>
              <a:ext uri="{FF2B5EF4-FFF2-40B4-BE49-F238E27FC236}">
                <a16:creationId xmlns:a16="http://schemas.microsoft.com/office/drawing/2014/main" id="{D59CB812-A472-DB4D-3C60-A6693E61A73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49389" y="427862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99" name="Arrow Up Box">
              <a:extLst>
                <a:ext uri="{FF2B5EF4-FFF2-40B4-BE49-F238E27FC236}">
                  <a16:creationId xmlns:a16="http://schemas.microsoft.com/office/drawing/2014/main" id="{783CC87B-93DF-6490-4690-19AFB8E4458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Arrow Down Box">
              <a:extLst>
                <a:ext uri="{FF2B5EF4-FFF2-40B4-BE49-F238E27FC236}">
                  <a16:creationId xmlns:a16="http://schemas.microsoft.com/office/drawing/2014/main" id="{E1850732-C619-CA1B-0AD7-D4B586D9B3E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Arrow Up">
              <a:extLst>
                <a:ext uri="{FF2B5EF4-FFF2-40B4-BE49-F238E27FC236}">
                  <a16:creationId xmlns:a16="http://schemas.microsoft.com/office/drawing/2014/main" id="{4ABF0207-16C9-E598-19C6-745AE0CBCD63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Arrow Down">
              <a:extLst>
                <a:ext uri="{FF2B5EF4-FFF2-40B4-BE49-F238E27FC236}">
                  <a16:creationId xmlns:a16="http://schemas.microsoft.com/office/drawing/2014/main" id="{7DFD48B6-5EB4-3F1A-276A-8DC49AE8A10C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ext Box">
              <a:extLst>
                <a:ext uri="{FF2B5EF4-FFF2-40B4-BE49-F238E27FC236}">
                  <a16:creationId xmlns:a16="http://schemas.microsoft.com/office/drawing/2014/main" id="{F144ADD0-C3EE-EC54-8671-D720180CD24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4" name="Spin Box">
            <a:extLst>
              <a:ext uri="{FF2B5EF4-FFF2-40B4-BE49-F238E27FC236}">
                <a16:creationId xmlns:a16="http://schemas.microsoft.com/office/drawing/2014/main" id="{EE506275-E543-FA0C-E543-8E8E59C65DB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849389" y="447526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105" name="Arrow Up Box">
              <a:extLst>
                <a:ext uri="{FF2B5EF4-FFF2-40B4-BE49-F238E27FC236}">
                  <a16:creationId xmlns:a16="http://schemas.microsoft.com/office/drawing/2014/main" id="{0191656A-35F2-D952-7829-71B95117720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Arrow Down Box">
              <a:extLst>
                <a:ext uri="{FF2B5EF4-FFF2-40B4-BE49-F238E27FC236}">
                  <a16:creationId xmlns:a16="http://schemas.microsoft.com/office/drawing/2014/main" id="{9FE3FBE2-22F0-D68A-F19A-4197B4C127D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Arrow Up">
              <a:extLst>
                <a:ext uri="{FF2B5EF4-FFF2-40B4-BE49-F238E27FC236}">
                  <a16:creationId xmlns:a16="http://schemas.microsoft.com/office/drawing/2014/main" id="{B0BD9372-DEC7-774B-FCC4-DDD91E29CB13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Arrow Down">
              <a:extLst>
                <a:ext uri="{FF2B5EF4-FFF2-40B4-BE49-F238E27FC236}">
                  <a16:creationId xmlns:a16="http://schemas.microsoft.com/office/drawing/2014/main" id="{56F4F25C-09B6-73D7-C601-C4F67FB1340D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Text Box">
              <a:extLst>
                <a:ext uri="{FF2B5EF4-FFF2-40B4-BE49-F238E27FC236}">
                  <a16:creationId xmlns:a16="http://schemas.microsoft.com/office/drawing/2014/main" id="{38D9B946-8C6C-3AB3-1A4E-EA8CF1366E9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Spin Box">
            <a:extLst>
              <a:ext uri="{FF2B5EF4-FFF2-40B4-BE49-F238E27FC236}">
                <a16:creationId xmlns:a16="http://schemas.microsoft.com/office/drawing/2014/main" id="{3EB7E6BA-CF6D-131C-A8E6-7C46B505BF1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49389" y="4704062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111" name="Arrow Up Box">
              <a:extLst>
                <a:ext uri="{FF2B5EF4-FFF2-40B4-BE49-F238E27FC236}">
                  <a16:creationId xmlns:a16="http://schemas.microsoft.com/office/drawing/2014/main" id="{99417CC1-0D06-A730-BDE4-701932C19C7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Arrow Down Box">
              <a:extLst>
                <a:ext uri="{FF2B5EF4-FFF2-40B4-BE49-F238E27FC236}">
                  <a16:creationId xmlns:a16="http://schemas.microsoft.com/office/drawing/2014/main" id="{4489F7D1-9433-0F99-1598-96160661F15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Arrow Up">
              <a:extLst>
                <a:ext uri="{FF2B5EF4-FFF2-40B4-BE49-F238E27FC236}">
                  <a16:creationId xmlns:a16="http://schemas.microsoft.com/office/drawing/2014/main" id="{3AC203EB-333D-27DE-2877-D4C29603746F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Arrow Down">
              <a:extLst>
                <a:ext uri="{FF2B5EF4-FFF2-40B4-BE49-F238E27FC236}">
                  <a16:creationId xmlns:a16="http://schemas.microsoft.com/office/drawing/2014/main" id="{66B1C110-AA82-A253-89E7-DF23348B55C5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Text Box">
              <a:extLst>
                <a:ext uri="{FF2B5EF4-FFF2-40B4-BE49-F238E27FC236}">
                  <a16:creationId xmlns:a16="http://schemas.microsoft.com/office/drawing/2014/main" id="{6F7BF8FE-CDAA-B5C4-ED75-BA756C9C999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7" name="타원 116">
            <a:extLst>
              <a:ext uri="{FF2B5EF4-FFF2-40B4-BE49-F238E27FC236}">
                <a16:creationId xmlns:a16="http://schemas.microsoft.com/office/drawing/2014/main" id="{EFD81208-FFF9-C137-A7EA-8F26A30108DF}"/>
              </a:ext>
            </a:extLst>
          </p:cNvPr>
          <p:cNvSpPr/>
          <p:nvPr/>
        </p:nvSpPr>
        <p:spPr>
          <a:xfrm>
            <a:off x="6454431" y="4571263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3725DA9E-9C44-817D-676B-E17D76CBFC74}"/>
              </a:ext>
            </a:extLst>
          </p:cNvPr>
          <p:cNvSpPr/>
          <p:nvPr/>
        </p:nvSpPr>
        <p:spPr>
          <a:xfrm>
            <a:off x="1227367" y="55212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12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364CFD22-46F6-3873-4C9F-FC33A74E0026}"/>
              </a:ext>
            </a:extLst>
          </p:cNvPr>
          <p:cNvSpPr/>
          <p:nvPr/>
        </p:nvSpPr>
        <p:spPr>
          <a:xfrm flipH="1">
            <a:off x="6270914" y="4913729"/>
            <a:ext cx="98332" cy="53507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ED07E11D-32FB-8B26-4F64-416604BB2D20}"/>
              </a:ext>
            </a:extLst>
          </p:cNvPr>
          <p:cNvSpPr/>
          <p:nvPr/>
        </p:nvSpPr>
        <p:spPr>
          <a:xfrm>
            <a:off x="6454431" y="5142236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12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477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6795-2B60-3E35-D397-03DBA843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56FA7B9F-00AA-D218-F4F1-326F916BAC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8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7F5134D-2BEB-4CCA-EA92-937E91DABC9F}"/>
              </a:ext>
            </a:extLst>
          </p:cNvPr>
          <p:cNvSpPr/>
          <p:nvPr/>
        </p:nvSpPr>
        <p:spPr>
          <a:xfrm>
            <a:off x="166938" y="1381958"/>
            <a:ext cx="7531880" cy="4716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5CC795-6D94-059B-20C2-70C166BD0DA8}"/>
              </a:ext>
            </a:extLst>
          </p:cNvPr>
          <p:cNvSpPr/>
          <p:nvPr/>
        </p:nvSpPr>
        <p:spPr>
          <a:xfrm>
            <a:off x="1475761" y="1965650"/>
            <a:ext cx="3251692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48957B-B19C-4614-B5D7-75B665D67681}"/>
              </a:ext>
            </a:extLst>
          </p:cNvPr>
          <p:cNvSpPr/>
          <p:nvPr/>
        </p:nvSpPr>
        <p:spPr>
          <a:xfrm>
            <a:off x="4823532" y="1976586"/>
            <a:ext cx="1564309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F228298-DBF2-029B-4488-C5E8124C1759}"/>
              </a:ext>
            </a:extLst>
          </p:cNvPr>
          <p:cNvSpPr/>
          <p:nvPr/>
        </p:nvSpPr>
        <p:spPr>
          <a:xfrm>
            <a:off x="4818083" y="1985141"/>
            <a:ext cx="1569757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04277E-99DF-E408-247F-33609E3FEF70}"/>
              </a:ext>
            </a:extLst>
          </p:cNvPr>
          <p:cNvSpPr/>
          <p:nvPr/>
        </p:nvSpPr>
        <p:spPr>
          <a:xfrm>
            <a:off x="1475760" y="1974205"/>
            <a:ext cx="3221144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DC8C7DF-F1A3-4661-7C82-22B6C396BA07}"/>
              </a:ext>
            </a:extLst>
          </p:cNvPr>
          <p:cNvGrpSpPr/>
          <p:nvPr/>
        </p:nvGrpSpPr>
        <p:grpSpPr>
          <a:xfrm>
            <a:off x="1571565" y="4521067"/>
            <a:ext cx="133893" cy="883132"/>
            <a:chOff x="1670176" y="3668725"/>
            <a:chExt cx="133893" cy="883132"/>
          </a:xfrm>
        </p:grpSpPr>
        <p:grpSp>
          <p:nvGrpSpPr>
  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23992ADF-C267-844D-170E-81896A2E06A7}"/>
                </a:ext>
              </a:extLst>
            </p:cNvPr>
            <p:cNvGrpSpPr/>
            <p:nvPr>
              <p:custDataLst>
                <p:tags r:id="rId42"/>
              </p:custDataLst>
            </p:nvPr>
          </p:nvGrpSpPr>
          <p:grpSpPr>
            <a:xfrm>
              <a:off x="1670176" y="3917384"/>
              <a:ext cx="131556" cy="131556"/>
              <a:chOff x="554563" y="2632644"/>
              <a:chExt cx="131556" cy="131556"/>
            </a:xfrm>
          </p:grpSpPr>
          <p:sp>
            <p:nvSpPr>
              <p:cNvPr id="26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286B2AB-63A2-041A-3752-6B6A9776DD8A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3D908AE3-2858-09CA-733B-ED869763DD85}"/>
                  </a:ext>
                </a:extLst>
              </p:cNvPr>
              <p:cNvSpPr>
                <a:spLocks noEditPoint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F3AF659-3852-A542-D4D5-19E5A534E6F3}"/>
                </a:ext>
              </a:extLst>
            </p:cNvPr>
            <p:cNvGrpSpPr/>
            <p:nvPr/>
          </p:nvGrpSpPr>
          <p:grpSpPr>
            <a:xfrm>
              <a:off x="1670176" y="3668725"/>
              <a:ext cx="131556" cy="131556"/>
              <a:chOff x="8414443" y="3509861"/>
              <a:chExt cx="131556" cy="131556"/>
            </a:xfrm>
          </p:grpSpPr>
          <p:sp>
            <p:nvSpPr>
              <p:cNvPr id="2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9F9BA7C-063A-1CB1-DDC3-0FA42253E9E2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Accept">
                <a:extLst>
                  <a:ext uri="{FF2B5EF4-FFF2-40B4-BE49-F238E27FC236}">
                    <a16:creationId xmlns:a16="http://schemas.microsoft.com/office/drawing/2014/main" id="{A57258B8-4C10-C504-7779-8181B9D45A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85E21EF1-0AE3-288C-7396-182FE5FB0460}"/>
                </a:ext>
              </a:extLst>
            </p:cNvPr>
            <p:cNvGrpSpPr/>
            <p:nvPr>
              <p:custDataLst>
                <p:tags r:id="rId43"/>
              </p:custDataLst>
            </p:nvPr>
          </p:nvGrpSpPr>
          <p:grpSpPr>
            <a:xfrm>
              <a:off x="1672513" y="4177003"/>
              <a:ext cx="131556" cy="131556"/>
              <a:chOff x="554563" y="2632644"/>
              <a:chExt cx="131556" cy="131556"/>
            </a:xfrm>
          </p:grpSpPr>
          <p:sp>
            <p:nvSpPr>
              <p:cNvPr id="33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13855C7-DE28-0527-370D-FF1D9281264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5E5F400E-E547-144D-B70F-843D767D9DC4}"/>
                  </a:ext>
                </a:extLst>
              </p:cNvPr>
              <p:cNvSpPr>
                <a:spLocks noEditPoint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132526F0-AB2F-2ECF-2ACD-94269CE4DCD8}"/>
                </a:ext>
              </a:extLst>
            </p:cNvPr>
            <p:cNvGrpSpPr/>
            <p:nvPr/>
          </p:nvGrpSpPr>
          <p:grpSpPr>
            <a:xfrm>
              <a:off x="1672513" y="4420301"/>
              <a:ext cx="131556" cy="131556"/>
              <a:chOff x="8414443" y="3509861"/>
              <a:chExt cx="131556" cy="131556"/>
            </a:xfrm>
          </p:grpSpPr>
          <p:sp>
            <p:nvSpPr>
              <p:cNvPr id="3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9AFBD9B-C805-AF2F-FA77-98BAC3BD32E9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Accept">
                <a:extLst>
                  <a:ext uri="{FF2B5EF4-FFF2-40B4-BE49-F238E27FC236}">
                    <a16:creationId xmlns:a16="http://schemas.microsoft.com/office/drawing/2014/main" id="{68734287-7FA5-D4D4-1394-8E7C691857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65F8A81-D8B4-D67D-5A19-6AF1A253C16E}"/>
              </a:ext>
            </a:extLst>
          </p:cNvPr>
          <p:cNvCxnSpPr/>
          <p:nvPr/>
        </p:nvCxnSpPr>
        <p:spPr>
          <a:xfrm>
            <a:off x="1541539" y="2716174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4727061B-2F39-8660-773E-9F2C9A5163AE}"/>
              </a:ext>
            </a:extLst>
          </p:cNvPr>
          <p:cNvGraphicFramePr/>
          <p:nvPr/>
        </p:nvGraphicFramePr>
        <p:xfrm>
          <a:off x="1475761" y="2064080"/>
          <a:ext cx="3210675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0834F1-EF3A-4EEF-4B00-23222074E102}"/>
              </a:ext>
            </a:extLst>
          </p:cNvPr>
          <p:cNvGrpSpPr/>
          <p:nvPr/>
        </p:nvGrpSpPr>
        <p:grpSpPr>
          <a:xfrm>
            <a:off x="4897124" y="2233539"/>
            <a:ext cx="1424115" cy="1145219"/>
            <a:chOff x="4994017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7F65DC18-25EA-8850-206E-67548F8D3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2E772192-2A50-0D1A-5FFC-B1DC471DF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E4FC4565-71A1-53DF-766D-8F1CD015E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862C69BD-D3FE-E0FB-7B9B-D607C8291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A9F907-9CD0-7172-F86A-8CFED3BD5E69}"/>
              </a:ext>
            </a:extLst>
          </p:cNvPr>
          <p:cNvGrpSpPr/>
          <p:nvPr/>
        </p:nvGrpSpPr>
        <p:grpSpPr>
          <a:xfrm>
            <a:off x="172385" y="1388859"/>
            <a:ext cx="7526433" cy="341115"/>
            <a:chOff x="241110" y="659427"/>
            <a:chExt cx="7360932" cy="34111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DE1BE71-A4C9-E8E4-D8D7-67DC50E7E10E}"/>
                </a:ext>
              </a:extLst>
            </p:cNvPr>
            <p:cNvSpPr/>
            <p:nvPr/>
          </p:nvSpPr>
          <p:spPr>
            <a:xfrm>
              <a:off x="241110" y="659427"/>
              <a:ext cx="7360932" cy="341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GSITM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부트캠프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 부식 신청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83C3A15-4E6C-41F0-7FCE-6D9C61F0F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2313" y="740777"/>
              <a:ext cx="142662" cy="1426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5D7D55E-A806-092C-57AF-2E6F0D62CCE9}"/>
                </a:ext>
              </a:extLst>
            </p:cNvPr>
            <p:cNvSpPr txBox="1"/>
            <p:nvPr/>
          </p:nvSpPr>
          <p:spPr>
            <a:xfrm>
              <a:off x="7009149" y="706873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/>
                <a:t>관리자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8E2D7D5-A865-8319-8019-0CF4220F4F34}"/>
              </a:ext>
            </a:extLst>
          </p:cNvPr>
          <p:cNvGrpSpPr/>
          <p:nvPr/>
        </p:nvGrpSpPr>
        <p:grpSpPr>
          <a:xfrm>
            <a:off x="1476422" y="1735219"/>
            <a:ext cx="190465" cy="189518"/>
            <a:chOff x="707191" y="5113600"/>
            <a:chExt cx="190465" cy="189518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1BF92A5D-8846-675E-3986-B3BD3A085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B1090D0D-50E6-CC91-5E45-50C2CD37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96AD926C-1002-6F52-4D66-A91858C8978F}"/>
              </a:ext>
            </a:extLst>
          </p:cNvPr>
          <p:cNvSpPr/>
          <p:nvPr/>
        </p:nvSpPr>
        <p:spPr>
          <a:xfrm>
            <a:off x="1178610" y="58669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9ADECF-7EAB-F2E3-C385-CBA1283D7CD8}"/>
              </a:ext>
            </a:extLst>
          </p:cNvPr>
          <p:cNvSpPr/>
          <p:nvPr/>
        </p:nvSpPr>
        <p:spPr>
          <a:xfrm>
            <a:off x="172387" y="5763335"/>
            <a:ext cx="7526434" cy="3282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7C309A4-6C9B-E2EF-C619-ED48C5E4D766}"/>
              </a:ext>
            </a:extLst>
          </p:cNvPr>
          <p:cNvSpPr/>
          <p:nvPr/>
        </p:nvSpPr>
        <p:spPr>
          <a:xfrm>
            <a:off x="1470312" y="3670951"/>
            <a:ext cx="4912080" cy="2006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B82394B-4D57-FA86-6179-8046EAAA0A12}"/>
              </a:ext>
            </a:extLst>
          </p:cNvPr>
          <p:cNvGraphicFramePr>
            <a:graphicFrameLocks noGrp="1"/>
          </p:cNvGraphicFramePr>
          <p:nvPr/>
        </p:nvGraphicFramePr>
        <p:xfrm>
          <a:off x="1475760" y="3676952"/>
          <a:ext cx="4906631" cy="119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6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4290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580153"/>
                    </a:ext>
                  </a:extLst>
                </a:gridCol>
                <a:gridCol w="632652">
                  <a:extLst>
                    <a:ext uri="{9D8B030D-6E8A-4147-A177-3AD203B41FA5}">
                      <a16:colId xmlns:a16="http://schemas.microsoft.com/office/drawing/2014/main" val="2567255783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품목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금액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u="none" strike="noStrike">
                        <a:solidFill>
                          <a:schemeClr val="bg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735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20,000</a:t>
                      </a:r>
                      <a:endParaRPr lang="ko-KR" altLang="en-US" sz="8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30,000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5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키세스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5289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48B17E5F-2CBA-B3A8-4E39-3F877D71B696}"/>
              </a:ext>
            </a:extLst>
          </p:cNvPr>
          <p:cNvSpPr/>
          <p:nvPr/>
        </p:nvSpPr>
        <p:spPr>
          <a:xfrm>
            <a:off x="1475761" y="5502302"/>
            <a:ext cx="4912080" cy="174351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합 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:\ 80,000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DC2A724-C98F-351E-E13B-6960F1213D05}"/>
              </a:ext>
            </a:extLst>
          </p:cNvPr>
          <p:cNvSpPr/>
          <p:nvPr/>
        </p:nvSpPr>
        <p:spPr>
          <a:xfrm>
            <a:off x="1475761" y="3516276"/>
            <a:ext cx="4906632" cy="1546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선정된 부식 목록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(2025-04-29)</a:t>
            </a:r>
          </a:p>
        </p:txBody>
      </p:sp>
      <p:grpSp>
        <p:nvGrpSpPr>
          <p:cNvPr id="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6E75127-BF2E-CAB1-3215-68F54FCA80F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936055" y="4074071"/>
            <a:ext cx="131556" cy="131556"/>
            <a:chOff x="554563" y="2632644"/>
            <a:chExt cx="131556" cy="131556"/>
          </a:xfrm>
        </p:grpSpPr>
        <p:sp>
          <p:nvSpPr>
            <p:cNvPr id="59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F312052-B94B-F043-AD5A-53AFC53072C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1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04E4689-EB06-1CC1-4340-B8DC22DB2253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2765C87-2E45-041E-29B4-00725B21D095}"/>
              </a:ext>
            </a:extLst>
          </p:cNvPr>
          <p:cNvGrpSpPr/>
          <p:nvPr/>
        </p:nvGrpSpPr>
        <p:grpSpPr>
          <a:xfrm>
            <a:off x="5936055" y="3861927"/>
            <a:ext cx="131556" cy="131556"/>
            <a:chOff x="5851671" y="2092383"/>
            <a:chExt cx="131556" cy="131556"/>
          </a:xfrm>
        </p:grpSpPr>
        <p:sp>
          <p:nvSpPr>
            <p:cNvPr id="69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D08AF80-6C7C-B96E-AA80-F1353BAF328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851671" y="2092383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2" name="Accept">
              <a:extLst>
                <a:ext uri="{FF2B5EF4-FFF2-40B4-BE49-F238E27FC236}">
                  <a16:creationId xmlns:a16="http://schemas.microsoft.com/office/drawing/2014/main" id="{3924F8CA-BBC9-3547-FE67-01A614C5CD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88167" y="2130681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9B6965C-037F-E0EA-C485-CBACABAD309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936055" y="4286215"/>
            <a:ext cx="131556" cy="131556"/>
            <a:chOff x="554563" y="2632644"/>
            <a:chExt cx="131556" cy="131556"/>
          </a:xfrm>
        </p:grpSpPr>
        <p:sp>
          <p:nvSpPr>
            <p:cNvPr id="7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94C1755-132D-ACE8-9F0A-63ECFC99AC8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C5CF324-92FA-4925-9FD7-C298BF19B195}"/>
                </a:ext>
              </a:extLst>
            </p:cNvPr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B187B67-5A2B-3F30-FD56-33A7DC821F93}"/>
              </a:ext>
            </a:extLst>
          </p:cNvPr>
          <p:cNvGrpSpPr/>
          <p:nvPr/>
        </p:nvGrpSpPr>
        <p:grpSpPr>
          <a:xfrm>
            <a:off x="5936055" y="4498358"/>
            <a:ext cx="131556" cy="131556"/>
            <a:chOff x="5851671" y="2092383"/>
            <a:chExt cx="131556" cy="131556"/>
          </a:xfrm>
        </p:grpSpPr>
        <p:sp>
          <p:nvSpPr>
            <p:cNvPr id="77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0AEECA9-1695-BABE-EDAB-EC4B7DB90113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851671" y="2092383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8" name="Accept">
              <a:extLst>
                <a:ext uri="{FF2B5EF4-FFF2-40B4-BE49-F238E27FC236}">
                  <a16:creationId xmlns:a16="http://schemas.microsoft.com/office/drawing/2014/main" id="{A2E6D42F-54BB-1FFA-F9B8-A6A497AC48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88167" y="2130681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80" name="그림 7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BC3B5EC-C5D7-08E4-9749-F344AD0C83E3}"/>
              </a:ext>
            </a:extLst>
          </p:cNvPr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055" y="3526766"/>
            <a:ext cx="155121" cy="155121"/>
          </a:xfrm>
          <a:prstGeom prst="rect">
            <a:avLst/>
          </a:prstGeom>
        </p:spPr>
      </p:pic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DEC42D0-170A-68F8-3DC2-4698F07B0397}"/>
              </a:ext>
            </a:extLst>
          </p:cNvPr>
          <p:cNvCxnSpPr/>
          <p:nvPr/>
        </p:nvCxnSpPr>
        <p:spPr>
          <a:xfrm>
            <a:off x="1470312" y="4652623"/>
            <a:ext cx="49120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C6B9BCE-0539-880A-A66E-C944D7A47DF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936055" y="4703948"/>
            <a:ext cx="131556" cy="131556"/>
            <a:chOff x="554563" y="2632644"/>
            <a:chExt cx="131556" cy="131556"/>
          </a:xfrm>
        </p:grpSpPr>
        <p:sp>
          <p:nvSpPr>
            <p:cNvPr id="8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1588081-141C-0413-66A4-C0843AC41F7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CB29CDE-B423-96B3-EF1E-122FF5347345}"/>
                </a:ext>
              </a:extLst>
            </p:cNvPr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86" name="Spin Box">
            <a:extLst>
              <a:ext uri="{FF2B5EF4-FFF2-40B4-BE49-F238E27FC236}">
                <a16:creationId xmlns:a16="http://schemas.microsoft.com/office/drawing/2014/main" id="{D23520D1-BBEF-AADC-871F-51D0C13BC7F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635733" y="385987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87" name="Arrow Up Box">
              <a:extLst>
                <a:ext uri="{FF2B5EF4-FFF2-40B4-BE49-F238E27FC236}">
                  <a16:creationId xmlns:a16="http://schemas.microsoft.com/office/drawing/2014/main" id="{1FDA57BB-913D-15FE-19A2-3992728CAE5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Arrow Down Box">
              <a:extLst>
                <a:ext uri="{FF2B5EF4-FFF2-40B4-BE49-F238E27FC236}">
                  <a16:creationId xmlns:a16="http://schemas.microsoft.com/office/drawing/2014/main" id="{A0600C20-8B0F-4B0A-FD47-A05986DF0B1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Arrow Up">
              <a:extLst>
                <a:ext uri="{FF2B5EF4-FFF2-40B4-BE49-F238E27FC236}">
                  <a16:creationId xmlns:a16="http://schemas.microsoft.com/office/drawing/2014/main" id="{A3DB3CB2-C9DF-0580-F44D-F2AB154C0D24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Arrow Down">
              <a:extLst>
                <a:ext uri="{FF2B5EF4-FFF2-40B4-BE49-F238E27FC236}">
                  <a16:creationId xmlns:a16="http://schemas.microsoft.com/office/drawing/2014/main" id="{1962EB69-9A9E-7E7E-BB65-46712E29A6EB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Text Box">
              <a:extLst>
                <a:ext uri="{FF2B5EF4-FFF2-40B4-BE49-F238E27FC236}">
                  <a16:creationId xmlns:a16="http://schemas.microsoft.com/office/drawing/2014/main" id="{087321DF-CF93-0AF4-BF9A-3B49FDD0809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Spin Box">
            <a:extLst>
              <a:ext uri="{FF2B5EF4-FFF2-40B4-BE49-F238E27FC236}">
                <a16:creationId xmlns:a16="http://schemas.microsoft.com/office/drawing/2014/main" id="{B0E6A9B7-5EC3-94FB-4B55-1A5E727BE7E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635733" y="4062724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93" name="Arrow Up Box">
              <a:extLst>
                <a:ext uri="{FF2B5EF4-FFF2-40B4-BE49-F238E27FC236}">
                  <a16:creationId xmlns:a16="http://schemas.microsoft.com/office/drawing/2014/main" id="{5F09C238-6971-7700-49E8-2C5DA48F057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Arrow Down Box">
              <a:extLst>
                <a:ext uri="{FF2B5EF4-FFF2-40B4-BE49-F238E27FC236}">
                  <a16:creationId xmlns:a16="http://schemas.microsoft.com/office/drawing/2014/main" id="{726FF685-1C79-696E-D3B2-665BF894ABA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Arrow Up">
              <a:extLst>
                <a:ext uri="{FF2B5EF4-FFF2-40B4-BE49-F238E27FC236}">
                  <a16:creationId xmlns:a16="http://schemas.microsoft.com/office/drawing/2014/main" id="{FB0C5FAE-D991-5174-290D-3969F7639122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Arrow Down">
              <a:extLst>
                <a:ext uri="{FF2B5EF4-FFF2-40B4-BE49-F238E27FC236}">
                  <a16:creationId xmlns:a16="http://schemas.microsoft.com/office/drawing/2014/main" id="{F98C5B91-B9DB-F71B-04B9-CFCDF281AC2E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CA5CD02C-F2BE-A859-4876-8900DD86A73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8" name="Spin Box">
            <a:extLst>
              <a:ext uri="{FF2B5EF4-FFF2-40B4-BE49-F238E27FC236}">
                <a16:creationId xmlns:a16="http://schemas.microsoft.com/office/drawing/2014/main" id="{7664A915-87F4-3481-B7AB-5CAED91CCBF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635733" y="427862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99" name="Arrow Up Box">
              <a:extLst>
                <a:ext uri="{FF2B5EF4-FFF2-40B4-BE49-F238E27FC236}">
                  <a16:creationId xmlns:a16="http://schemas.microsoft.com/office/drawing/2014/main" id="{96DF935B-8066-A9A1-B6B6-7CCAC5D692C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Arrow Down Box">
              <a:extLst>
                <a:ext uri="{FF2B5EF4-FFF2-40B4-BE49-F238E27FC236}">
                  <a16:creationId xmlns:a16="http://schemas.microsoft.com/office/drawing/2014/main" id="{CA51435C-0FBC-2C04-A228-E60E41BF47B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Arrow Up">
              <a:extLst>
                <a:ext uri="{FF2B5EF4-FFF2-40B4-BE49-F238E27FC236}">
                  <a16:creationId xmlns:a16="http://schemas.microsoft.com/office/drawing/2014/main" id="{7B7858F8-3F68-0EDC-D417-363D69FB4AE7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Arrow Down">
              <a:extLst>
                <a:ext uri="{FF2B5EF4-FFF2-40B4-BE49-F238E27FC236}">
                  <a16:creationId xmlns:a16="http://schemas.microsoft.com/office/drawing/2014/main" id="{E013EC2E-627C-1801-6DE2-60819C717E0D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ext Box">
              <a:extLst>
                <a:ext uri="{FF2B5EF4-FFF2-40B4-BE49-F238E27FC236}">
                  <a16:creationId xmlns:a16="http://schemas.microsoft.com/office/drawing/2014/main" id="{E205D489-17E9-54E5-398B-EA0D3F7A057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4" name="Spin Box">
            <a:extLst>
              <a:ext uri="{FF2B5EF4-FFF2-40B4-BE49-F238E27FC236}">
                <a16:creationId xmlns:a16="http://schemas.microsoft.com/office/drawing/2014/main" id="{E7A47938-759E-00EC-1634-855F4833360D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635733" y="4475265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105" name="Arrow Up Box">
              <a:extLst>
                <a:ext uri="{FF2B5EF4-FFF2-40B4-BE49-F238E27FC236}">
                  <a16:creationId xmlns:a16="http://schemas.microsoft.com/office/drawing/2014/main" id="{ECBEA47B-1820-B5B9-A144-DC5B2988AC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Arrow Down Box">
              <a:extLst>
                <a:ext uri="{FF2B5EF4-FFF2-40B4-BE49-F238E27FC236}">
                  <a16:creationId xmlns:a16="http://schemas.microsoft.com/office/drawing/2014/main" id="{2D2F398F-1C19-15D6-F718-7632C4048DE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Arrow Up">
              <a:extLst>
                <a:ext uri="{FF2B5EF4-FFF2-40B4-BE49-F238E27FC236}">
                  <a16:creationId xmlns:a16="http://schemas.microsoft.com/office/drawing/2014/main" id="{CFD9B835-2416-A3EC-9A46-FBCBE175E98C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Arrow Down">
              <a:extLst>
                <a:ext uri="{FF2B5EF4-FFF2-40B4-BE49-F238E27FC236}">
                  <a16:creationId xmlns:a16="http://schemas.microsoft.com/office/drawing/2014/main" id="{4553961F-7D04-0186-0B20-1BF5405EF5FB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Text Box">
              <a:extLst>
                <a:ext uri="{FF2B5EF4-FFF2-40B4-BE49-F238E27FC236}">
                  <a16:creationId xmlns:a16="http://schemas.microsoft.com/office/drawing/2014/main" id="{0B8E32EF-51EF-8242-CD8C-760D01AB0AA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Spin Box">
            <a:extLst>
              <a:ext uri="{FF2B5EF4-FFF2-40B4-BE49-F238E27FC236}">
                <a16:creationId xmlns:a16="http://schemas.microsoft.com/office/drawing/2014/main" id="{F636F4EF-76F7-68E0-FC08-7B1711704A94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635733" y="4704062"/>
            <a:ext cx="229674" cy="133608"/>
            <a:chOff x="1877529" y="1614302"/>
            <a:chExt cx="414439" cy="241093"/>
          </a:xfrm>
          <a:solidFill>
            <a:srgbClr val="FFFFFF"/>
          </a:solidFill>
        </p:grpSpPr>
        <p:sp>
          <p:nvSpPr>
            <p:cNvPr id="111" name="Arrow Up Box">
              <a:extLst>
                <a:ext uri="{FF2B5EF4-FFF2-40B4-BE49-F238E27FC236}">
                  <a16:creationId xmlns:a16="http://schemas.microsoft.com/office/drawing/2014/main" id="{7EB27867-A17A-E4FA-B1F3-BA029B1EEAD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125979" y="1614302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Arrow Down Box">
              <a:extLst>
                <a:ext uri="{FF2B5EF4-FFF2-40B4-BE49-F238E27FC236}">
                  <a16:creationId xmlns:a16="http://schemas.microsoft.com/office/drawing/2014/main" id="{24CC1465-CBB9-96D5-B964-2519240A99A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125979" y="1734848"/>
              <a:ext cx="165989" cy="12054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Arrow Up">
              <a:extLst>
                <a:ext uri="{FF2B5EF4-FFF2-40B4-BE49-F238E27FC236}">
                  <a16:creationId xmlns:a16="http://schemas.microsoft.com/office/drawing/2014/main" id="{6EC3AA48-52C4-77E5-C8F3-D6B4DC4757CD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rot="10800000" flipH="1">
              <a:off x="2176969" y="1656486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Arrow Down">
              <a:extLst>
                <a:ext uri="{FF2B5EF4-FFF2-40B4-BE49-F238E27FC236}">
                  <a16:creationId xmlns:a16="http://schemas.microsoft.com/office/drawing/2014/main" id="{667F4857-E129-BE34-FD28-027604B62EB9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2176969" y="1777033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Text Box">
              <a:extLst>
                <a:ext uri="{FF2B5EF4-FFF2-40B4-BE49-F238E27FC236}">
                  <a16:creationId xmlns:a16="http://schemas.microsoft.com/office/drawing/2014/main" id="{B83AB6D0-71A8-B7A8-FB85-16B94B1C5AC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877529" y="1614303"/>
              <a:ext cx="2484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50800" rIns="36000" bIns="50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15173F05-EEC9-EA6D-C7EA-12FD39D7A54E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35037B39-0A73-8C19-575D-5F401CF11F10}"/>
              </a:ext>
            </a:extLst>
          </p:cNvPr>
          <p:cNvGrpSpPr/>
          <p:nvPr/>
        </p:nvGrpSpPr>
        <p:grpSpPr>
          <a:xfrm>
            <a:off x="5753098" y="2435456"/>
            <a:ext cx="173150" cy="172289"/>
            <a:chOff x="707191" y="3329530"/>
            <a:chExt cx="190465" cy="189518"/>
          </a:xfrm>
        </p:grpSpPr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EB192F1F-5EE6-46D2-089D-E944D4A02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A014D337-20A5-F1EB-D8F7-8162DFA1B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D4E904C-F7A7-7B59-982F-913F460CCAC9}"/>
              </a:ext>
            </a:extLst>
          </p:cNvPr>
          <p:cNvSpPr/>
          <p:nvPr/>
        </p:nvSpPr>
        <p:spPr>
          <a:xfrm>
            <a:off x="172387" y="1381958"/>
            <a:ext cx="7526431" cy="4733218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27DAD64E-6F2B-338A-41B9-F69545D468E5}"/>
              </a:ext>
            </a:extLst>
          </p:cNvPr>
          <p:cNvSpPr/>
          <p:nvPr/>
        </p:nvSpPr>
        <p:spPr>
          <a:xfrm>
            <a:off x="1873624" y="2284197"/>
            <a:ext cx="4092707" cy="2859741"/>
          </a:xfrm>
          <a:prstGeom prst="roundRect">
            <a:avLst>
              <a:gd name="adj" fmla="val 6949"/>
            </a:avLst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4839C2F2-449E-33EC-AB33-0B3704BE8BAD}"/>
              </a:ext>
            </a:extLst>
          </p:cNvPr>
          <p:cNvSpPr/>
          <p:nvPr/>
        </p:nvSpPr>
        <p:spPr>
          <a:xfrm>
            <a:off x="2000773" y="2717568"/>
            <a:ext cx="3847331" cy="3701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AACB828D-4D89-381D-26F8-3C108094DAB1}"/>
              </a:ext>
            </a:extLst>
          </p:cNvPr>
          <p:cNvGrpSpPr/>
          <p:nvPr/>
        </p:nvGrpSpPr>
        <p:grpSpPr>
          <a:xfrm>
            <a:off x="3169058" y="2426840"/>
            <a:ext cx="1527846" cy="225703"/>
            <a:chOff x="8100092" y="3701521"/>
            <a:chExt cx="1444249" cy="225703"/>
          </a:xfrm>
        </p:grpSpPr>
        <p:sp>
          <p:nvSpPr>
            <p:cNvPr id="130" name="Text Box">
              <a:extLst>
                <a:ext uri="{FF2B5EF4-FFF2-40B4-BE49-F238E27FC236}">
                  <a16:creationId xmlns:a16="http://schemas.microsoft.com/office/drawing/2014/main" id="{EDA05723-7F2F-D1F9-1086-6D71D03062DD}"/>
                </a:ext>
              </a:extLst>
            </p:cNvPr>
            <p:cNvSpPr/>
            <p:nvPr/>
          </p:nvSpPr>
          <p:spPr>
            <a:xfrm>
              <a:off x="8100092" y="3701521"/>
              <a:ext cx="144424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이름 검색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A77994B3-0ED4-D711-DC7C-1D2F40CA8BE0}"/>
                </a:ext>
              </a:extLst>
            </p:cNvPr>
            <p:cNvGrpSpPr/>
            <p:nvPr/>
          </p:nvGrpSpPr>
          <p:grpSpPr>
            <a:xfrm>
              <a:off x="9270414" y="3710137"/>
              <a:ext cx="209512" cy="208470"/>
              <a:chOff x="707191" y="4221565"/>
              <a:chExt cx="190465" cy="189518"/>
            </a:xfrm>
          </p:grpSpPr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F119A96B-2A6C-1D1B-94C1-3DF59105A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33" name="그림 132">
                <a:extLst>
                  <a:ext uri="{FF2B5EF4-FFF2-40B4-BE49-F238E27FC236}">
                    <a16:creationId xmlns:a16="http://schemas.microsoft.com/office/drawing/2014/main" id="{C1E3CB91-AC50-7272-C9A4-00EBB6A85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134" name="Text Box">
            <a:extLst>
              <a:ext uri="{FF2B5EF4-FFF2-40B4-BE49-F238E27FC236}">
                <a16:creationId xmlns:a16="http://schemas.microsoft.com/office/drawing/2014/main" id="{EB0C4E5E-EE19-294E-E5B9-56E7B888E5AC}"/>
              </a:ext>
            </a:extLst>
          </p:cNvPr>
          <p:cNvSpPr/>
          <p:nvPr/>
        </p:nvSpPr>
        <p:spPr>
          <a:xfrm>
            <a:off x="2054238" y="2787645"/>
            <a:ext cx="79379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이름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7E1177A4-3DE2-154A-42F6-06CDEB06E38F}"/>
              </a:ext>
            </a:extLst>
          </p:cNvPr>
          <p:cNvSpPr/>
          <p:nvPr/>
        </p:nvSpPr>
        <p:spPr>
          <a:xfrm>
            <a:off x="2903109" y="2787645"/>
            <a:ext cx="197885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이메일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C0B0FC9-8B23-ECF5-81A3-58AE9865E4D5}"/>
              </a:ext>
            </a:extLst>
          </p:cNvPr>
          <p:cNvSpPr/>
          <p:nvPr/>
        </p:nvSpPr>
        <p:spPr>
          <a:xfrm>
            <a:off x="5038791" y="2787645"/>
            <a:ext cx="359936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F20FFD1D-CCB3-5C3B-A361-BA8864AC2736}"/>
              </a:ext>
            </a:extLst>
          </p:cNvPr>
          <p:cNvSpPr/>
          <p:nvPr/>
        </p:nvSpPr>
        <p:spPr>
          <a:xfrm>
            <a:off x="5429430" y="2787645"/>
            <a:ext cx="359936" cy="22570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삭제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38" name="표 137">
            <a:extLst>
              <a:ext uri="{FF2B5EF4-FFF2-40B4-BE49-F238E27FC236}">
                <a16:creationId xmlns:a16="http://schemas.microsoft.com/office/drawing/2014/main" id="{91C703B6-03B1-A891-95ED-C6D1B3864B78}"/>
              </a:ext>
            </a:extLst>
          </p:cNvPr>
          <p:cNvGraphicFramePr>
            <a:graphicFrameLocks noGrp="1"/>
          </p:cNvGraphicFramePr>
          <p:nvPr/>
        </p:nvGraphicFramePr>
        <p:xfrm>
          <a:off x="1993523" y="3330361"/>
          <a:ext cx="385458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472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17110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이메일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구서영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asdfja@naver.com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백승진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sadfjlksadfj@naver.com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배채원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asdlkfja@gmail.com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김진령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asdf@gmail.com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0966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김상준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u="none" strike="noStrike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asldkfjas@kakao.com</a:t>
                      </a:r>
                      <a:endParaRPr lang="ko-KR" altLang="en-US" sz="1000" u="none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56123"/>
                  </a:ext>
                </a:extLst>
              </a:tr>
            </a:tbl>
          </a:graphicData>
        </a:graphic>
      </p:graphicFrame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A44271-8E14-F3E7-A5C2-FCCB051B6753}"/>
              </a:ext>
            </a:extLst>
          </p:cNvPr>
          <p:cNvGrpSpPr/>
          <p:nvPr/>
        </p:nvGrpSpPr>
        <p:grpSpPr>
          <a:xfrm>
            <a:off x="5613613" y="3591523"/>
            <a:ext cx="190465" cy="189518"/>
            <a:chOff x="707191" y="2734840"/>
            <a:chExt cx="190465" cy="189518"/>
          </a:xfrm>
        </p:grpSpPr>
        <p:pic>
          <p:nvPicPr>
            <p:cNvPr id="140" name="그림 139">
              <a:extLst>
                <a:ext uri="{FF2B5EF4-FFF2-40B4-BE49-F238E27FC236}">
                  <a16:creationId xmlns:a16="http://schemas.microsoft.com/office/drawing/2014/main" id="{37F4B407-2D07-0446-9BE4-5FBC177F8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4CFB795B-ACCD-D01F-E349-DCF4B3509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D477F9F1-13E0-A2F6-384F-586224875984}"/>
              </a:ext>
            </a:extLst>
          </p:cNvPr>
          <p:cNvGrpSpPr/>
          <p:nvPr/>
        </p:nvGrpSpPr>
        <p:grpSpPr>
          <a:xfrm>
            <a:off x="5613613" y="3833064"/>
            <a:ext cx="190465" cy="189518"/>
            <a:chOff x="707191" y="2734840"/>
            <a:chExt cx="190465" cy="189518"/>
          </a:xfrm>
        </p:grpSpPr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911B9669-70F6-7342-67A3-2B38B03CA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18E49384-D837-F4E4-1F9D-EEFED4241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DCC8E1BB-0DE7-1366-0030-272AB67E0948}"/>
              </a:ext>
            </a:extLst>
          </p:cNvPr>
          <p:cNvGrpSpPr/>
          <p:nvPr/>
        </p:nvGrpSpPr>
        <p:grpSpPr>
          <a:xfrm>
            <a:off x="5613613" y="4102100"/>
            <a:ext cx="190465" cy="189518"/>
            <a:chOff x="707191" y="2734840"/>
            <a:chExt cx="190465" cy="189518"/>
          </a:xfrm>
        </p:grpSpPr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191EC3D5-7072-D990-AD5A-3EFDCBC2B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C0BD7F59-C014-26D0-153E-C29E66545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1E4B24C6-DC1D-03CC-66AD-CF56DB6C2A41}"/>
              </a:ext>
            </a:extLst>
          </p:cNvPr>
          <p:cNvGrpSpPr/>
          <p:nvPr/>
        </p:nvGrpSpPr>
        <p:grpSpPr>
          <a:xfrm>
            <a:off x="5613613" y="4356871"/>
            <a:ext cx="190465" cy="189518"/>
            <a:chOff x="707191" y="2734840"/>
            <a:chExt cx="190465" cy="189518"/>
          </a:xfrm>
        </p:grpSpPr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9C96F166-CA54-1BB6-13F1-0A0E028B2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0D8DE1A7-50FF-F4D2-16E8-7879CC145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36091770-83F8-D222-D2CA-2BEF8DA6567C}"/>
              </a:ext>
            </a:extLst>
          </p:cNvPr>
          <p:cNvGrpSpPr/>
          <p:nvPr/>
        </p:nvGrpSpPr>
        <p:grpSpPr>
          <a:xfrm>
            <a:off x="5613613" y="4557328"/>
            <a:ext cx="190465" cy="189518"/>
            <a:chOff x="707191" y="2734840"/>
            <a:chExt cx="190465" cy="189518"/>
          </a:xfrm>
        </p:grpSpPr>
        <p:pic>
          <p:nvPicPr>
            <p:cNvPr id="152" name="그림 151">
              <a:extLst>
                <a:ext uri="{FF2B5EF4-FFF2-40B4-BE49-F238E27FC236}">
                  <a16:creationId xmlns:a16="http://schemas.microsoft.com/office/drawing/2014/main" id="{B9D91968-7CE5-E0DB-CD49-2D1F9F3F4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53" name="그림 152">
              <a:extLst>
                <a:ext uri="{FF2B5EF4-FFF2-40B4-BE49-F238E27FC236}">
                  <a16:creationId xmlns:a16="http://schemas.microsoft.com/office/drawing/2014/main" id="{E2364D6F-8190-DE40-9CCF-6984C8A5F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955E69C-5968-8763-BE7F-549CE4DB19D7}"/>
              </a:ext>
            </a:extLst>
          </p:cNvPr>
          <p:cNvSpPr/>
          <p:nvPr/>
        </p:nvSpPr>
        <p:spPr>
          <a:xfrm>
            <a:off x="1993523" y="3153363"/>
            <a:ext cx="3881033" cy="17470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인증된 회원</a:t>
            </a:r>
            <a:endParaRPr kumimoji="1" lang="en-US" altLang="ko-KR" sz="8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6E0D157-E544-1C76-19BF-4883D064A9CC}"/>
              </a:ext>
            </a:extLst>
          </p:cNvPr>
          <p:cNvGrpSpPr/>
          <p:nvPr/>
        </p:nvGrpSpPr>
        <p:grpSpPr>
          <a:xfrm rot="2700000">
            <a:off x="5667840" y="2461139"/>
            <a:ext cx="173150" cy="172289"/>
            <a:chOff x="707191" y="3329530"/>
            <a:chExt cx="190465" cy="189518"/>
          </a:xfrm>
        </p:grpSpPr>
        <p:pic>
          <p:nvPicPr>
            <p:cNvPr id="162" name="그림 161">
              <a:extLst>
                <a:ext uri="{FF2B5EF4-FFF2-40B4-BE49-F238E27FC236}">
                  <a16:creationId xmlns:a16="http://schemas.microsoft.com/office/drawing/2014/main" id="{88D7805F-26DA-4E13-8506-F03CB2DEA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420D94E8-A68B-93BA-D9E1-D10A12B39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078C1340-B641-864D-47D6-643F4ECB9A5E}"/>
              </a:ext>
            </a:extLst>
          </p:cNvPr>
          <p:cNvGrpSpPr/>
          <p:nvPr/>
        </p:nvGrpSpPr>
        <p:grpSpPr>
          <a:xfrm>
            <a:off x="5585605" y="3146313"/>
            <a:ext cx="189188" cy="189188"/>
            <a:chOff x="8256562" y="1565193"/>
            <a:chExt cx="189188" cy="189188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DE1970E2-643F-585B-C189-C5782CE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565193"/>
              <a:ext cx="189182" cy="189182"/>
            </a:xfrm>
            <a:prstGeom prst="rect">
              <a:avLst/>
            </a:prstGeom>
          </p:spPr>
        </p:pic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639CA5EF-9AB8-6814-FCCA-D2D3CF7BE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565199"/>
              <a:ext cx="189182" cy="189182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6DFF060-EF6B-F04B-2D40-B357C6D1A25C}"/>
              </a:ext>
            </a:extLst>
          </p:cNvPr>
          <p:cNvGrpSpPr/>
          <p:nvPr/>
        </p:nvGrpSpPr>
        <p:grpSpPr>
          <a:xfrm>
            <a:off x="5304806" y="3147584"/>
            <a:ext cx="189188" cy="189188"/>
            <a:chOff x="8256562" y="1259888"/>
            <a:chExt cx="189188" cy="189188"/>
          </a:xfrm>
        </p:grpSpPr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9FE00443-095D-109D-13E1-1BEBD6F80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2" y="1259888"/>
              <a:ext cx="189182" cy="189182"/>
            </a:xfrm>
            <a:prstGeom prst="rect">
              <a:avLst/>
            </a:pr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41392223-9AF6-0FF7-780D-EFFA183A5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6568" y="1259894"/>
              <a:ext cx="189182" cy="189182"/>
            </a:xfrm>
            <a:prstGeom prst="rect">
              <a:avLst/>
            </a:prstGeom>
          </p:spPr>
        </p:pic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4AAF9A4F-2BCE-B505-A1BA-6F945BA3C16A}"/>
              </a:ext>
            </a:extLst>
          </p:cNvPr>
          <p:cNvSpPr txBox="1"/>
          <p:nvPr/>
        </p:nvSpPr>
        <p:spPr>
          <a:xfrm>
            <a:off x="6263470" y="3325272"/>
            <a:ext cx="1018978" cy="2154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엑셀 업로드</a:t>
            </a:r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.xlsx</a:t>
            </a:r>
            <a:endParaRPr lang="ko-KR" altLang="en-US" sz="140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76857E2-0373-03A8-32AE-043316CFC2F9}"/>
              </a:ext>
            </a:extLst>
          </p:cNvPr>
          <p:cNvSpPr txBox="1"/>
          <p:nvPr/>
        </p:nvSpPr>
        <p:spPr>
          <a:xfrm>
            <a:off x="5293633" y="3328481"/>
            <a:ext cx="1098247" cy="2154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양식 다운로드</a:t>
            </a:r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.xlsx</a:t>
            </a:r>
            <a:endParaRPr lang="ko-KR" altLang="en-US" sz="1400"/>
          </a:p>
        </p:txBody>
      </p:sp>
      <p:graphicFrame>
        <p:nvGraphicFramePr>
          <p:cNvPr id="176" name="Group 57">
            <a:extLst>
              <a:ext uri="{FF2B5EF4-FFF2-40B4-BE49-F238E27FC236}">
                <a16:creationId xmlns:a16="http://schemas.microsoft.com/office/drawing/2014/main" id="{CC6F3ADF-EA3C-2AFE-7FD8-5C5F49E2B465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86959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화이트 리스트 관리 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 회원 리스트 빠른 검색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닫기 버튼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퀵 등록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</a:t>
                      </a:r>
                      <a:b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인증된 회원 목록 창에 영향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인증된 회원 목록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목록 엑셀양식 다운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업로드 버튼</a:t>
                      </a:r>
                      <a:b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hover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보임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관리 양식 다운로드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.xlsx</a:t>
                      </a:r>
                      <a:b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관리 양식 업로드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.xlsx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78" name="그래픽 177" descr="배지 1 단색으로 채워진">
            <a:extLst>
              <a:ext uri="{FF2B5EF4-FFF2-40B4-BE49-F238E27FC236}">
                <a16:creationId xmlns:a16="http://schemas.microsoft.com/office/drawing/2014/main" id="{FBA78391-0834-AD5D-B685-4FA10DEA80CB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031908" y="2357810"/>
            <a:ext cx="165747" cy="165747"/>
          </a:xfrm>
          <a:prstGeom prst="rect">
            <a:avLst/>
          </a:prstGeom>
        </p:spPr>
      </p:pic>
      <p:pic>
        <p:nvPicPr>
          <p:cNvPr id="182" name="그래픽 181" descr="배지 단색으로 채워진">
            <a:extLst>
              <a:ext uri="{FF2B5EF4-FFF2-40B4-BE49-F238E27FC236}">
                <a16:creationId xmlns:a16="http://schemas.microsoft.com/office/drawing/2014/main" id="{B33A967C-3CFB-CE75-F06B-D2A84D8F229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935860" y="2460557"/>
            <a:ext cx="165747" cy="165747"/>
          </a:xfrm>
          <a:prstGeom prst="rect">
            <a:avLst/>
          </a:prstGeom>
        </p:spPr>
      </p:pic>
      <p:pic>
        <p:nvPicPr>
          <p:cNvPr id="184" name="그래픽 183" descr="배지 3 단색으로 채워진">
            <a:extLst>
              <a:ext uri="{FF2B5EF4-FFF2-40B4-BE49-F238E27FC236}">
                <a16:creationId xmlns:a16="http://schemas.microsoft.com/office/drawing/2014/main" id="{2CC0F2ED-56C8-CA08-8BE0-B6673C924B02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5520087" y="2431888"/>
            <a:ext cx="165747" cy="165747"/>
          </a:xfrm>
          <a:prstGeom prst="rect">
            <a:avLst/>
          </a:prstGeom>
        </p:spPr>
      </p:pic>
      <p:pic>
        <p:nvPicPr>
          <p:cNvPr id="186" name="그래픽 185" descr="배지 4 단색으로 채워진">
            <a:extLst>
              <a:ext uri="{FF2B5EF4-FFF2-40B4-BE49-F238E27FC236}">
                <a16:creationId xmlns:a16="http://schemas.microsoft.com/office/drawing/2014/main" id="{91CCB521-A420-6525-29D2-81C4D55D7702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906241" y="2671774"/>
            <a:ext cx="165747" cy="165747"/>
          </a:xfrm>
          <a:prstGeom prst="rect">
            <a:avLst/>
          </a:prstGeom>
        </p:spPr>
      </p:pic>
      <p:pic>
        <p:nvPicPr>
          <p:cNvPr id="188" name="그래픽 187" descr="배지 5 단색으로 채워진">
            <a:extLst>
              <a:ext uri="{FF2B5EF4-FFF2-40B4-BE49-F238E27FC236}">
                <a16:creationId xmlns:a16="http://schemas.microsoft.com/office/drawing/2014/main" id="{EBE58B5C-1A0D-5694-2FAC-875D2541FA5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926818" y="3153376"/>
            <a:ext cx="165747" cy="165747"/>
          </a:xfrm>
          <a:prstGeom prst="rect">
            <a:avLst/>
          </a:prstGeom>
        </p:spPr>
      </p:pic>
      <p:pic>
        <p:nvPicPr>
          <p:cNvPr id="190" name="그래픽 189" descr="배지 6 단색으로 채워진">
            <a:extLst>
              <a:ext uri="{FF2B5EF4-FFF2-40B4-BE49-F238E27FC236}">
                <a16:creationId xmlns:a16="http://schemas.microsoft.com/office/drawing/2014/main" id="{19FC1422-A669-9898-B63D-B20E3BC1F96E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8795" y="3169150"/>
            <a:ext cx="165747" cy="165747"/>
          </a:xfrm>
          <a:prstGeom prst="rect">
            <a:avLst/>
          </a:prstGeom>
        </p:spPr>
      </p:pic>
      <p:pic>
        <p:nvPicPr>
          <p:cNvPr id="192" name="그래픽 191" descr="배지 7 단색으로 채워진">
            <a:extLst>
              <a:ext uri="{FF2B5EF4-FFF2-40B4-BE49-F238E27FC236}">
                <a16:creationId xmlns:a16="http://schemas.microsoft.com/office/drawing/2014/main" id="{742AE71C-4217-2889-DD5F-5062F1BF4DB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148794" y="3355313"/>
            <a:ext cx="165747" cy="165747"/>
          </a:xfrm>
          <a:prstGeom prst="rect">
            <a:avLst/>
          </a:prstGeom>
        </p:spPr>
      </p:pic>
      <p:pic>
        <p:nvPicPr>
          <p:cNvPr id="194" name="그래픽 193" descr="배지 8 단색으로 채워진">
            <a:extLst>
              <a:ext uri="{FF2B5EF4-FFF2-40B4-BE49-F238E27FC236}">
                <a16:creationId xmlns:a16="http://schemas.microsoft.com/office/drawing/2014/main" id="{68C4D2AB-1D21-61EA-6855-606FB2C0E903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411482" y="3610691"/>
            <a:ext cx="165747" cy="165747"/>
          </a:xfrm>
          <a:prstGeom prst="rect">
            <a:avLst/>
          </a:prstGeom>
        </p:spPr>
      </p:pic>
      <p:pic>
        <p:nvPicPr>
          <p:cNvPr id="197" name="그래픽 196" descr="배지 8 단색으로 채워진">
            <a:extLst>
              <a:ext uri="{FF2B5EF4-FFF2-40B4-BE49-F238E27FC236}">
                <a16:creationId xmlns:a16="http://schemas.microsoft.com/office/drawing/2014/main" id="{78A63A87-F1ED-7C9F-4D61-2DC9932911FC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411482" y="3853248"/>
            <a:ext cx="165747" cy="165747"/>
          </a:xfrm>
          <a:prstGeom prst="rect">
            <a:avLst/>
          </a:prstGeom>
        </p:spPr>
      </p:pic>
      <p:pic>
        <p:nvPicPr>
          <p:cNvPr id="198" name="그래픽 197" descr="배지 8 단색으로 채워진">
            <a:extLst>
              <a:ext uri="{FF2B5EF4-FFF2-40B4-BE49-F238E27FC236}">
                <a16:creationId xmlns:a16="http://schemas.microsoft.com/office/drawing/2014/main" id="{CB89E684-CFB3-7CCC-8E89-9474615820E2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411482" y="4112004"/>
            <a:ext cx="165747" cy="165747"/>
          </a:xfrm>
          <a:prstGeom prst="rect">
            <a:avLst/>
          </a:prstGeom>
        </p:spPr>
      </p:pic>
      <p:pic>
        <p:nvPicPr>
          <p:cNvPr id="199" name="그래픽 198" descr="배지 8 단색으로 채워진">
            <a:extLst>
              <a:ext uri="{FF2B5EF4-FFF2-40B4-BE49-F238E27FC236}">
                <a16:creationId xmlns:a16="http://schemas.microsoft.com/office/drawing/2014/main" id="{945C782F-6A87-93B1-C02D-699E5A2DDDF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411482" y="4390568"/>
            <a:ext cx="165747" cy="165747"/>
          </a:xfrm>
          <a:prstGeom prst="rect">
            <a:avLst/>
          </a:prstGeom>
        </p:spPr>
      </p:pic>
      <p:pic>
        <p:nvPicPr>
          <p:cNvPr id="200" name="그래픽 199" descr="배지 8 단색으로 채워진">
            <a:extLst>
              <a:ext uri="{FF2B5EF4-FFF2-40B4-BE49-F238E27FC236}">
                <a16:creationId xmlns:a16="http://schemas.microsoft.com/office/drawing/2014/main" id="{14531137-7CF4-0EF5-959C-48B7B962DF3B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5411482" y="4623790"/>
            <a:ext cx="165747" cy="165747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4987FAF-FD59-690F-6262-EF7E88A2FCA4}"/>
              </a:ext>
            </a:extLst>
          </p:cNvPr>
          <p:cNvSpPr/>
          <p:nvPr/>
        </p:nvSpPr>
        <p:spPr>
          <a:xfrm flipH="1">
            <a:off x="5738943" y="3359211"/>
            <a:ext cx="98332" cy="53507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365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9912-F876-3B91-3D05-4AD2C374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139867-9868-2392-57FC-DE8C2198E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8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BC3ED31-6084-1B57-7998-1794CF137EA6}"/>
              </a:ext>
            </a:extLst>
          </p:cNvPr>
          <p:cNvSpPr/>
          <p:nvPr/>
        </p:nvSpPr>
        <p:spPr>
          <a:xfrm>
            <a:off x="166938" y="1381958"/>
            <a:ext cx="7531880" cy="4716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16C3BC-3380-E2F5-08E7-7C8B6C9BA10D}"/>
              </a:ext>
            </a:extLst>
          </p:cNvPr>
          <p:cNvSpPr/>
          <p:nvPr/>
        </p:nvSpPr>
        <p:spPr>
          <a:xfrm>
            <a:off x="1475761" y="1965650"/>
            <a:ext cx="3251692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555379-382E-B084-806F-E11A7DBD598E}"/>
              </a:ext>
            </a:extLst>
          </p:cNvPr>
          <p:cNvSpPr/>
          <p:nvPr/>
        </p:nvSpPr>
        <p:spPr>
          <a:xfrm>
            <a:off x="4823532" y="1976586"/>
            <a:ext cx="1564309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E630F7-7E9E-4F95-6AD7-B5690E503EFE}"/>
              </a:ext>
            </a:extLst>
          </p:cNvPr>
          <p:cNvSpPr/>
          <p:nvPr/>
        </p:nvSpPr>
        <p:spPr>
          <a:xfrm>
            <a:off x="4818083" y="1985141"/>
            <a:ext cx="1569757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8FE4A00-E4E5-2696-657D-F9BC7E5CEF4F}"/>
              </a:ext>
            </a:extLst>
          </p:cNvPr>
          <p:cNvSpPr/>
          <p:nvPr/>
        </p:nvSpPr>
        <p:spPr>
          <a:xfrm>
            <a:off x="1475760" y="1974205"/>
            <a:ext cx="3221144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53E717E-DB54-37C2-7F15-8CAB46E44BEE}"/>
              </a:ext>
            </a:extLst>
          </p:cNvPr>
          <p:cNvGrpSpPr/>
          <p:nvPr/>
        </p:nvGrpSpPr>
        <p:grpSpPr>
          <a:xfrm>
            <a:off x="1571565" y="4521067"/>
            <a:ext cx="133893" cy="883132"/>
            <a:chOff x="1670176" y="3668725"/>
            <a:chExt cx="133893" cy="883132"/>
          </a:xfrm>
        </p:grpSpPr>
        <p:grpSp>
          <p:nvGrpSpPr>
  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10793352-B2A7-296B-D735-B4EBBF408E01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1670176" y="3917384"/>
              <a:ext cx="131556" cy="131556"/>
              <a:chOff x="554563" y="2632644"/>
              <a:chExt cx="131556" cy="131556"/>
            </a:xfrm>
          </p:grpSpPr>
          <p:sp>
            <p:nvSpPr>
              <p:cNvPr id="26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B390B4E-4045-5797-D26E-E29F129B538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87395540-1E6A-D537-4C7B-1E7DC1C865BA}"/>
                  </a:ext>
                </a:extLst>
              </p:cNvPr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A36105E-ECF0-1A97-F7F1-422F0A5DF9D7}"/>
                </a:ext>
              </a:extLst>
            </p:cNvPr>
            <p:cNvGrpSpPr/>
            <p:nvPr/>
          </p:nvGrpSpPr>
          <p:grpSpPr>
            <a:xfrm>
              <a:off x="1670176" y="3668725"/>
              <a:ext cx="131556" cy="131556"/>
              <a:chOff x="8414443" y="3509861"/>
              <a:chExt cx="131556" cy="131556"/>
            </a:xfrm>
          </p:grpSpPr>
          <p:sp>
            <p:nvSpPr>
              <p:cNvPr id="2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3F22409-D3D4-6051-356E-309FE389A6CC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Accept">
                <a:extLst>
                  <a:ext uri="{FF2B5EF4-FFF2-40B4-BE49-F238E27FC236}">
                    <a16:creationId xmlns:a16="http://schemas.microsoft.com/office/drawing/2014/main" id="{ED78B2D5-137D-7F76-F25E-C8AF4F6D70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0BD05E57-7D04-4049-BDD6-F54619CA6A20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1672513" y="4177003"/>
              <a:ext cx="131556" cy="131556"/>
              <a:chOff x="554563" y="2632644"/>
              <a:chExt cx="131556" cy="131556"/>
            </a:xfrm>
          </p:grpSpPr>
          <p:sp>
            <p:nvSpPr>
              <p:cNvPr id="33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4D297AA9-07FD-BFE7-03B9-CC9EDA32EBD9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83B0D8CD-952C-FB45-9477-9A3035AB1364}"/>
                  </a:ext>
                </a:extLst>
              </p:cNvPr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2939AE19-C910-6E54-0600-E8C0AFCFB807}"/>
                </a:ext>
              </a:extLst>
            </p:cNvPr>
            <p:cNvGrpSpPr/>
            <p:nvPr/>
          </p:nvGrpSpPr>
          <p:grpSpPr>
            <a:xfrm>
              <a:off x="1672513" y="4420301"/>
              <a:ext cx="131556" cy="131556"/>
              <a:chOff x="8414443" y="3509861"/>
              <a:chExt cx="131556" cy="131556"/>
            </a:xfrm>
          </p:grpSpPr>
          <p:sp>
            <p:nvSpPr>
              <p:cNvPr id="3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B209735-3D5B-BB17-E8E8-E5E05827FBC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Accept">
                <a:extLst>
                  <a:ext uri="{FF2B5EF4-FFF2-40B4-BE49-F238E27FC236}">
                    <a16:creationId xmlns:a16="http://schemas.microsoft.com/office/drawing/2014/main" id="{BD944E7D-83BB-D19C-9550-8C8170087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3D229C0-B15B-C203-5EC3-139F5F5A2A95}"/>
              </a:ext>
            </a:extLst>
          </p:cNvPr>
          <p:cNvCxnSpPr/>
          <p:nvPr/>
        </p:nvCxnSpPr>
        <p:spPr>
          <a:xfrm>
            <a:off x="1541539" y="2716174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75A8A8AF-2592-4C11-FE09-5865E0B259A5}"/>
              </a:ext>
            </a:extLst>
          </p:cNvPr>
          <p:cNvGraphicFramePr/>
          <p:nvPr/>
        </p:nvGraphicFramePr>
        <p:xfrm>
          <a:off x="1475761" y="2064080"/>
          <a:ext cx="3210675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914A01AC-F381-E79E-5519-DC9173DC7770}"/>
              </a:ext>
            </a:extLst>
          </p:cNvPr>
          <p:cNvGrpSpPr/>
          <p:nvPr/>
        </p:nvGrpSpPr>
        <p:grpSpPr>
          <a:xfrm>
            <a:off x="4897124" y="2233539"/>
            <a:ext cx="1424115" cy="1145219"/>
            <a:chOff x="4994017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15219333-59D6-5344-C85D-8D35BAA77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8C03FC1B-118D-C737-71BB-7B050D61B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311DEEA8-6D7F-4198-5F01-0CC9684A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50979FF3-C3C1-179D-919F-9ED8B8DBD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F6FD46C-B545-8D20-6577-7CD918551629}"/>
              </a:ext>
            </a:extLst>
          </p:cNvPr>
          <p:cNvGrpSpPr/>
          <p:nvPr/>
        </p:nvGrpSpPr>
        <p:grpSpPr>
          <a:xfrm>
            <a:off x="172385" y="1388859"/>
            <a:ext cx="7526433" cy="341115"/>
            <a:chOff x="241110" y="659427"/>
            <a:chExt cx="7360932" cy="34111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E9EE80E-FF3D-D183-02FB-3152652556C5}"/>
                </a:ext>
              </a:extLst>
            </p:cNvPr>
            <p:cNvSpPr/>
            <p:nvPr/>
          </p:nvSpPr>
          <p:spPr>
            <a:xfrm>
              <a:off x="241110" y="659427"/>
              <a:ext cx="7360932" cy="341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GSITM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부트캠프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 부식 신청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139BE6-3AAF-BD63-772C-1C64E9328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2313" y="740777"/>
              <a:ext cx="142662" cy="1426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64E063-4DEB-DAC4-005D-756E1EB5A770}"/>
                </a:ext>
              </a:extLst>
            </p:cNvPr>
            <p:cNvSpPr txBox="1"/>
            <p:nvPr/>
          </p:nvSpPr>
          <p:spPr>
            <a:xfrm>
              <a:off x="7009149" y="706873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/>
                <a:t>관리자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D82EB36-2687-182A-6D55-BCB807F585D2}"/>
              </a:ext>
            </a:extLst>
          </p:cNvPr>
          <p:cNvGrpSpPr/>
          <p:nvPr/>
        </p:nvGrpSpPr>
        <p:grpSpPr>
          <a:xfrm>
            <a:off x="1476422" y="1735219"/>
            <a:ext cx="190465" cy="189518"/>
            <a:chOff x="707191" y="5113600"/>
            <a:chExt cx="190465" cy="189518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FBD2CC81-B7B8-F1E6-D6A8-DF5AEB54A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4132547E-52AF-F18C-3BFF-E4FD043D9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0A7E5709-C7AA-AAE8-7A6C-505AA70B7F6E}"/>
              </a:ext>
            </a:extLst>
          </p:cNvPr>
          <p:cNvSpPr/>
          <p:nvPr/>
        </p:nvSpPr>
        <p:spPr>
          <a:xfrm>
            <a:off x="1178610" y="58669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C5E8EA0-8DA8-BFD5-C863-9329E9A310D4}"/>
              </a:ext>
            </a:extLst>
          </p:cNvPr>
          <p:cNvSpPr/>
          <p:nvPr/>
        </p:nvSpPr>
        <p:spPr>
          <a:xfrm>
            <a:off x="172387" y="5763335"/>
            <a:ext cx="7526434" cy="3282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0BF6F41-83C5-52A6-0999-3B27BA1363B2}"/>
              </a:ext>
            </a:extLst>
          </p:cNvPr>
          <p:cNvSpPr/>
          <p:nvPr/>
        </p:nvSpPr>
        <p:spPr>
          <a:xfrm>
            <a:off x="1470312" y="3670951"/>
            <a:ext cx="4912080" cy="2006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DCC35EA-9871-7D8E-9138-3A53E2861029}"/>
              </a:ext>
            </a:extLst>
          </p:cNvPr>
          <p:cNvGraphicFramePr>
            <a:graphicFrameLocks noGrp="1"/>
          </p:cNvGraphicFramePr>
          <p:nvPr/>
        </p:nvGraphicFramePr>
        <p:xfrm>
          <a:off x="1475760" y="3676952"/>
          <a:ext cx="4906631" cy="119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6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4290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580153"/>
                    </a:ext>
                  </a:extLst>
                </a:gridCol>
                <a:gridCol w="632652">
                  <a:extLst>
                    <a:ext uri="{9D8B030D-6E8A-4147-A177-3AD203B41FA5}">
                      <a16:colId xmlns:a16="http://schemas.microsoft.com/office/drawing/2014/main" val="2567255783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품목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금액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u="none" strike="noStrike">
                        <a:solidFill>
                          <a:schemeClr val="bg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735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20,000</a:t>
                      </a:r>
                      <a:endParaRPr lang="ko-KR" altLang="en-US" sz="8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30,000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5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키세스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5289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CB8D85-9A24-23E4-0F7B-0F85B4791A3F}"/>
              </a:ext>
            </a:extLst>
          </p:cNvPr>
          <p:cNvSpPr/>
          <p:nvPr/>
        </p:nvSpPr>
        <p:spPr>
          <a:xfrm>
            <a:off x="1475761" y="5502302"/>
            <a:ext cx="4912080" cy="174351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합 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:\ 80,000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8A34AD1-111B-76FF-076E-9D5674687623}"/>
              </a:ext>
            </a:extLst>
          </p:cNvPr>
          <p:cNvSpPr/>
          <p:nvPr/>
        </p:nvSpPr>
        <p:spPr>
          <a:xfrm>
            <a:off x="1475761" y="3516276"/>
            <a:ext cx="4906632" cy="1546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선정된 부식 목록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(2025-04-29)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7962BF5-BC2C-9332-17EF-A780C338666B}"/>
              </a:ext>
            </a:extLst>
          </p:cNvPr>
          <p:cNvCxnSpPr/>
          <p:nvPr/>
        </p:nvCxnSpPr>
        <p:spPr>
          <a:xfrm>
            <a:off x="1470312" y="4652623"/>
            <a:ext cx="49120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1964F772-A185-D20A-3A89-DBDB4A388F71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E3558FC1-7C6A-B203-9FE5-84F01489E9C5}"/>
              </a:ext>
            </a:extLst>
          </p:cNvPr>
          <p:cNvGrpSpPr/>
          <p:nvPr/>
        </p:nvGrpSpPr>
        <p:grpSpPr>
          <a:xfrm>
            <a:off x="5753098" y="2884215"/>
            <a:ext cx="173150" cy="172289"/>
            <a:chOff x="707191" y="3329530"/>
            <a:chExt cx="190465" cy="189518"/>
          </a:xfrm>
        </p:grpSpPr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AAEF3811-2AB7-90CF-08B2-F7912C55A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D7163A03-6277-CB92-0217-6676C8C72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E6720BDB-32DF-F9C8-68E0-BE0BC16BD920}"/>
              </a:ext>
            </a:extLst>
          </p:cNvPr>
          <p:cNvSpPr/>
          <p:nvPr/>
        </p:nvSpPr>
        <p:spPr>
          <a:xfrm>
            <a:off x="172387" y="1381958"/>
            <a:ext cx="7526431" cy="4733218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63F00F1-5C32-7AAA-82AE-3077E20423A6}"/>
              </a:ext>
            </a:extLst>
          </p:cNvPr>
          <p:cNvSpPr/>
          <p:nvPr/>
        </p:nvSpPr>
        <p:spPr>
          <a:xfrm>
            <a:off x="1873624" y="2732956"/>
            <a:ext cx="4092707" cy="1789263"/>
          </a:xfrm>
          <a:prstGeom prst="roundRect">
            <a:avLst>
              <a:gd name="adj" fmla="val 6949"/>
            </a:avLst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0" name="Text Box">
            <a:extLst>
              <a:ext uri="{FF2B5EF4-FFF2-40B4-BE49-F238E27FC236}">
                <a16:creationId xmlns:a16="http://schemas.microsoft.com/office/drawing/2014/main" id="{D10C3506-000E-F3E8-F019-8E9D47AA0023}"/>
              </a:ext>
            </a:extLst>
          </p:cNvPr>
          <p:cNvSpPr/>
          <p:nvPr/>
        </p:nvSpPr>
        <p:spPr>
          <a:xfrm>
            <a:off x="1992893" y="2866879"/>
            <a:ext cx="269409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크롤링할 사이트 </a:t>
            </a:r>
            <a:r>
              <a:rPr lang="en-US" altLang="ko-KR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URL </a:t>
            </a:r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입력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138" name="표 137">
            <a:extLst>
              <a:ext uri="{FF2B5EF4-FFF2-40B4-BE49-F238E27FC236}">
                <a16:creationId xmlns:a16="http://schemas.microsoft.com/office/drawing/2014/main" id="{89C28061-26D1-B036-5418-6608345ED24B}"/>
              </a:ext>
            </a:extLst>
          </p:cNvPr>
          <p:cNvGraphicFramePr>
            <a:graphicFrameLocks noGrp="1"/>
          </p:cNvGraphicFramePr>
          <p:nvPr/>
        </p:nvGraphicFramePr>
        <p:xfrm>
          <a:off x="1993523" y="3421496"/>
          <a:ext cx="3854581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581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naver.com</a:t>
                      </a:r>
                      <a:endParaRPr lang="ko-KR" altLang="en-US" sz="10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21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21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0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21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76586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21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866904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A7A2424A-2AF0-D884-6316-2ACE4E7503C5}"/>
              </a:ext>
            </a:extLst>
          </p:cNvPr>
          <p:cNvSpPr/>
          <p:nvPr/>
        </p:nvSpPr>
        <p:spPr>
          <a:xfrm>
            <a:off x="1993523" y="3243104"/>
            <a:ext cx="3854581" cy="17738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등록한 사이트</a:t>
            </a:r>
            <a:endParaRPr kumimoji="1" lang="en-US" altLang="ko-KR" sz="8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CB8567-8D02-D932-91DA-BB9A4D716D0F}"/>
              </a:ext>
            </a:extLst>
          </p:cNvPr>
          <p:cNvSpPr/>
          <p:nvPr/>
        </p:nvSpPr>
        <p:spPr>
          <a:xfrm>
            <a:off x="4760640" y="2866879"/>
            <a:ext cx="359936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445A67-11B1-E528-1445-BF409D841B35}"/>
              </a:ext>
            </a:extLst>
          </p:cNvPr>
          <p:cNvGrpSpPr/>
          <p:nvPr/>
        </p:nvGrpSpPr>
        <p:grpSpPr>
          <a:xfrm>
            <a:off x="5537050" y="3448640"/>
            <a:ext cx="190465" cy="189518"/>
            <a:chOff x="707191" y="2734840"/>
            <a:chExt cx="190465" cy="18951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8CB739A-5712-ED38-9EA6-AC0CEA719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D3BF6AC-9FB9-147A-3AE0-8DAA3CC1D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7E75C85-38F9-1012-3362-8A11689B580B}"/>
              </a:ext>
            </a:extLst>
          </p:cNvPr>
          <p:cNvGrpSpPr/>
          <p:nvPr/>
        </p:nvGrpSpPr>
        <p:grpSpPr>
          <a:xfrm>
            <a:off x="5537050" y="3697143"/>
            <a:ext cx="190465" cy="189518"/>
            <a:chOff x="707191" y="2734840"/>
            <a:chExt cx="190465" cy="18951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B61ECDC-A564-3BE3-8DF6-47E079395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95FF1F8-0FF6-B308-B355-BE699DE26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F7DCB17-614E-92BB-C3EC-F0B1E5C40EA1}"/>
              </a:ext>
            </a:extLst>
          </p:cNvPr>
          <p:cNvGrpSpPr/>
          <p:nvPr/>
        </p:nvGrpSpPr>
        <p:grpSpPr>
          <a:xfrm>
            <a:off x="5537050" y="3912759"/>
            <a:ext cx="190465" cy="189518"/>
            <a:chOff x="707191" y="2734840"/>
            <a:chExt cx="190465" cy="18951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43E6393-2052-EE3F-D15D-B09BEBA10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5D49EED-D456-7257-CB24-8F4FAE500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E6D9073-A0D8-3E3B-3AA9-4193F7A413E0}"/>
              </a:ext>
            </a:extLst>
          </p:cNvPr>
          <p:cNvGrpSpPr/>
          <p:nvPr/>
        </p:nvGrpSpPr>
        <p:grpSpPr>
          <a:xfrm>
            <a:off x="5537050" y="4164598"/>
            <a:ext cx="190465" cy="189518"/>
            <a:chOff x="707191" y="2734840"/>
            <a:chExt cx="190465" cy="18951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19035A2-FE91-C628-93CD-5623432D2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043986B3-8F4F-D508-5B32-1FDA64BC1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F17B8D3-1423-F547-6CB6-2DF55C698D7F}"/>
              </a:ext>
            </a:extLst>
          </p:cNvPr>
          <p:cNvGrpSpPr/>
          <p:nvPr/>
        </p:nvGrpSpPr>
        <p:grpSpPr>
          <a:xfrm>
            <a:off x="2041894" y="3491940"/>
            <a:ext cx="133350" cy="133350"/>
            <a:chOff x="8759473" y="3822712"/>
            <a:chExt cx="133350" cy="133350"/>
          </a:xfrm>
        </p:grpSpPr>
        <p:sp>
          <p:nvSpPr>
            <p:cNvPr id="4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FAC39F1-BED7-F33C-B9A1-9795DF6AE1A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759473" y="3822712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BD9144E-AEE6-6A43-F259-8910CF8A2F3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9024" y="3842263"/>
              <a:ext cx="94248" cy="9424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9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8B799C4C-0B3D-1875-62D0-2C5AC3EF4E0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031023" y="3704120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44DDCE2-0253-3C51-127D-E4DF7D4E34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31023" y="3976477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Circle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BC9A6F7-4643-C541-0A3E-33F16CF6673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031023" y="4210139"/>
            <a:ext cx="133350" cy="133350"/>
          </a:xfrm>
          <a:prstGeom prst="ellipse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5E26869-2ABB-E56B-2024-15E7E7513238}"/>
              </a:ext>
            </a:extLst>
          </p:cNvPr>
          <p:cNvGrpSpPr/>
          <p:nvPr/>
        </p:nvGrpSpPr>
        <p:grpSpPr>
          <a:xfrm rot="2700000">
            <a:off x="5667840" y="2909898"/>
            <a:ext cx="173150" cy="172289"/>
            <a:chOff x="707191" y="3329530"/>
            <a:chExt cx="190465" cy="189518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2BA12776-84D4-5357-048E-D67966320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380B8FF4-4EB4-75AC-86B5-4261441E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40010A7-138C-53C9-616B-7A11D921E010}"/>
              </a:ext>
            </a:extLst>
          </p:cNvPr>
          <p:cNvSpPr/>
          <p:nvPr/>
        </p:nvSpPr>
        <p:spPr>
          <a:xfrm flipH="1">
            <a:off x="5726232" y="3443394"/>
            <a:ext cx="98332" cy="53507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71" name="Group 57">
            <a:extLst>
              <a:ext uri="{FF2B5EF4-FFF2-40B4-BE49-F238E27FC236}">
                <a16:creationId xmlns:a16="http://schemas.microsoft.com/office/drawing/2014/main" id="{EB058760-3AD6-24E8-F1F2-521B4313871C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5178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크롤링 사이트 관리 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크롤링 사이트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입력창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크롤링 사이트 등록 버튼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 버튼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사이트 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사이트 중에서 크롤링할 사이트 선택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스크롤바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1" name="그래픽 80" descr="배지 1 단색으로 채워진">
            <a:extLst>
              <a:ext uri="{FF2B5EF4-FFF2-40B4-BE49-F238E27FC236}">
                <a16:creationId xmlns:a16="http://schemas.microsoft.com/office/drawing/2014/main" id="{D4D1C334-8AEE-1BD4-7AB2-8254E5E2A5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36608" y="2744115"/>
            <a:ext cx="132689" cy="132689"/>
          </a:xfrm>
          <a:prstGeom prst="rect">
            <a:avLst/>
          </a:prstGeom>
        </p:spPr>
      </p:pic>
      <p:pic>
        <p:nvPicPr>
          <p:cNvPr id="121" name="그래픽 120" descr="배지 단색으로 채워진">
            <a:extLst>
              <a:ext uri="{FF2B5EF4-FFF2-40B4-BE49-F238E27FC236}">
                <a16:creationId xmlns:a16="http://schemas.microsoft.com/office/drawing/2014/main" id="{E80E38F1-6C05-DE9D-68ED-D20819B7866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61445" y="2921686"/>
            <a:ext cx="132689" cy="132689"/>
          </a:xfrm>
          <a:prstGeom prst="rect">
            <a:avLst/>
          </a:prstGeom>
        </p:spPr>
      </p:pic>
      <p:pic>
        <p:nvPicPr>
          <p:cNvPr id="155" name="그래픽 154" descr="배지 3 단색으로 채워진">
            <a:extLst>
              <a:ext uri="{FF2B5EF4-FFF2-40B4-BE49-F238E27FC236}">
                <a16:creationId xmlns:a16="http://schemas.microsoft.com/office/drawing/2014/main" id="{EDDF7497-35A4-CAAA-1D1B-C572F4076BF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25540" y="2897662"/>
            <a:ext cx="132689" cy="132689"/>
          </a:xfrm>
          <a:prstGeom prst="rect">
            <a:avLst/>
          </a:prstGeom>
        </p:spPr>
      </p:pic>
      <p:pic>
        <p:nvPicPr>
          <p:cNvPr id="157" name="그래픽 156" descr="배지 4 단색으로 채워진">
            <a:extLst>
              <a:ext uri="{FF2B5EF4-FFF2-40B4-BE49-F238E27FC236}">
                <a16:creationId xmlns:a16="http://schemas.microsoft.com/office/drawing/2014/main" id="{540160BC-351F-353D-C753-8045B7D1F8A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29655" y="2910318"/>
            <a:ext cx="132689" cy="132689"/>
          </a:xfrm>
          <a:prstGeom prst="rect">
            <a:avLst/>
          </a:prstGeom>
        </p:spPr>
      </p:pic>
      <p:pic>
        <p:nvPicPr>
          <p:cNvPr id="159" name="그래픽 158" descr="배지 5 단색으로 채워진">
            <a:extLst>
              <a:ext uri="{FF2B5EF4-FFF2-40B4-BE49-F238E27FC236}">
                <a16:creationId xmlns:a16="http://schemas.microsoft.com/office/drawing/2014/main" id="{01226CD4-0560-5754-CEB2-BDDEE7CF9C5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13857" y="3257721"/>
            <a:ext cx="132689" cy="132689"/>
          </a:xfrm>
          <a:prstGeom prst="rect">
            <a:avLst/>
          </a:prstGeom>
        </p:spPr>
      </p:pic>
      <p:pic>
        <p:nvPicPr>
          <p:cNvPr id="164" name="그래픽 163" descr="배지 6 단색으로 채워진">
            <a:extLst>
              <a:ext uri="{FF2B5EF4-FFF2-40B4-BE49-F238E27FC236}">
                <a16:creationId xmlns:a16="http://schemas.microsoft.com/office/drawing/2014/main" id="{4596660A-0962-5F89-E7F7-32C9173FD4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97970" y="3492601"/>
            <a:ext cx="132689" cy="132689"/>
          </a:xfrm>
          <a:prstGeom prst="rect">
            <a:avLst/>
          </a:prstGeom>
        </p:spPr>
      </p:pic>
      <p:pic>
        <p:nvPicPr>
          <p:cNvPr id="166" name="그래픽 165" descr="배지 7 단색으로 채워진">
            <a:extLst>
              <a:ext uri="{FF2B5EF4-FFF2-40B4-BE49-F238E27FC236}">
                <a16:creationId xmlns:a16="http://schemas.microsoft.com/office/drawing/2014/main" id="{8A199A2E-42C6-79E5-70FF-4620B50B23B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432608" y="3466781"/>
            <a:ext cx="132689" cy="132689"/>
          </a:xfrm>
          <a:prstGeom prst="rect">
            <a:avLst/>
          </a:prstGeom>
        </p:spPr>
      </p:pic>
      <p:pic>
        <p:nvPicPr>
          <p:cNvPr id="177" name="그래픽 176" descr="배지 8 단색으로 채워진">
            <a:extLst>
              <a:ext uri="{FF2B5EF4-FFF2-40B4-BE49-F238E27FC236}">
                <a16:creationId xmlns:a16="http://schemas.microsoft.com/office/drawing/2014/main" id="{5F5B7E51-CD06-53E6-E3A1-47CE03D6E0A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816464" y="3479437"/>
            <a:ext cx="132689" cy="1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77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9ADA-C128-9455-D537-2488CBB4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D0D7BC-8095-D717-6DCB-CCE0C0648C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8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626C8E6-8B6B-E3C4-B61B-A25B551DD873}"/>
              </a:ext>
            </a:extLst>
          </p:cNvPr>
          <p:cNvSpPr/>
          <p:nvPr/>
        </p:nvSpPr>
        <p:spPr>
          <a:xfrm>
            <a:off x="166938" y="1381958"/>
            <a:ext cx="7531880" cy="4716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5B548-3608-E6A7-7197-D55568D8D314}"/>
              </a:ext>
            </a:extLst>
          </p:cNvPr>
          <p:cNvSpPr/>
          <p:nvPr/>
        </p:nvSpPr>
        <p:spPr>
          <a:xfrm>
            <a:off x="1475761" y="1965650"/>
            <a:ext cx="3251692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4AF4B1-2C63-E94E-B5DD-6ECBD997F634}"/>
              </a:ext>
            </a:extLst>
          </p:cNvPr>
          <p:cNvSpPr/>
          <p:nvPr/>
        </p:nvSpPr>
        <p:spPr>
          <a:xfrm>
            <a:off x="4823532" y="1976586"/>
            <a:ext cx="1564309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9EAD38-9BD0-21D1-72AB-0989A0FC9237}"/>
              </a:ext>
            </a:extLst>
          </p:cNvPr>
          <p:cNvSpPr/>
          <p:nvPr/>
        </p:nvSpPr>
        <p:spPr>
          <a:xfrm>
            <a:off x="4818083" y="1985141"/>
            <a:ext cx="1569757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6B0491-C4CF-E71B-828C-4383BE71B2FB}"/>
              </a:ext>
            </a:extLst>
          </p:cNvPr>
          <p:cNvSpPr/>
          <p:nvPr/>
        </p:nvSpPr>
        <p:spPr>
          <a:xfrm>
            <a:off x="1475760" y="1974205"/>
            <a:ext cx="3221144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DCAF89B-E116-6C94-7C56-F5B86BE3445B}"/>
              </a:ext>
            </a:extLst>
          </p:cNvPr>
          <p:cNvGrpSpPr/>
          <p:nvPr/>
        </p:nvGrpSpPr>
        <p:grpSpPr>
          <a:xfrm>
            <a:off x="1571565" y="4521067"/>
            <a:ext cx="133893" cy="883132"/>
            <a:chOff x="1670176" y="3668725"/>
            <a:chExt cx="133893" cy="883132"/>
          </a:xfrm>
        </p:grpSpPr>
        <p:grpSp>
          <p:nvGrpSpPr>
  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137E47FD-1724-7FC0-164E-363CE66108BD}"/>
                </a:ext>
              </a:extLst>
            </p:cNvPr>
            <p:cNvGrpSpPr/>
            <p:nvPr>
              <p:custDataLst>
                <p:tags r:id="rId19"/>
              </p:custDataLst>
            </p:nvPr>
          </p:nvGrpSpPr>
          <p:grpSpPr>
            <a:xfrm>
              <a:off x="1670176" y="3917384"/>
              <a:ext cx="131556" cy="131556"/>
              <a:chOff x="554563" y="2632644"/>
              <a:chExt cx="131556" cy="131556"/>
            </a:xfrm>
          </p:grpSpPr>
          <p:sp>
            <p:nvSpPr>
              <p:cNvPr id="26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452D0C0-9DCD-86E8-7019-3CCB42402BBB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C8202833-AB74-F945-3940-625D1E468D61}"/>
                  </a:ext>
                </a:extLst>
              </p:cNvPr>
              <p:cNvSpPr>
                <a:spLocks noEditPoint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91D2EFB-C9CE-897A-248E-15DDF08EF247}"/>
                </a:ext>
              </a:extLst>
            </p:cNvPr>
            <p:cNvGrpSpPr/>
            <p:nvPr/>
          </p:nvGrpSpPr>
          <p:grpSpPr>
            <a:xfrm>
              <a:off x="1670176" y="3668725"/>
              <a:ext cx="131556" cy="131556"/>
              <a:chOff x="8414443" y="3509861"/>
              <a:chExt cx="131556" cy="131556"/>
            </a:xfrm>
          </p:grpSpPr>
          <p:sp>
            <p:nvSpPr>
              <p:cNvPr id="2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43615B2-B3EA-86E3-0E5E-AA2C8043221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Accept">
                <a:extLst>
                  <a:ext uri="{FF2B5EF4-FFF2-40B4-BE49-F238E27FC236}">
                    <a16:creationId xmlns:a16="http://schemas.microsoft.com/office/drawing/2014/main" id="{3E8FA9EE-7DDA-B492-27FB-B4DE77FBFF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53028028-714E-F81C-DCE6-DC1DF16BE9D8}"/>
                </a:ext>
              </a:extLst>
            </p:cNvPr>
            <p:cNvGrpSpPr/>
            <p:nvPr>
              <p:custDataLst>
                <p:tags r:id="rId20"/>
              </p:custDataLst>
            </p:nvPr>
          </p:nvGrpSpPr>
          <p:grpSpPr>
            <a:xfrm>
              <a:off x="1672513" y="4177003"/>
              <a:ext cx="131556" cy="131556"/>
              <a:chOff x="554563" y="2632644"/>
              <a:chExt cx="131556" cy="131556"/>
            </a:xfrm>
          </p:grpSpPr>
          <p:sp>
            <p:nvSpPr>
              <p:cNvPr id="33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42DCC3EA-BC6A-628D-9AED-52EF1D817DD6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EB50415D-48AC-1AEE-6DC2-828D16553FCD}"/>
                  </a:ext>
                </a:extLst>
              </p:cNvPr>
              <p:cNvSpPr>
                <a:spLocks noEditPoint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2A2CF959-BAA3-E977-7B8F-4D7073E5CA25}"/>
                </a:ext>
              </a:extLst>
            </p:cNvPr>
            <p:cNvGrpSpPr/>
            <p:nvPr/>
          </p:nvGrpSpPr>
          <p:grpSpPr>
            <a:xfrm>
              <a:off x="1672513" y="4420301"/>
              <a:ext cx="131556" cy="131556"/>
              <a:chOff x="8414443" y="3509861"/>
              <a:chExt cx="131556" cy="131556"/>
            </a:xfrm>
          </p:grpSpPr>
          <p:sp>
            <p:nvSpPr>
              <p:cNvPr id="3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558452-CDF5-9FB7-5E2C-A2AE4C44F73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Accept">
                <a:extLst>
                  <a:ext uri="{FF2B5EF4-FFF2-40B4-BE49-F238E27FC236}">
                    <a16:creationId xmlns:a16="http://schemas.microsoft.com/office/drawing/2014/main" id="{A59B337D-C41A-D906-C6AA-B3CB064CB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7832EB0-388C-DA1E-7E1C-664A70D13E2E}"/>
              </a:ext>
            </a:extLst>
          </p:cNvPr>
          <p:cNvCxnSpPr/>
          <p:nvPr/>
        </p:nvCxnSpPr>
        <p:spPr>
          <a:xfrm>
            <a:off x="1541539" y="2716174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18CB062E-46F6-766E-DABD-CBD70C9E10DA}"/>
              </a:ext>
            </a:extLst>
          </p:cNvPr>
          <p:cNvGraphicFramePr/>
          <p:nvPr/>
        </p:nvGraphicFramePr>
        <p:xfrm>
          <a:off x="1475761" y="2064080"/>
          <a:ext cx="3210675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93DCC8F4-6B53-A17F-974A-6607D08A8DE0}"/>
              </a:ext>
            </a:extLst>
          </p:cNvPr>
          <p:cNvGrpSpPr/>
          <p:nvPr/>
        </p:nvGrpSpPr>
        <p:grpSpPr>
          <a:xfrm>
            <a:off x="4897124" y="2233539"/>
            <a:ext cx="1424115" cy="1145219"/>
            <a:chOff x="4994017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3A24AAD4-66A4-7399-1E55-11F20F446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52873A30-7F07-AE90-379D-2D111D2F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48F8F305-6544-A16F-9F4F-22913FE89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D00ADDF8-27AD-25FB-3B79-A2C49C6F7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B8F2F76-286C-A89C-2B74-66EC866E0F95}"/>
              </a:ext>
            </a:extLst>
          </p:cNvPr>
          <p:cNvGrpSpPr/>
          <p:nvPr/>
        </p:nvGrpSpPr>
        <p:grpSpPr>
          <a:xfrm>
            <a:off x="172385" y="1388859"/>
            <a:ext cx="7526433" cy="341115"/>
            <a:chOff x="241110" y="659427"/>
            <a:chExt cx="7360932" cy="34111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686AD37-3126-FEBB-08B6-A418FFDF8953}"/>
                </a:ext>
              </a:extLst>
            </p:cNvPr>
            <p:cNvSpPr/>
            <p:nvPr/>
          </p:nvSpPr>
          <p:spPr>
            <a:xfrm>
              <a:off x="241110" y="659427"/>
              <a:ext cx="7360932" cy="341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GSITM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부트캠프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 부식 신청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F674066-DDE2-6855-C166-80457DE5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2313" y="740777"/>
              <a:ext cx="142662" cy="1426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F45113-AAFB-34C3-2EC1-549ED4350593}"/>
                </a:ext>
              </a:extLst>
            </p:cNvPr>
            <p:cNvSpPr txBox="1"/>
            <p:nvPr/>
          </p:nvSpPr>
          <p:spPr>
            <a:xfrm>
              <a:off x="7009149" y="706873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/>
                <a:t>관리자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3F1A6BF-6B7B-4B5F-AF58-D13463BE9E8E}"/>
              </a:ext>
            </a:extLst>
          </p:cNvPr>
          <p:cNvGrpSpPr/>
          <p:nvPr/>
        </p:nvGrpSpPr>
        <p:grpSpPr>
          <a:xfrm>
            <a:off x="1476422" y="1735219"/>
            <a:ext cx="190465" cy="189518"/>
            <a:chOff x="707191" y="5113600"/>
            <a:chExt cx="190465" cy="189518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4750B29-B155-143F-BA60-96A32C0B3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E09690B5-2902-8F26-EE40-D8AB12C82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BEF28C03-1757-846F-4765-89246F8C2C2B}"/>
              </a:ext>
            </a:extLst>
          </p:cNvPr>
          <p:cNvSpPr/>
          <p:nvPr/>
        </p:nvSpPr>
        <p:spPr>
          <a:xfrm>
            <a:off x="1178610" y="58669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C805AF-E656-1203-67EF-800797F3C6D1}"/>
              </a:ext>
            </a:extLst>
          </p:cNvPr>
          <p:cNvSpPr/>
          <p:nvPr/>
        </p:nvSpPr>
        <p:spPr>
          <a:xfrm>
            <a:off x="172387" y="5763335"/>
            <a:ext cx="7526434" cy="3282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82C4A91-EAE7-2952-2370-12617D5DBE2E}"/>
              </a:ext>
            </a:extLst>
          </p:cNvPr>
          <p:cNvSpPr/>
          <p:nvPr/>
        </p:nvSpPr>
        <p:spPr>
          <a:xfrm>
            <a:off x="1470312" y="3670951"/>
            <a:ext cx="4912080" cy="2006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EB3FFF25-713F-4C48-D83D-FA7AB08C4F31}"/>
              </a:ext>
            </a:extLst>
          </p:cNvPr>
          <p:cNvGraphicFramePr>
            <a:graphicFrameLocks noGrp="1"/>
          </p:cNvGraphicFramePr>
          <p:nvPr/>
        </p:nvGraphicFramePr>
        <p:xfrm>
          <a:off x="1475760" y="3676952"/>
          <a:ext cx="4906631" cy="119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6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4290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580153"/>
                    </a:ext>
                  </a:extLst>
                </a:gridCol>
                <a:gridCol w="632652">
                  <a:extLst>
                    <a:ext uri="{9D8B030D-6E8A-4147-A177-3AD203B41FA5}">
                      <a16:colId xmlns:a16="http://schemas.microsoft.com/office/drawing/2014/main" val="2567255783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품목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금액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u="none" strike="noStrike">
                        <a:solidFill>
                          <a:schemeClr val="bg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735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20,000</a:t>
                      </a:r>
                      <a:endParaRPr lang="ko-KR" altLang="en-US" sz="8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30,000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5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키세스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5289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7728ADEF-02D8-63B3-508D-76F97754C5F9}"/>
              </a:ext>
            </a:extLst>
          </p:cNvPr>
          <p:cNvSpPr/>
          <p:nvPr/>
        </p:nvSpPr>
        <p:spPr>
          <a:xfrm>
            <a:off x="1475761" y="5502302"/>
            <a:ext cx="4912080" cy="174351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합 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:\ 80,000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46A854B-03A4-97CC-1F41-D9C5B1E9AF62}"/>
              </a:ext>
            </a:extLst>
          </p:cNvPr>
          <p:cNvSpPr/>
          <p:nvPr/>
        </p:nvSpPr>
        <p:spPr>
          <a:xfrm>
            <a:off x="1475761" y="3516276"/>
            <a:ext cx="4906632" cy="1546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선정된 부식 목록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(2025-04-29)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2E65BDA-02F9-2E7E-1861-2226F6C94534}"/>
              </a:ext>
            </a:extLst>
          </p:cNvPr>
          <p:cNvCxnSpPr/>
          <p:nvPr/>
        </p:nvCxnSpPr>
        <p:spPr>
          <a:xfrm>
            <a:off x="1470312" y="4652623"/>
            <a:ext cx="49120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0760AA59-A981-8E70-714A-DEFD59DF7466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5CFCD85-BC98-0113-1E39-3A09FBE0760E}"/>
              </a:ext>
            </a:extLst>
          </p:cNvPr>
          <p:cNvGrpSpPr/>
          <p:nvPr/>
        </p:nvGrpSpPr>
        <p:grpSpPr>
          <a:xfrm>
            <a:off x="5753098" y="2884215"/>
            <a:ext cx="173150" cy="172289"/>
            <a:chOff x="707191" y="3329530"/>
            <a:chExt cx="190465" cy="189518"/>
          </a:xfrm>
        </p:grpSpPr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1192F3C8-F82E-48F2-AE4C-7CC0A0FBA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8C75C216-88F0-2B8D-016C-F3994DBE5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EA1C58-DA61-0D43-333F-5003E2FDF7CD}"/>
              </a:ext>
            </a:extLst>
          </p:cNvPr>
          <p:cNvSpPr/>
          <p:nvPr/>
        </p:nvSpPr>
        <p:spPr>
          <a:xfrm>
            <a:off x="172387" y="1381958"/>
            <a:ext cx="7526431" cy="4733218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CF1E481-46EC-5F44-FF46-43E3764753D9}"/>
              </a:ext>
            </a:extLst>
          </p:cNvPr>
          <p:cNvSpPr/>
          <p:nvPr/>
        </p:nvSpPr>
        <p:spPr>
          <a:xfrm>
            <a:off x="1873624" y="2732956"/>
            <a:ext cx="4092707" cy="1789263"/>
          </a:xfrm>
          <a:prstGeom prst="roundRect">
            <a:avLst>
              <a:gd name="adj" fmla="val 6949"/>
            </a:avLst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A1EF2CF-EF22-F6B3-FF28-0219FE5DEF51}"/>
              </a:ext>
            </a:extLst>
          </p:cNvPr>
          <p:cNvGrpSpPr/>
          <p:nvPr/>
        </p:nvGrpSpPr>
        <p:grpSpPr>
          <a:xfrm rot="2700000">
            <a:off x="5667840" y="2909898"/>
            <a:ext cx="173150" cy="172289"/>
            <a:chOff x="707191" y="3329530"/>
            <a:chExt cx="190465" cy="189518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49772B4-4A63-5B0C-5D79-E8640D533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21378464-C763-ED9A-395F-FE311C2E2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71" name="Group 57">
            <a:extLst>
              <a:ext uri="{FF2B5EF4-FFF2-40B4-BE49-F238E27FC236}">
                <a16:creationId xmlns:a16="http://schemas.microsoft.com/office/drawing/2014/main" id="{0C4D39D1-970F-7C3E-0375-D36F17F18CE5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87660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투표 기간 관리 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단위 드롭박스</a:t>
                      </a:r>
                      <a:b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매일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매주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매월</a:t>
                      </a:r>
                      <a:b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선택에 따라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내용 바뀜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 일정 드롭박스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선택에 따라 내용 다름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1~31,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1~12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활성화 라디오 버튼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입력창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유효값 확인 ㄱㄱ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기간 드롭 박스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닫기 버튼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43DE3C-1D7D-E305-4E7D-15316FE27F31}"/>
              </a:ext>
            </a:extLst>
          </p:cNvPr>
          <p:cNvSpPr txBox="1"/>
          <p:nvPr/>
        </p:nvSpPr>
        <p:spPr>
          <a:xfrm>
            <a:off x="1972236" y="2970509"/>
            <a:ext cx="3903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부식 등록 기간 설정</a:t>
            </a:r>
            <a:r>
              <a:rPr lang="en-US" altLang="ko-KR" sz="800"/>
              <a:t>	                </a:t>
            </a:r>
            <a:r>
              <a:rPr lang="ko-KR" altLang="en-US" sz="800"/>
              <a:t>부터             까지  </a:t>
            </a:r>
          </a:p>
        </p:txBody>
      </p:sp>
      <p:grpSp>
        <p:nvGrpSpPr>
          <p:cNvPr id="52" name="Drop-Down Box">
            <a:extLst>
              <a:ext uri="{FF2B5EF4-FFF2-40B4-BE49-F238E27FC236}">
                <a16:creationId xmlns:a16="http://schemas.microsoft.com/office/drawing/2014/main" id="{5A336BBA-E0C6-CD05-BCB4-8142E8CF8F46}"/>
              </a:ext>
            </a:extLst>
          </p:cNvPr>
          <p:cNvGrpSpPr/>
          <p:nvPr/>
        </p:nvGrpSpPr>
        <p:grpSpPr>
          <a:xfrm>
            <a:off x="3164636" y="2960757"/>
            <a:ext cx="645364" cy="225703"/>
            <a:chOff x="-2724469" y="3066120"/>
            <a:chExt cx="1717263" cy="225703"/>
          </a:xfrm>
        </p:grpSpPr>
        <p:sp>
          <p:nvSpPr>
            <p:cNvPr id="65" name="Text Box">
              <a:extLst>
                <a:ext uri="{FF2B5EF4-FFF2-40B4-BE49-F238E27FC236}">
                  <a16:creationId xmlns:a16="http://schemas.microsoft.com/office/drawing/2014/main" id="{144ECA0E-8E62-4275-C769-75477019468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매주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69" name="Arrow Down">
              <a:extLst>
                <a:ext uri="{FF2B5EF4-FFF2-40B4-BE49-F238E27FC236}">
                  <a16:creationId xmlns:a16="http://schemas.microsoft.com/office/drawing/2014/main" id="{0D539C8D-1315-4632-B0DA-6E35B174D7FB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2" name="Box">
            <a:extLst>
              <a:ext uri="{FF2B5EF4-FFF2-40B4-BE49-F238E27FC236}">
                <a16:creationId xmlns:a16="http://schemas.microsoft.com/office/drawing/2014/main" id="{6785E754-2824-D8D9-0247-C6FDCFEED18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61053" y="4191575"/>
            <a:ext cx="567724" cy="52322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ko-KR" alt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분 전</a:t>
            </a:r>
            <a:endParaRPr lang="en-US" altLang="ko-KR" sz="800" noProof="1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ko-KR" alt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시간 전</a:t>
            </a:r>
            <a:endParaRPr lang="en-US" altLang="ko-KR" sz="800" noProof="1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ko-KR" alt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일 전</a:t>
            </a:r>
            <a:endParaRPr lang="en-US" sz="800" noProof="1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3" name="Selection Overlay">
            <a:extLst>
              <a:ext uri="{FF2B5EF4-FFF2-40B4-BE49-F238E27FC236}">
                <a16:creationId xmlns:a16="http://schemas.microsoft.com/office/drawing/2014/main" id="{81C5E0A1-D804-F496-4D8A-4790D7F916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63019" y="4360981"/>
            <a:ext cx="565758" cy="166550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4" name="Drop-Down Box">
            <a:extLst>
              <a:ext uri="{FF2B5EF4-FFF2-40B4-BE49-F238E27FC236}">
                <a16:creationId xmlns:a16="http://schemas.microsoft.com/office/drawing/2014/main" id="{58190B3C-A889-631B-4305-CB7181EC0BB4}"/>
              </a:ext>
            </a:extLst>
          </p:cNvPr>
          <p:cNvGrpSpPr/>
          <p:nvPr/>
        </p:nvGrpSpPr>
        <p:grpSpPr>
          <a:xfrm>
            <a:off x="3989390" y="2960757"/>
            <a:ext cx="412632" cy="225703"/>
            <a:chOff x="-2724469" y="3066120"/>
            <a:chExt cx="1717263" cy="225703"/>
          </a:xfrm>
        </p:grpSpPr>
        <p:sp>
          <p:nvSpPr>
            <p:cNvPr id="75" name="Text Box">
              <a:extLst>
                <a:ext uri="{FF2B5EF4-FFF2-40B4-BE49-F238E27FC236}">
                  <a16:creationId xmlns:a16="http://schemas.microsoft.com/office/drawing/2014/main" id="{96E61A8E-63A6-8C52-CAA6-C0AA6E7420F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월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6" name="Arrow Down">
              <a:extLst>
                <a:ext uri="{FF2B5EF4-FFF2-40B4-BE49-F238E27FC236}">
                  <a16:creationId xmlns:a16="http://schemas.microsoft.com/office/drawing/2014/main" id="{DE7A0C64-B6B0-CCCC-5B6B-C4DD65FB90DB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7" name="Drop-Down Box">
            <a:extLst>
              <a:ext uri="{FF2B5EF4-FFF2-40B4-BE49-F238E27FC236}">
                <a16:creationId xmlns:a16="http://schemas.microsoft.com/office/drawing/2014/main" id="{89904E99-A51E-B812-B5A7-7A0309FB460B}"/>
              </a:ext>
            </a:extLst>
          </p:cNvPr>
          <p:cNvGrpSpPr/>
          <p:nvPr/>
        </p:nvGrpSpPr>
        <p:grpSpPr>
          <a:xfrm>
            <a:off x="4699836" y="2960757"/>
            <a:ext cx="430090" cy="225703"/>
            <a:chOff x="-2724469" y="3066120"/>
            <a:chExt cx="1717263" cy="225703"/>
          </a:xfrm>
        </p:grpSpPr>
        <p:sp>
          <p:nvSpPr>
            <p:cNvPr id="78" name="Text Box">
              <a:extLst>
                <a:ext uri="{FF2B5EF4-FFF2-40B4-BE49-F238E27FC236}">
                  <a16:creationId xmlns:a16="http://schemas.microsoft.com/office/drawing/2014/main" id="{5E414596-DA36-4BE1-12AB-B6807AB6926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수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9" name="Arrow Down">
              <a:extLst>
                <a:ext uri="{FF2B5EF4-FFF2-40B4-BE49-F238E27FC236}">
                  <a16:creationId xmlns:a16="http://schemas.microsoft.com/office/drawing/2014/main" id="{41EA2852-53FD-5A63-1AB2-7BF27FC2FEF6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DBE1B90-2BC2-2094-460E-D9F73E183C46}"/>
              </a:ext>
            </a:extLst>
          </p:cNvPr>
          <p:cNvSpPr txBox="1"/>
          <p:nvPr/>
        </p:nvSpPr>
        <p:spPr>
          <a:xfrm>
            <a:off x="1972236" y="3222165"/>
            <a:ext cx="3903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투표 기간 설정                       </a:t>
            </a:r>
            <a:r>
              <a:rPr lang="en-US" altLang="ko-KR" sz="800"/>
              <a:t>                </a:t>
            </a:r>
            <a:r>
              <a:rPr lang="ko-KR" altLang="en-US" sz="800"/>
              <a:t>부터             까지  </a:t>
            </a:r>
          </a:p>
        </p:txBody>
      </p:sp>
      <p:grpSp>
        <p:nvGrpSpPr>
          <p:cNvPr id="83" name="Drop-Down Box">
            <a:extLst>
              <a:ext uri="{FF2B5EF4-FFF2-40B4-BE49-F238E27FC236}">
                <a16:creationId xmlns:a16="http://schemas.microsoft.com/office/drawing/2014/main" id="{FF4AAC7F-32DF-F288-4930-1C519C82F104}"/>
              </a:ext>
            </a:extLst>
          </p:cNvPr>
          <p:cNvGrpSpPr/>
          <p:nvPr/>
        </p:nvGrpSpPr>
        <p:grpSpPr>
          <a:xfrm>
            <a:off x="2867191" y="3227477"/>
            <a:ext cx="645364" cy="225703"/>
            <a:chOff x="-2724469" y="3066120"/>
            <a:chExt cx="1717263" cy="225703"/>
          </a:xfrm>
        </p:grpSpPr>
        <p:sp>
          <p:nvSpPr>
            <p:cNvPr id="84" name="Text Box">
              <a:extLst>
                <a:ext uri="{FF2B5EF4-FFF2-40B4-BE49-F238E27FC236}">
                  <a16:creationId xmlns:a16="http://schemas.microsoft.com/office/drawing/2014/main" id="{05C19754-F10D-D4F8-5CF2-9F56A467873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매주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85" name="Arrow Down">
              <a:extLst>
                <a:ext uri="{FF2B5EF4-FFF2-40B4-BE49-F238E27FC236}">
                  <a16:creationId xmlns:a16="http://schemas.microsoft.com/office/drawing/2014/main" id="{7523E366-0C23-C1CA-167C-C2BBAE7B5448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6" name="Drop-Down Box">
            <a:extLst>
              <a:ext uri="{FF2B5EF4-FFF2-40B4-BE49-F238E27FC236}">
                <a16:creationId xmlns:a16="http://schemas.microsoft.com/office/drawing/2014/main" id="{63E083AC-7D4B-BAD0-A5ED-4459D91E8D1F}"/>
              </a:ext>
            </a:extLst>
          </p:cNvPr>
          <p:cNvGrpSpPr/>
          <p:nvPr/>
        </p:nvGrpSpPr>
        <p:grpSpPr>
          <a:xfrm>
            <a:off x="3691945" y="3227477"/>
            <a:ext cx="412632" cy="225703"/>
            <a:chOff x="-2724469" y="3066120"/>
            <a:chExt cx="1717263" cy="225703"/>
          </a:xfrm>
        </p:grpSpPr>
        <p:sp>
          <p:nvSpPr>
            <p:cNvPr id="87" name="Text Box">
              <a:extLst>
                <a:ext uri="{FF2B5EF4-FFF2-40B4-BE49-F238E27FC236}">
                  <a16:creationId xmlns:a16="http://schemas.microsoft.com/office/drawing/2014/main" id="{9B9CA5AE-9CBE-2A59-C15B-6C8DCD128D9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목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88" name="Arrow Down">
              <a:extLst>
                <a:ext uri="{FF2B5EF4-FFF2-40B4-BE49-F238E27FC236}">
                  <a16:creationId xmlns:a16="http://schemas.microsoft.com/office/drawing/2014/main" id="{A89DC927-1C8C-0A7F-9561-4EAA4CD4ED7E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9" name="Drop-Down Box">
            <a:extLst>
              <a:ext uri="{FF2B5EF4-FFF2-40B4-BE49-F238E27FC236}">
                <a16:creationId xmlns:a16="http://schemas.microsoft.com/office/drawing/2014/main" id="{4EBE6446-85B3-22F8-0D1E-F11A1E7DFDA6}"/>
              </a:ext>
            </a:extLst>
          </p:cNvPr>
          <p:cNvGrpSpPr/>
          <p:nvPr/>
        </p:nvGrpSpPr>
        <p:grpSpPr>
          <a:xfrm>
            <a:off x="4402391" y="3227477"/>
            <a:ext cx="430090" cy="225703"/>
            <a:chOff x="-2724469" y="3066120"/>
            <a:chExt cx="1717263" cy="225703"/>
          </a:xfrm>
        </p:grpSpPr>
        <p:sp>
          <p:nvSpPr>
            <p:cNvPr id="90" name="Text Box">
              <a:extLst>
                <a:ext uri="{FF2B5EF4-FFF2-40B4-BE49-F238E27FC236}">
                  <a16:creationId xmlns:a16="http://schemas.microsoft.com/office/drawing/2014/main" id="{3F7D8A9C-331D-4DDF-0233-26B9C4F3776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금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91" name="Arrow Down">
              <a:extLst>
                <a:ext uri="{FF2B5EF4-FFF2-40B4-BE49-F238E27FC236}">
                  <a16:creationId xmlns:a16="http://schemas.microsoft.com/office/drawing/2014/main" id="{5AEF981B-7F27-45C8-38A2-0578B0196C40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259C1C7-0C58-32C7-98BA-56C7B7547824}"/>
              </a:ext>
            </a:extLst>
          </p:cNvPr>
          <p:cNvSpPr txBox="1"/>
          <p:nvPr/>
        </p:nvSpPr>
        <p:spPr>
          <a:xfrm>
            <a:off x="1972236" y="3740384"/>
            <a:ext cx="14885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등록 마감일 알림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7BDBE20-9A46-6155-F81A-CA9ECBA1C9D7}"/>
              </a:ext>
            </a:extLst>
          </p:cNvPr>
          <p:cNvSpPr txBox="1"/>
          <p:nvPr/>
        </p:nvSpPr>
        <p:spPr>
          <a:xfrm>
            <a:off x="1972236" y="3979778"/>
            <a:ext cx="3903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투표 마감일 알림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F63F211-C1AE-AB12-A6CF-4B5DEA3103AF}"/>
              </a:ext>
            </a:extLst>
          </p:cNvPr>
          <p:cNvSpPr txBox="1"/>
          <p:nvPr/>
        </p:nvSpPr>
        <p:spPr>
          <a:xfrm>
            <a:off x="1972236" y="4230412"/>
            <a:ext cx="3903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투표 결과 알림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53EDEE5-AFA3-50B8-CCE8-662F962BFFAB}"/>
              </a:ext>
            </a:extLst>
          </p:cNvPr>
          <p:cNvSpPr/>
          <p:nvPr/>
        </p:nvSpPr>
        <p:spPr>
          <a:xfrm>
            <a:off x="2993581" y="3764927"/>
            <a:ext cx="337272" cy="16196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9DEB1B3-1A5C-0BC5-38B8-103A6FE78BB8}"/>
              </a:ext>
            </a:extLst>
          </p:cNvPr>
          <p:cNvSpPr/>
          <p:nvPr/>
        </p:nvSpPr>
        <p:spPr>
          <a:xfrm>
            <a:off x="3010104" y="3772108"/>
            <a:ext cx="154532" cy="1545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BC27921E-B2AF-E73E-5ADC-0D6A1CF4A833}"/>
              </a:ext>
            </a:extLst>
          </p:cNvPr>
          <p:cNvSpPr/>
          <p:nvPr/>
        </p:nvSpPr>
        <p:spPr>
          <a:xfrm>
            <a:off x="2993581" y="4005912"/>
            <a:ext cx="337272" cy="16196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250AD247-CE4C-3675-8638-625A3FDD946A}"/>
              </a:ext>
            </a:extLst>
          </p:cNvPr>
          <p:cNvSpPr/>
          <p:nvPr/>
        </p:nvSpPr>
        <p:spPr>
          <a:xfrm>
            <a:off x="3010104" y="4013093"/>
            <a:ext cx="154532" cy="1545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2C45AB96-B761-1AB3-C477-D5D5DCFAB8C3}"/>
              </a:ext>
            </a:extLst>
          </p:cNvPr>
          <p:cNvSpPr/>
          <p:nvPr/>
        </p:nvSpPr>
        <p:spPr>
          <a:xfrm>
            <a:off x="2993581" y="4257568"/>
            <a:ext cx="337272" cy="16196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729DB64-24B8-8BFF-ECE8-1F81975C095A}"/>
              </a:ext>
            </a:extLst>
          </p:cNvPr>
          <p:cNvSpPr/>
          <p:nvPr/>
        </p:nvSpPr>
        <p:spPr>
          <a:xfrm>
            <a:off x="3010104" y="4264749"/>
            <a:ext cx="154532" cy="1545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1" name="Text Box">
            <a:extLst>
              <a:ext uri="{FF2B5EF4-FFF2-40B4-BE49-F238E27FC236}">
                <a16:creationId xmlns:a16="http://schemas.microsoft.com/office/drawing/2014/main" id="{D028FC98-3591-3B13-5360-EBCC1F4C7692}"/>
              </a:ext>
            </a:extLst>
          </p:cNvPr>
          <p:cNvSpPr/>
          <p:nvPr/>
        </p:nvSpPr>
        <p:spPr>
          <a:xfrm>
            <a:off x="3537934" y="3699442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720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06" name="Drop-Down Box">
            <a:extLst>
              <a:ext uri="{FF2B5EF4-FFF2-40B4-BE49-F238E27FC236}">
                <a16:creationId xmlns:a16="http://schemas.microsoft.com/office/drawing/2014/main" id="{E6B93A4D-FF9B-F63D-9CA7-39579BDA29DB}"/>
              </a:ext>
            </a:extLst>
          </p:cNvPr>
          <p:cNvGrpSpPr/>
          <p:nvPr/>
        </p:nvGrpSpPr>
        <p:grpSpPr>
          <a:xfrm>
            <a:off x="4047584" y="3692761"/>
            <a:ext cx="581193" cy="225703"/>
            <a:chOff x="-2724469" y="3066120"/>
            <a:chExt cx="1717263" cy="225703"/>
          </a:xfrm>
        </p:grpSpPr>
        <p:sp>
          <p:nvSpPr>
            <p:cNvPr id="107" name="Text Box">
              <a:extLst>
                <a:ext uri="{FF2B5EF4-FFF2-40B4-BE49-F238E27FC236}">
                  <a16:creationId xmlns:a16="http://schemas.microsoft.com/office/drawing/2014/main" id="{4F544551-FE83-C612-2B55-B3A7D801B59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1080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시간 전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08" name="Arrow Down">
              <a:extLst>
                <a:ext uri="{FF2B5EF4-FFF2-40B4-BE49-F238E27FC236}">
                  <a16:creationId xmlns:a16="http://schemas.microsoft.com/office/drawing/2014/main" id="{CBED7135-37F9-E181-EBC0-D2C7BE26B111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9" name="Drop-Down Box">
            <a:extLst>
              <a:ext uri="{FF2B5EF4-FFF2-40B4-BE49-F238E27FC236}">
                <a16:creationId xmlns:a16="http://schemas.microsoft.com/office/drawing/2014/main" id="{FF36055D-7E3B-4517-24D3-5D8C41F4863F}"/>
              </a:ext>
            </a:extLst>
          </p:cNvPr>
          <p:cNvGrpSpPr/>
          <p:nvPr/>
        </p:nvGrpSpPr>
        <p:grpSpPr>
          <a:xfrm>
            <a:off x="4050617" y="3974097"/>
            <a:ext cx="578160" cy="225703"/>
            <a:chOff x="-2724469" y="3066120"/>
            <a:chExt cx="1717263" cy="225703"/>
          </a:xfrm>
        </p:grpSpPr>
        <p:sp>
          <p:nvSpPr>
            <p:cNvPr id="110" name="Text Box">
              <a:extLst>
                <a:ext uri="{FF2B5EF4-FFF2-40B4-BE49-F238E27FC236}">
                  <a16:creationId xmlns:a16="http://schemas.microsoft.com/office/drawing/2014/main" id="{2793034A-FCB4-6819-FA80-7A46DE12639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724469" y="3066120"/>
              <a:ext cx="1717263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시간 전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Arrow Down">
              <a:extLst>
                <a:ext uri="{FF2B5EF4-FFF2-40B4-BE49-F238E27FC236}">
                  <a16:creationId xmlns:a16="http://schemas.microsoft.com/office/drawing/2014/main" id="{DEE6177B-F543-D397-D002-E767082C8E28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-1356319" y="3138264"/>
              <a:ext cx="211458" cy="6229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5" name="Text Box">
            <a:extLst>
              <a:ext uri="{FF2B5EF4-FFF2-40B4-BE49-F238E27FC236}">
                <a16:creationId xmlns:a16="http://schemas.microsoft.com/office/drawing/2014/main" id="{3BD110F4-A327-49F9-4AA9-10A4195F96AA}"/>
              </a:ext>
            </a:extLst>
          </p:cNvPr>
          <p:cNvSpPr/>
          <p:nvPr/>
        </p:nvSpPr>
        <p:spPr>
          <a:xfrm>
            <a:off x="3537934" y="3960095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7200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125" name="그래픽 124" descr="배지 1 단색으로 채워진">
            <a:extLst>
              <a:ext uri="{FF2B5EF4-FFF2-40B4-BE49-F238E27FC236}">
                <a16:creationId xmlns:a16="http://schemas.microsoft.com/office/drawing/2014/main" id="{91387AB8-C3D5-87EE-905E-C36124AAA2F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72236" y="2764614"/>
            <a:ext cx="175146" cy="175146"/>
          </a:xfrm>
          <a:prstGeom prst="rect">
            <a:avLst/>
          </a:prstGeom>
        </p:spPr>
      </p:pic>
      <p:pic>
        <p:nvPicPr>
          <p:cNvPr id="132" name="그래픽 131" descr="배지 단색으로 채워진">
            <a:extLst>
              <a:ext uri="{FF2B5EF4-FFF2-40B4-BE49-F238E27FC236}">
                <a16:creationId xmlns:a16="http://schemas.microsoft.com/office/drawing/2014/main" id="{3103BCBD-1406-1E45-7C4C-6FFA3DC51D7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22893" y="2885426"/>
            <a:ext cx="175146" cy="175146"/>
          </a:xfrm>
          <a:prstGeom prst="rect">
            <a:avLst/>
          </a:prstGeom>
        </p:spPr>
      </p:pic>
      <p:pic>
        <p:nvPicPr>
          <p:cNvPr id="134" name="그래픽 133" descr="배지 3 단색으로 채워진">
            <a:extLst>
              <a:ext uri="{FF2B5EF4-FFF2-40B4-BE49-F238E27FC236}">
                <a16:creationId xmlns:a16="http://schemas.microsoft.com/office/drawing/2014/main" id="{D4CC7C48-C153-3910-8B8F-857FAD86C19A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59523" y="2883696"/>
            <a:ext cx="175146" cy="175146"/>
          </a:xfrm>
          <a:prstGeom prst="rect">
            <a:avLst/>
          </a:prstGeom>
        </p:spPr>
      </p:pic>
      <p:pic>
        <p:nvPicPr>
          <p:cNvPr id="136" name="그래픽 135" descr="배지 4 단색으로 채워진">
            <a:extLst>
              <a:ext uri="{FF2B5EF4-FFF2-40B4-BE49-F238E27FC236}">
                <a16:creationId xmlns:a16="http://schemas.microsoft.com/office/drawing/2014/main" id="{949FE794-7CD4-0489-26AC-33200F15667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845420" y="3740949"/>
            <a:ext cx="175146" cy="175146"/>
          </a:xfrm>
          <a:prstGeom prst="rect">
            <a:avLst/>
          </a:prstGeom>
        </p:spPr>
      </p:pic>
      <p:pic>
        <p:nvPicPr>
          <p:cNvPr id="139" name="그래픽 138" descr="배지 5 단색으로 채워진">
            <a:extLst>
              <a:ext uri="{FF2B5EF4-FFF2-40B4-BE49-F238E27FC236}">
                <a16:creationId xmlns:a16="http://schemas.microsoft.com/office/drawing/2014/main" id="{0018FD47-F924-6E21-7B73-82796F9C002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389773" y="3676952"/>
            <a:ext cx="175146" cy="175146"/>
          </a:xfrm>
          <a:prstGeom prst="rect">
            <a:avLst/>
          </a:prstGeom>
        </p:spPr>
      </p:pic>
      <p:pic>
        <p:nvPicPr>
          <p:cNvPr id="141" name="그래픽 140" descr="배지 6 단색으로 채워진">
            <a:extLst>
              <a:ext uri="{FF2B5EF4-FFF2-40B4-BE49-F238E27FC236}">
                <a16:creationId xmlns:a16="http://schemas.microsoft.com/office/drawing/2014/main" id="{9600C2F8-297B-CF50-CC5C-43FB7CF1CCDB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994789" y="3665234"/>
            <a:ext cx="175146" cy="175146"/>
          </a:xfrm>
          <a:prstGeom prst="rect">
            <a:avLst/>
          </a:prstGeom>
        </p:spPr>
      </p:pic>
      <p:pic>
        <p:nvPicPr>
          <p:cNvPr id="143" name="그래픽 142" descr="배지 7 단색으로 채워진">
            <a:extLst>
              <a:ext uri="{FF2B5EF4-FFF2-40B4-BE49-F238E27FC236}">
                <a16:creationId xmlns:a16="http://schemas.microsoft.com/office/drawing/2014/main" id="{1D98C184-E9DE-E3D2-F9EE-33D5173FEC9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455220" y="2882109"/>
            <a:ext cx="175146" cy="175146"/>
          </a:xfrm>
          <a:prstGeom prst="rect">
            <a:avLst/>
          </a:prstGeom>
        </p:spPr>
      </p:pic>
      <p:pic>
        <p:nvPicPr>
          <p:cNvPr id="148" name="그래픽 147" descr="배지 3 단색으로 채워진">
            <a:extLst>
              <a:ext uri="{FF2B5EF4-FFF2-40B4-BE49-F238E27FC236}">
                <a16:creationId xmlns:a16="http://schemas.microsoft.com/office/drawing/2014/main" id="{73034F7C-C4DB-73EA-B30B-4D786BDEBF1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629898" y="2883696"/>
            <a:ext cx="175146" cy="175146"/>
          </a:xfrm>
          <a:prstGeom prst="rect">
            <a:avLst/>
          </a:prstGeom>
        </p:spPr>
      </p:pic>
      <p:pic>
        <p:nvPicPr>
          <p:cNvPr id="149" name="그래픽 148" descr="배지 3 단색으로 채워진">
            <a:extLst>
              <a:ext uri="{FF2B5EF4-FFF2-40B4-BE49-F238E27FC236}">
                <a16:creationId xmlns:a16="http://schemas.microsoft.com/office/drawing/2014/main" id="{926F610B-9084-2BC6-C9C5-471317480AFF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581280" y="3161704"/>
            <a:ext cx="175146" cy="175146"/>
          </a:xfrm>
          <a:prstGeom prst="rect">
            <a:avLst/>
          </a:prstGeom>
        </p:spPr>
      </p:pic>
      <p:pic>
        <p:nvPicPr>
          <p:cNvPr id="150" name="그래픽 149" descr="배지 3 단색으로 채워진">
            <a:extLst>
              <a:ext uri="{FF2B5EF4-FFF2-40B4-BE49-F238E27FC236}">
                <a16:creationId xmlns:a16="http://schemas.microsoft.com/office/drawing/2014/main" id="{5E85ADBC-2353-23BD-92EB-CEF32F3585F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343540" y="3161704"/>
            <a:ext cx="175146" cy="175146"/>
          </a:xfrm>
          <a:prstGeom prst="rect">
            <a:avLst/>
          </a:prstGeom>
        </p:spPr>
      </p:pic>
      <p:pic>
        <p:nvPicPr>
          <p:cNvPr id="151" name="그래픽 150" descr="배지 단색으로 채워진">
            <a:extLst>
              <a:ext uri="{FF2B5EF4-FFF2-40B4-BE49-F238E27FC236}">
                <a16:creationId xmlns:a16="http://schemas.microsoft.com/office/drawing/2014/main" id="{B3078E62-F469-03CD-80D6-A3F48EDEB5A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787834" y="3161704"/>
            <a:ext cx="175146" cy="175146"/>
          </a:xfrm>
          <a:prstGeom prst="rect">
            <a:avLst/>
          </a:prstGeom>
        </p:spPr>
      </p:pic>
      <p:pic>
        <p:nvPicPr>
          <p:cNvPr id="152" name="그래픽 151" descr="배지 4 단색으로 채워진">
            <a:extLst>
              <a:ext uri="{FF2B5EF4-FFF2-40B4-BE49-F238E27FC236}">
                <a16:creationId xmlns:a16="http://schemas.microsoft.com/office/drawing/2014/main" id="{A2F826DA-FA8D-E7AA-443E-175A9973932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845420" y="4000453"/>
            <a:ext cx="175146" cy="175146"/>
          </a:xfrm>
          <a:prstGeom prst="rect">
            <a:avLst/>
          </a:prstGeom>
        </p:spPr>
      </p:pic>
      <p:pic>
        <p:nvPicPr>
          <p:cNvPr id="153" name="그래픽 152" descr="배지 4 단색으로 채워진">
            <a:extLst>
              <a:ext uri="{FF2B5EF4-FFF2-40B4-BE49-F238E27FC236}">
                <a16:creationId xmlns:a16="http://schemas.microsoft.com/office/drawing/2014/main" id="{9D1D79BD-0F42-66AD-3E14-B37F865B066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845420" y="4251316"/>
            <a:ext cx="175146" cy="175146"/>
          </a:xfrm>
          <a:prstGeom prst="rect">
            <a:avLst/>
          </a:prstGeom>
        </p:spPr>
      </p:pic>
      <p:pic>
        <p:nvPicPr>
          <p:cNvPr id="156" name="그래픽 155" descr="배지 5 단색으로 채워진">
            <a:extLst>
              <a:ext uri="{FF2B5EF4-FFF2-40B4-BE49-F238E27FC236}">
                <a16:creationId xmlns:a16="http://schemas.microsoft.com/office/drawing/2014/main" id="{6C18418C-8B8D-50C6-B455-6D482A608D6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389773" y="3991845"/>
            <a:ext cx="175146" cy="175146"/>
          </a:xfrm>
          <a:prstGeom prst="rect">
            <a:avLst/>
          </a:prstGeom>
        </p:spPr>
      </p:pic>
      <p:pic>
        <p:nvPicPr>
          <p:cNvPr id="158" name="그래픽 157" descr="배지 6 단색으로 채워진">
            <a:extLst>
              <a:ext uri="{FF2B5EF4-FFF2-40B4-BE49-F238E27FC236}">
                <a16:creationId xmlns:a16="http://schemas.microsoft.com/office/drawing/2014/main" id="{6312064A-F4F0-BD16-AE76-F047B6487E4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994789" y="3970165"/>
            <a:ext cx="175146" cy="17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84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62BF-4C50-CE36-D575-20A55634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590CC3-0BD7-7EE4-4B9F-77FE749AB5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58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35F3D88-22FE-A8E8-6045-83E25F5F8F1B}"/>
              </a:ext>
            </a:extLst>
          </p:cNvPr>
          <p:cNvSpPr/>
          <p:nvPr/>
        </p:nvSpPr>
        <p:spPr>
          <a:xfrm>
            <a:off x="166938" y="1381958"/>
            <a:ext cx="7531880" cy="4716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CEFDCB-50D9-D82E-40C9-55482F8F9C81}"/>
              </a:ext>
            </a:extLst>
          </p:cNvPr>
          <p:cNvSpPr/>
          <p:nvPr/>
        </p:nvSpPr>
        <p:spPr>
          <a:xfrm>
            <a:off x="1475761" y="1965650"/>
            <a:ext cx="3251692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337FED-1D49-2046-C523-2C4A361E4C60}"/>
              </a:ext>
            </a:extLst>
          </p:cNvPr>
          <p:cNvSpPr/>
          <p:nvPr/>
        </p:nvSpPr>
        <p:spPr>
          <a:xfrm>
            <a:off x="4823532" y="1976586"/>
            <a:ext cx="1564309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33063F1-C265-8FA3-7E4E-E544E9D8102A}"/>
              </a:ext>
            </a:extLst>
          </p:cNvPr>
          <p:cNvSpPr/>
          <p:nvPr/>
        </p:nvSpPr>
        <p:spPr>
          <a:xfrm>
            <a:off x="4818083" y="1985141"/>
            <a:ext cx="1569757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558C69B-4A51-7CE1-71E6-39197C13CFFB}"/>
              </a:ext>
            </a:extLst>
          </p:cNvPr>
          <p:cNvSpPr/>
          <p:nvPr/>
        </p:nvSpPr>
        <p:spPr>
          <a:xfrm>
            <a:off x="1475760" y="1974205"/>
            <a:ext cx="3221144" cy="1617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75DC64B-4C8A-762D-5D15-9B1B4446BA22}"/>
              </a:ext>
            </a:extLst>
          </p:cNvPr>
          <p:cNvGrpSpPr/>
          <p:nvPr/>
        </p:nvGrpSpPr>
        <p:grpSpPr>
          <a:xfrm>
            <a:off x="1571565" y="4521067"/>
            <a:ext cx="133893" cy="883132"/>
            <a:chOff x="1670176" y="3668725"/>
            <a:chExt cx="133893" cy="883132"/>
          </a:xfrm>
        </p:grpSpPr>
        <p:grpSp>
          <p:nvGrpSpPr>
  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9A718E1D-D48D-532C-3EF4-1E502C24F90F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1670176" y="3917384"/>
              <a:ext cx="131556" cy="131556"/>
              <a:chOff x="554563" y="2632644"/>
              <a:chExt cx="131556" cy="131556"/>
            </a:xfrm>
          </p:grpSpPr>
          <p:sp>
            <p:nvSpPr>
              <p:cNvPr id="26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0454445-B2A1-95E8-EB27-02E86FF57414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3CFBEADA-6A04-1B97-CD3C-7B2C94BFD7FB}"/>
                  </a:ext>
                </a:extLst>
              </p:cNvPr>
              <p:cNvSpPr>
                <a:spLocks noEditPoint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3356F6EE-D6D8-4FF4-CEE4-6D90009854FE}"/>
                </a:ext>
              </a:extLst>
            </p:cNvPr>
            <p:cNvGrpSpPr/>
            <p:nvPr/>
          </p:nvGrpSpPr>
          <p:grpSpPr>
            <a:xfrm>
              <a:off x="1670176" y="3668725"/>
              <a:ext cx="131556" cy="131556"/>
              <a:chOff x="8414443" y="3509861"/>
              <a:chExt cx="131556" cy="131556"/>
            </a:xfrm>
          </p:grpSpPr>
          <p:sp>
            <p:nvSpPr>
              <p:cNvPr id="2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0E07B552-5B47-5DC7-3187-AC0162CF58C8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Accept">
                <a:extLst>
                  <a:ext uri="{FF2B5EF4-FFF2-40B4-BE49-F238E27FC236}">
                    <a16:creationId xmlns:a16="http://schemas.microsoft.com/office/drawing/2014/main" id="{9A8CC6CE-938E-77C6-06C1-23B466F0FE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97F3D00B-6B2C-09B5-F98D-32985EC0CE8C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1672513" y="4177003"/>
              <a:ext cx="131556" cy="131556"/>
              <a:chOff x="554563" y="2632644"/>
              <a:chExt cx="131556" cy="131556"/>
            </a:xfrm>
          </p:grpSpPr>
          <p:sp>
            <p:nvSpPr>
              <p:cNvPr id="33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F5EF8C24-44F2-B834-B539-95B5B3B1AFE8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Check" descr="&lt;SmartSettings&gt;&lt;SmartResize anchorLeft=&quot;Absolute&quot; anchorTop=&quot;None&quot; anchorRight=&quot;None&quot; anchorBottom=&quot;None&quot; /&gt;&lt;/SmartSettings&gt;" hidden="1">
                <a:extLst>
                  <a:ext uri="{FF2B5EF4-FFF2-40B4-BE49-F238E27FC236}">
                    <a16:creationId xmlns:a16="http://schemas.microsoft.com/office/drawing/2014/main" id="{CE0EB734-6A31-4E87-6D6A-557C498C7705}"/>
                  </a:ext>
                </a:extLst>
              </p:cNvPr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699E73C2-D69E-E100-7612-4C8527D532E8}"/>
                </a:ext>
              </a:extLst>
            </p:cNvPr>
            <p:cNvGrpSpPr/>
            <p:nvPr/>
          </p:nvGrpSpPr>
          <p:grpSpPr>
            <a:xfrm>
              <a:off x="1672513" y="4420301"/>
              <a:ext cx="131556" cy="131556"/>
              <a:chOff x="8414443" y="3509861"/>
              <a:chExt cx="131556" cy="131556"/>
            </a:xfrm>
          </p:grpSpPr>
          <p:sp>
            <p:nvSpPr>
              <p:cNvPr id="38" name="Box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AAE15BA-C35F-10BB-68B8-F74BE3F541C7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8414443" y="3509861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Accept">
                <a:extLst>
                  <a:ext uri="{FF2B5EF4-FFF2-40B4-BE49-F238E27FC236}">
                    <a16:creationId xmlns:a16="http://schemas.microsoft.com/office/drawing/2014/main" id="{2F4C2C30-0AB6-1B7D-1290-EE716760D5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50939" y="3548159"/>
                <a:ext cx="58826" cy="52208"/>
              </a:xfrm>
              <a:custGeom>
                <a:avLst/>
                <a:gdLst>
                  <a:gd name="T0" fmla="*/ 504 w 525"/>
                  <a:gd name="T1" fmla="*/ 3 h 467"/>
                  <a:gd name="T2" fmla="*/ 495 w 525"/>
                  <a:gd name="T3" fmla="*/ 9 h 467"/>
                  <a:gd name="T4" fmla="*/ 223 w 525"/>
                  <a:gd name="T5" fmla="*/ 431 h 467"/>
                  <a:gd name="T6" fmla="*/ 35 w 525"/>
                  <a:gd name="T7" fmla="*/ 262 h 467"/>
                  <a:gd name="T8" fmla="*/ 18 w 525"/>
                  <a:gd name="T9" fmla="*/ 282 h 467"/>
                  <a:gd name="T10" fmla="*/ 217 w 525"/>
                  <a:gd name="T11" fmla="*/ 462 h 467"/>
                  <a:gd name="T12" fmla="*/ 237 w 525"/>
                  <a:gd name="T13" fmla="*/ 459 h 467"/>
                  <a:gd name="T14" fmla="*/ 518 w 525"/>
                  <a:gd name="T15" fmla="*/ 23 h 467"/>
                  <a:gd name="T16" fmla="*/ 504 w 525"/>
                  <a:gd name="T17" fmla="*/ 3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5" h="467">
                    <a:moveTo>
                      <a:pt x="504" y="3"/>
                    </a:moveTo>
                    <a:cubicBezTo>
                      <a:pt x="500" y="3"/>
                      <a:pt x="497" y="6"/>
                      <a:pt x="495" y="9"/>
                    </a:cubicBezTo>
                    <a:lnTo>
                      <a:pt x="223" y="431"/>
                    </a:lnTo>
                    <a:lnTo>
                      <a:pt x="35" y="262"/>
                    </a:lnTo>
                    <a:cubicBezTo>
                      <a:pt x="22" y="245"/>
                      <a:pt x="0" y="271"/>
                      <a:pt x="18" y="282"/>
                    </a:cubicBezTo>
                    <a:lnTo>
                      <a:pt x="217" y="462"/>
                    </a:lnTo>
                    <a:cubicBezTo>
                      <a:pt x="223" y="467"/>
                      <a:pt x="232" y="466"/>
                      <a:pt x="237" y="459"/>
                    </a:cubicBezTo>
                    <a:lnTo>
                      <a:pt x="518" y="23"/>
                    </a:lnTo>
                    <a:cubicBezTo>
                      <a:pt x="525" y="13"/>
                      <a:pt x="515" y="0"/>
                      <a:pt x="504" y="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8E3D847-2D21-0F84-E4C1-FBD940A9E3D9}"/>
              </a:ext>
            </a:extLst>
          </p:cNvPr>
          <p:cNvCxnSpPr/>
          <p:nvPr/>
        </p:nvCxnSpPr>
        <p:spPr>
          <a:xfrm>
            <a:off x="1541539" y="2716174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3CD684CB-DD55-E2A5-3F78-8C75B9E4F862}"/>
              </a:ext>
            </a:extLst>
          </p:cNvPr>
          <p:cNvGraphicFramePr/>
          <p:nvPr/>
        </p:nvGraphicFramePr>
        <p:xfrm>
          <a:off x="1475761" y="2064080"/>
          <a:ext cx="3210675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8120EF48-69B2-62D9-34E8-7C42B83AD110}"/>
              </a:ext>
            </a:extLst>
          </p:cNvPr>
          <p:cNvGrpSpPr/>
          <p:nvPr/>
        </p:nvGrpSpPr>
        <p:grpSpPr>
          <a:xfrm>
            <a:off x="4897124" y="2233539"/>
            <a:ext cx="1424115" cy="1145219"/>
            <a:chOff x="4994017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6AE225D9-8410-49A4-A6FA-109989EBE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2DF43DC3-9A4D-A28F-A9DC-F9A49E4F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C350F7D6-838E-11DA-440D-8D03E5705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40370001-CED3-CFB6-E2B6-6A131217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017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02F2AD-3DC3-2999-43C3-4C56B79A9E4C}"/>
              </a:ext>
            </a:extLst>
          </p:cNvPr>
          <p:cNvGrpSpPr/>
          <p:nvPr/>
        </p:nvGrpSpPr>
        <p:grpSpPr>
          <a:xfrm>
            <a:off x="172385" y="1388859"/>
            <a:ext cx="7526433" cy="341115"/>
            <a:chOff x="241110" y="659427"/>
            <a:chExt cx="7360932" cy="34111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B776A581-1DBC-087B-FF03-3B5F82FD089A}"/>
                </a:ext>
              </a:extLst>
            </p:cNvPr>
            <p:cNvSpPr/>
            <p:nvPr/>
          </p:nvSpPr>
          <p:spPr>
            <a:xfrm>
              <a:off x="241110" y="659427"/>
              <a:ext cx="7360932" cy="341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GSITM 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부트캠프 </a:t>
              </a:r>
              <a:r>
                <a:rPr lang="en-US" altLang="ko-KR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</a:t>
              </a:r>
              <a:r>
                <a:rPr lang="ko-KR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 부식 신청</a:t>
              </a:r>
              <a:endPara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A8B94C7-7D7F-D905-4B7A-A38D6C4F9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2313" y="740777"/>
              <a:ext cx="142662" cy="1426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B03F15-A387-D9D9-8A9C-B11C57D32011}"/>
                </a:ext>
              </a:extLst>
            </p:cNvPr>
            <p:cNvSpPr txBox="1"/>
            <p:nvPr/>
          </p:nvSpPr>
          <p:spPr>
            <a:xfrm>
              <a:off x="7009149" y="706873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/>
                <a:t>관리자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C953152-DF28-F0E0-2211-BCEA23DE62AA}"/>
              </a:ext>
            </a:extLst>
          </p:cNvPr>
          <p:cNvGrpSpPr/>
          <p:nvPr/>
        </p:nvGrpSpPr>
        <p:grpSpPr>
          <a:xfrm>
            <a:off x="1476422" y="1735219"/>
            <a:ext cx="190465" cy="189518"/>
            <a:chOff x="707191" y="5113600"/>
            <a:chExt cx="190465" cy="189518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59E2CF49-D880-B0D8-25E3-BED2338B5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2ED995DE-7493-29E3-14CB-3B72F018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59F970FB-8BDA-D1D1-42A0-7612E5FAD27F}"/>
              </a:ext>
            </a:extLst>
          </p:cNvPr>
          <p:cNvSpPr/>
          <p:nvPr/>
        </p:nvSpPr>
        <p:spPr>
          <a:xfrm>
            <a:off x="1178610" y="5866977"/>
            <a:ext cx="156176" cy="156176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</a:rPr>
              <a:t>11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C3B13E-98FE-F23C-454D-C259444241F1}"/>
              </a:ext>
            </a:extLst>
          </p:cNvPr>
          <p:cNvSpPr/>
          <p:nvPr/>
        </p:nvSpPr>
        <p:spPr>
          <a:xfrm>
            <a:off x="172387" y="5763335"/>
            <a:ext cx="7526434" cy="3282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6E6898-F6D9-6C3B-CD70-D764AC9E0E7C}"/>
              </a:ext>
            </a:extLst>
          </p:cNvPr>
          <p:cNvSpPr/>
          <p:nvPr/>
        </p:nvSpPr>
        <p:spPr>
          <a:xfrm>
            <a:off x="1470312" y="3670951"/>
            <a:ext cx="4912080" cy="2006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5F90B4CE-334E-8CD8-B842-A03672D9AF7A}"/>
              </a:ext>
            </a:extLst>
          </p:cNvPr>
          <p:cNvGraphicFramePr>
            <a:graphicFrameLocks noGrp="1"/>
          </p:cNvGraphicFramePr>
          <p:nvPr/>
        </p:nvGraphicFramePr>
        <p:xfrm>
          <a:off x="1475760" y="3676952"/>
          <a:ext cx="4906631" cy="119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6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42901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3580153"/>
                    </a:ext>
                  </a:extLst>
                </a:gridCol>
                <a:gridCol w="632652">
                  <a:extLst>
                    <a:ext uri="{9D8B030D-6E8A-4147-A177-3AD203B41FA5}">
                      <a16:colId xmlns:a16="http://schemas.microsoft.com/office/drawing/2014/main" val="2567255783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품목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u="none" strike="noStrike">
                          <a:solidFill>
                            <a:schemeClr val="bg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금액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u="none" strike="noStrike">
                        <a:solidFill>
                          <a:schemeClr val="bg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735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20,000</a:t>
                      </a:r>
                      <a:endParaRPr lang="ko-KR" altLang="en-US" sz="800" b="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30,000</a:t>
                      </a:r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sng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5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키세스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5289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25A1F1EC-73B9-48B5-811F-F8690A695276}"/>
              </a:ext>
            </a:extLst>
          </p:cNvPr>
          <p:cNvSpPr/>
          <p:nvPr/>
        </p:nvSpPr>
        <p:spPr>
          <a:xfrm>
            <a:off x="1475761" y="5502302"/>
            <a:ext cx="4912080" cy="174351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합 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:\ 80,000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70910D8-5D3B-34E2-A213-498014C1D4AE}"/>
              </a:ext>
            </a:extLst>
          </p:cNvPr>
          <p:cNvSpPr/>
          <p:nvPr/>
        </p:nvSpPr>
        <p:spPr>
          <a:xfrm>
            <a:off x="1475761" y="3516276"/>
            <a:ext cx="4906632" cy="154675"/>
          </a:xfrm>
          <a:prstGeom prst="rect">
            <a:avLst/>
          </a:prstGeom>
          <a:solidFill>
            <a:srgbClr val="948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선정된 부식 목록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(2025-04-29)</a:t>
            </a: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D70000A-8CFC-6BEF-A807-1D84B5FAA6D3}"/>
              </a:ext>
            </a:extLst>
          </p:cNvPr>
          <p:cNvCxnSpPr/>
          <p:nvPr/>
        </p:nvCxnSpPr>
        <p:spPr>
          <a:xfrm>
            <a:off x="1470312" y="4652623"/>
            <a:ext cx="49120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569AA581-6BC4-2012-BE15-90DA4032D04B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4E78E204-BA23-85BF-B4A9-B4C925C04ECE}"/>
              </a:ext>
            </a:extLst>
          </p:cNvPr>
          <p:cNvGrpSpPr/>
          <p:nvPr/>
        </p:nvGrpSpPr>
        <p:grpSpPr>
          <a:xfrm>
            <a:off x="5753098" y="2884215"/>
            <a:ext cx="173150" cy="172289"/>
            <a:chOff x="707191" y="3329530"/>
            <a:chExt cx="190465" cy="189518"/>
          </a:xfrm>
        </p:grpSpPr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5FEA0269-C39D-D224-7202-6FC774111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03E43270-150A-A886-6CA7-D7EF66436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D956E24-F89C-33EB-0017-2F3960BE9DE0}"/>
              </a:ext>
            </a:extLst>
          </p:cNvPr>
          <p:cNvSpPr/>
          <p:nvPr/>
        </p:nvSpPr>
        <p:spPr>
          <a:xfrm>
            <a:off x="172387" y="1381958"/>
            <a:ext cx="7526431" cy="4733218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F1026CC-89D8-AD5C-87CD-60AEF0CD111D}"/>
              </a:ext>
            </a:extLst>
          </p:cNvPr>
          <p:cNvSpPr/>
          <p:nvPr/>
        </p:nvSpPr>
        <p:spPr>
          <a:xfrm>
            <a:off x="1873624" y="2732957"/>
            <a:ext cx="4092707" cy="1115676"/>
          </a:xfrm>
          <a:prstGeom prst="roundRect">
            <a:avLst>
              <a:gd name="adj" fmla="val 6949"/>
            </a:avLst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E2E0CF3-ED2B-F32B-D438-642E7FBCCB42}"/>
              </a:ext>
            </a:extLst>
          </p:cNvPr>
          <p:cNvGrpSpPr/>
          <p:nvPr/>
        </p:nvGrpSpPr>
        <p:grpSpPr>
          <a:xfrm rot="2700000">
            <a:off x="5667840" y="2909898"/>
            <a:ext cx="173150" cy="172289"/>
            <a:chOff x="707191" y="3329530"/>
            <a:chExt cx="190465" cy="189518"/>
          </a:xfrm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96D8B5B2-25C3-C156-77C2-E98B7C84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18C0EDC6-4412-C1D2-3ACD-3E3119373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6" name="Group 57">
            <a:extLst>
              <a:ext uri="{FF2B5EF4-FFF2-40B4-BE49-F238E27FC236}">
                <a16:creationId xmlns:a16="http://schemas.microsoft.com/office/drawing/2014/main" id="{901380EC-5113-CEAB-4147-4FD9599AE634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구매 한도 관리 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닫기 버튼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입력창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버튼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 박스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D91471ED-44CD-BFB2-BCFB-1F2DB3B2C18F}"/>
              </a:ext>
            </a:extLst>
          </p:cNvPr>
          <p:cNvSpPr txBox="1"/>
          <p:nvPr/>
        </p:nvSpPr>
        <p:spPr>
          <a:xfrm>
            <a:off x="1990678" y="3035184"/>
            <a:ext cx="1156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구매 한도 지정 </a:t>
            </a:r>
            <a:r>
              <a:rPr lang="en-US" altLang="ko-KR" sz="800"/>
              <a:t>:</a:t>
            </a:r>
            <a:endParaRPr lang="ko-KR" altLang="en-US" sz="800"/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3B6C717D-E8FB-09CD-E01A-B8597EB22DDA}"/>
              </a:ext>
            </a:extLst>
          </p:cNvPr>
          <p:cNvSpPr/>
          <p:nvPr/>
        </p:nvSpPr>
        <p:spPr>
          <a:xfrm>
            <a:off x="2898552" y="3027766"/>
            <a:ext cx="667650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100,000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C0D698-E200-2903-673C-38E7DF47B4D2}"/>
              </a:ext>
            </a:extLst>
          </p:cNvPr>
          <p:cNvSpPr/>
          <p:nvPr/>
        </p:nvSpPr>
        <p:spPr>
          <a:xfrm>
            <a:off x="2809664" y="3462101"/>
            <a:ext cx="337272" cy="16196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5F00E13-B521-A238-EFE9-6B546CDEF207}"/>
              </a:ext>
            </a:extLst>
          </p:cNvPr>
          <p:cNvSpPr/>
          <p:nvPr/>
        </p:nvSpPr>
        <p:spPr>
          <a:xfrm>
            <a:off x="2826187" y="3469282"/>
            <a:ext cx="154532" cy="1545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 Box">
            <a:extLst>
              <a:ext uri="{FF2B5EF4-FFF2-40B4-BE49-F238E27FC236}">
                <a16:creationId xmlns:a16="http://schemas.microsoft.com/office/drawing/2014/main" id="{058FC860-9CA9-D54E-2337-AB878377B560}"/>
              </a:ext>
            </a:extLst>
          </p:cNvPr>
          <p:cNvSpPr/>
          <p:nvPr/>
        </p:nvSpPr>
        <p:spPr>
          <a:xfrm>
            <a:off x="4934887" y="3435969"/>
            <a:ext cx="451982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50,000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Text Box">
            <a:extLst>
              <a:ext uri="{FF2B5EF4-FFF2-40B4-BE49-F238E27FC236}">
                <a16:creationId xmlns:a16="http://schemas.microsoft.com/office/drawing/2014/main" id="{160CE669-8CB0-7CDA-5E57-79C113CA0BE6}"/>
              </a:ext>
            </a:extLst>
          </p:cNvPr>
          <p:cNvSpPr/>
          <p:nvPr/>
        </p:nvSpPr>
        <p:spPr>
          <a:xfrm>
            <a:off x="3947916" y="3435969"/>
            <a:ext cx="410385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50,000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3" name="Drop-Down Box (Expanded)">
            <a:extLst>
              <a:ext uri="{FF2B5EF4-FFF2-40B4-BE49-F238E27FC236}">
                <a16:creationId xmlns:a16="http://schemas.microsoft.com/office/drawing/2014/main" id="{7724481F-4E09-48AF-A1D4-33088D299E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95824" y="3438036"/>
            <a:ext cx="532923" cy="739123"/>
            <a:chOff x="-2724469" y="3052159"/>
            <a:chExt cx="1368151" cy="830560"/>
          </a:xfrm>
        </p:grpSpPr>
        <p:grpSp>
          <p:nvGrpSpPr>
            <p:cNvPr id="15" name="Drop-Down Box">
              <a:extLst>
                <a:ext uri="{FF2B5EF4-FFF2-40B4-BE49-F238E27FC236}">
                  <a16:creationId xmlns:a16="http://schemas.microsoft.com/office/drawing/2014/main" id="{011F6768-4D3D-9FB5-121D-AA5996F5DA5A}"/>
                </a:ext>
              </a:extLst>
            </p:cNvPr>
            <p:cNvGrpSpPr/>
            <p:nvPr/>
          </p:nvGrpSpPr>
          <p:grpSpPr>
            <a:xfrm>
              <a:off x="-2724469" y="3052159"/>
              <a:ext cx="1368150" cy="253625"/>
              <a:chOff x="-2724469" y="3052159"/>
              <a:chExt cx="1368150" cy="253625"/>
            </a:xfrm>
          </p:grpSpPr>
          <p:sp>
            <p:nvSpPr>
              <p:cNvPr id="21" name="Text Box">
                <a:extLst>
                  <a:ext uri="{FF2B5EF4-FFF2-40B4-BE49-F238E27FC236}">
                    <a16:creationId xmlns:a16="http://schemas.microsoft.com/office/drawing/2014/main" id="{72ED0084-5C0D-821A-69D0-915084C217B2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-2724469" y="3052159"/>
                <a:ext cx="1368150" cy="25362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스낵</a:t>
                </a:r>
                <a:endPara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Arrow Down">
                <a:extLst>
                  <a:ext uri="{FF2B5EF4-FFF2-40B4-BE49-F238E27FC236}">
                    <a16:creationId xmlns:a16="http://schemas.microsoft.com/office/drawing/2014/main" id="{45F0067C-5AC1-1D17-92F9-C82DD238990A}"/>
                  </a:ext>
                </a:extLst>
              </p:cNvPr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 bwMode="auto">
              <a:xfrm rot="10800000" flipH="1">
                <a:off x="-1724236" y="3138264"/>
                <a:ext cx="213390" cy="6229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6" name="Drop-Down Menu">
              <a:extLst>
                <a:ext uri="{FF2B5EF4-FFF2-40B4-BE49-F238E27FC236}">
                  <a16:creationId xmlns:a16="http://schemas.microsoft.com/office/drawing/2014/main" id="{D47F0191-F74D-D1B8-F9E6-2F7B82F0F79B}"/>
                </a:ext>
              </a:extLst>
            </p:cNvPr>
            <p:cNvGrpSpPr/>
            <p:nvPr/>
          </p:nvGrpSpPr>
          <p:grpSpPr>
            <a:xfrm>
              <a:off x="-2724468" y="3294771"/>
              <a:ext cx="1368150" cy="587948"/>
              <a:chOff x="-2724468" y="3294771"/>
              <a:chExt cx="1368150" cy="587948"/>
            </a:xfrm>
          </p:grpSpPr>
          <p:sp>
            <p:nvSpPr>
              <p:cNvPr id="17" name="Box">
                <a:extLst>
                  <a:ext uri="{FF2B5EF4-FFF2-40B4-BE49-F238E27FC236}">
                    <a16:creationId xmlns:a16="http://schemas.microsoft.com/office/drawing/2014/main" id="{61E408AF-4362-3A28-CA50-7DF93700F6E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-2724468" y="3294771"/>
                <a:ext cx="1368150" cy="5879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스낵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음료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그 외</a:t>
                </a:r>
                <a:endPara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Selection Overlay">
                <a:extLst>
                  <a:ext uri="{FF2B5EF4-FFF2-40B4-BE49-F238E27FC236}">
                    <a16:creationId xmlns:a16="http://schemas.microsoft.com/office/drawing/2014/main" id="{20232664-A0F2-5E6B-F637-C1BD01E28AF3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-2724468" y="3344839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4" name="Drop-Down Box (Expanded)">
            <a:extLst>
              <a:ext uri="{FF2B5EF4-FFF2-40B4-BE49-F238E27FC236}">
                <a16:creationId xmlns:a16="http://schemas.microsoft.com/office/drawing/2014/main" id="{10ECA81E-70F8-6141-5D5B-AA30511A9D5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377470" y="3438036"/>
            <a:ext cx="532923" cy="739123"/>
            <a:chOff x="-2724469" y="3052159"/>
            <a:chExt cx="1368151" cy="830560"/>
          </a:xfrm>
        </p:grpSpPr>
        <p:grpSp>
          <p:nvGrpSpPr>
            <p:cNvPr id="47" name="Drop-Down Box">
              <a:extLst>
                <a:ext uri="{FF2B5EF4-FFF2-40B4-BE49-F238E27FC236}">
                  <a16:creationId xmlns:a16="http://schemas.microsoft.com/office/drawing/2014/main" id="{BE7F0170-6724-A075-0383-6DEBD4F1BE69}"/>
                </a:ext>
              </a:extLst>
            </p:cNvPr>
            <p:cNvGrpSpPr/>
            <p:nvPr/>
          </p:nvGrpSpPr>
          <p:grpSpPr>
            <a:xfrm>
              <a:off x="-2724469" y="3052159"/>
              <a:ext cx="1368150" cy="253625"/>
              <a:chOff x="-2724469" y="3052159"/>
              <a:chExt cx="1368150" cy="253625"/>
            </a:xfrm>
          </p:grpSpPr>
          <p:sp>
            <p:nvSpPr>
              <p:cNvPr id="54" name="Text Box">
                <a:extLst>
                  <a:ext uri="{FF2B5EF4-FFF2-40B4-BE49-F238E27FC236}">
                    <a16:creationId xmlns:a16="http://schemas.microsoft.com/office/drawing/2014/main" id="{E16CEDB5-B76A-A81F-C05C-43455AC48671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-2724469" y="3052159"/>
                <a:ext cx="1368150" cy="25362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음료</a:t>
                </a:r>
                <a:endPara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Arrow Down">
                <a:extLst>
                  <a:ext uri="{FF2B5EF4-FFF2-40B4-BE49-F238E27FC236}">
                    <a16:creationId xmlns:a16="http://schemas.microsoft.com/office/drawing/2014/main" id="{5277252A-6DB8-73E1-DD65-5730B0107070}"/>
                  </a:ext>
                </a:extLst>
              </p:cNvPr>
              <p:cNvSpPr>
                <a:spLocks noChangeAspect="1"/>
              </p:cNvSpPr>
              <p:nvPr>
                <p:custDataLst>
                  <p:tags r:id="rId6"/>
                </p:custDataLst>
              </p:nvPr>
            </p:nvSpPr>
            <p:spPr bwMode="auto">
              <a:xfrm rot="10800000" flipH="1">
                <a:off x="-1724236" y="3138264"/>
                <a:ext cx="213390" cy="6229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8" name="Drop-Down Menu">
              <a:extLst>
                <a:ext uri="{FF2B5EF4-FFF2-40B4-BE49-F238E27FC236}">
                  <a16:creationId xmlns:a16="http://schemas.microsoft.com/office/drawing/2014/main" id="{35B72E92-A2ED-0B58-8FE9-2E902111B2C4}"/>
                </a:ext>
              </a:extLst>
            </p:cNvPr>
            <p:cNvGrpSpPr/>
            <p:nvPr/>
          </p:nvGrpSpPr>
          <p:grpSpPr>
            <a:xfrm>
              <a:off x="-2724468" y="3294771"/>
              <a:ext cx="1368150" cy="587948"/>
              <a:chOff x="-2724468" y="3294771"/>
              <a:chExt cx="1368150" cy="587948"/>
            </a:xfrm>
          </p:grpSpPr>
          <p:sp>
            <p:nvSpPr>
              <p:cNvPr id="49" name="Box">
                <a:extLst>
                  <a:ext uri="{FF2B5EF4-FFF2-40B4-BE49-F238E27FC236}">
                    <a16:creationId xmlns:a16="http://schemas.microsoft.com/office/drawing/2014/main" id="{56397343-7692-99D1-3035-3B348934B8A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-2724468" y="3294771"/>
                <a:ext cx="1368150" cy="587948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스낵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음료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그 외</a:t>
                </a:r>
                <a:endPara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Selection Overlay">
                <a:extLst>
                  <a:ext uri="{FF2B5EF4-FFF2-40B4-BE49-F238E27FC236}">
                    <a16:creationId xmlns:a16="http://schemas.microsoft.com/office/drawing/2014/main" id="{1BD45543-15C9-829D-1475-056FF75E4971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-2724468" y="3504031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DF7F0D7-5628-FBE4-3427-A119BB2C4554}"/>
              </a:ext>
            </a:extLst>
          </p:cNvPr>
          <p:cNvSpPr txBox="1"/>
          <p:nvPr/>
        </p:nvSpPr>
        <p:spPr>
          <a:xfrm>
            <a:off x="3492717" y="3035184"/>
            <a:ext cx="1156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원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3CF20E-2D18-41C7-7CEA-3D4B9E4038BD}"/>
              </a:ext>
            </a:extLst>
          </p:cNvPr>
          <p:cNvSpPr txBox="1"/>
          <p:nvPr/>
        </p:nvSpPr>
        <p:spPr>
          <a:xfrm>
            <a:off x="1990678" y="3421254"/>
            <a:ext cx="1156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카테고리 분류</a:t>
            </a:r>
          </a:p>
        </p:txBody>
      </p:sp>
    </p:spTree>
    <p:extLst>
      <p:ext uri="{BB962C8B-B14F-4D97-AF65-F5344CB8AC3E}">
        <p14:creationId xmlns:p14="http://schemas.microsoft.com/office/powerpoint/2010/main" val="4176356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E4F6E2-A197-410B-A07E-4EE0DA41FCF4}"/>
              </a:ext>
            </a:extLst>
          </p:cNvPr>
          <p:cNvSpPr txBox="1"/>
          <p:nvPr/>
        </p:nvSpPr>
        <p:spPr>
          <a:xfrm>
            <a:off x="2634805" y="3044279"/>
            <a:ext cx="46363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End of document</a:t>
            </a:r>
            <a:endParaRPr lang="ko-KR" altLang="en-US" sz="4400" dirty="0" err="1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1173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6,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Relative,None,Absolu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Relative,Absolute,None,Absolu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89805</TotalTime>
  <Words>2681</Words>
  <Application>Microsoft Office PowerPoint</Application>
  <PresentationFormat>A4 용지(210x297mm)</PresentationFormat>
  <Paragraphs>847</Paragraphs>
  <Slides>24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Sans KR Light</vt:lpstr>
      <vt:lpstr>굴림</vt:lpstr>
      <vt:lpstr>Malgun Gothic</vt:lpstr>
      <vt:lpstr>Malgun Gothic</vt:lpstr>
      <vt:lpstr>Arial</vt:lpstr>
      <vt:lpstr>Segoe UI</vt:lpstr>
      <vt:lpstr>1_디자인 사용자 지정</vt:lpstr>
      <vt:lpstr>1_Office 테마</vt:lpstr>
      <vt:lpstr>PowerPoint 프레젠테이션</vt:lpstr>
      <vt:lpstr>PowerPoint 프레젠테이션</vt:lpstr>
      <vt:lpstr>Flowchart 접근도</vt:lpstr>
      <vt:lpstr>Flowchart 사용자</vt:lpstr>
      <vt:lpstr>Flowchart 관리자</vt:lpstr>
      <vt:lpstr>[Layout-PC] index</vt:lpstr>
      <vt:lpstr>[Layout-PC] 부식 등록 페이지</vt:lpstr>
      <vt:lpstr>[Layout-PC] 투표 페이지</vt:lpstr>
      <vt:lpstr>[Layout-PC] 투표 상세 결과 페이지</vt:lpstr>
      <vt:lpstr>[Layout-PC] 주차별 투표 결과</vt:lpstr>
      <vt:lpstr>[Layout-PC] 주차별 투표 결과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크몽;13년 기획전문가</dc:creator>
  <cp:lastModifiedBy>S0 KOO</cp:lastModifiedBy>
  <cp:revision>1279</cp:revision>
  <cp:lastPrinted>2018-10-16T08:02:11Z</cp:lastPrinted>
  <dcterms:created xsi:type="dcterms:W3CDTF">2018-10-16T04:32:11Z</dcterms:created>
  <dcterms:modified xsi:type="dcterms:W3CDTF">2025-04-30T04:59:59Z</dcterms:modified>
</cp:coreProperties>
</file>