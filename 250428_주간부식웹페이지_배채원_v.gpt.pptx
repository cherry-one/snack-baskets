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3"/>
  </p:notesMasterIdLst>
  <p:sldIdLst>
    <p:sldId id="494" r:id="rId2"/>
    <p:sldId id="526" r:id="rId3"/>
    <p:sldId id="515" r:id="rId4"/>
    <p:sldId id="524" r:id="rId5"/>
    <p:sldId id="516" r:id="rId6"/>
    <p:sldId id="517" r:id="rId7"/>
    <p:sldId id="525" r:id="rId8"/>
    <p:sldId id="519" r:id="rId9"/>
    <p:sldId id="521" r:id="rId10"/>
    <p:sldId id="522" r:id="rId11"/>
    <p:sldId id="523" r:id="rId1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4E8B91D-8A9F-41BE-BAA5-34DD3F5D04C8}">
          <p14:sldIdLst>
            <p14:sldId id="494"/>
            <p14:sldId id="526"/>
            <p14:sldId id="515"/>
            <p14:sldId id="524"/>
            <p14:sldId id="516"/>
            <p14:sldId id="517"/>
            <p14:sldId id="525"/>
            <p14:sldId id="519"/>
            <p14:sldId id="521"/>
            <p14:sldId id="522"/>
            <p14:sldId id="5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33343D"/>
    <a:srgbClr val="0074A3"/>
    <a:srgbClr val="484C55"/>
    <a:srgbClr val="FCB416"/>
    <a:srgbClr val="A9AD0B"/>
    <a:srgbClr val="002F5F"/>
    <a:srgbClr val="002D61"/>
    <a:srgbClr val="C300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87" autoAdjust="0"/>
    <p:restoredTop sz="96774" autoAdjust="0"/>
  </p:normalViewPr>
  <p:slideViewPr>
    <p:cSldViewPr snapToGrid="0">
      <p:cViewPr varScale="1">
        <p:scale>
          <a:sx n="103" d="100"/>
          <a:sy n="103" d="100"/>
        </p:scale>
        <p:origin x="1710" y="9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906" y="-102"/>
      </p:cViewPr>
      <p:guideLst>
        <p:guide orient="horz" pos="3126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293113026065021"/>
          <c:y val="0.11843240229492276"/>
          <c:w val="0.85249391601338464"/>
          <c:h val="0.71959281307890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투표율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E6-460A-8C69-046096AAB9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재구매율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과자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E6-460A-8C69-046096AAB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30711632"/>
        <c:axId val="1030710672"/>
      </c:barChart>
      <c:catAx>
        <c:axId val="103071163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0710672"/>
        <c:crosses val="autoZero"/>
        <c:auto val="1"/>
        <c:lblAlgn val="ctr"/>
        <c:lblOffset val="100"/>
        <c:noMultiLvlLbl val="0"/>
      </c:catAx>
      <c:valAx>
        <c:axId val="103071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30711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58115848294552"/>
          <c:y val="0.81027319652524232"/>
          <c:w val="0.49415787319079763"/>
          <c:h val="0.1349076455459434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C460F-A745-427A-8D78-0BC790E5B4E3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D7AF01-E18F-4450-8FB1-C01F9A1056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390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600" dirty="0" err="1"/>
              <a:t>메인페이지</a:t>
            </a:r>
            <a:r>
              <a:rPr lang="en-US" altLang="ko-KR" sz="600" dirty="0"/>
              <a:t>(index)</a:t>
            </a:r>
          </a:p>
          <a:p>
            <a:r>
              <a:rPr lang="ko-KR" altLang="en-US" sz="600" dirty="0"/>
              <a:t>기능</a:t>
            </a:r>
            <a:endParaRPr lang="en-US" altLang="ko-KR" sz="600" dirty="0"/>
          </a:p>
          <a:p>
            <a:pPr marL="171450" indent="-171450">
              <a:buFontTx/>
              <a:buChar char="-"/>
            </a:pPr>
            <a:r>
              <a:rPr lang="ko-KR" altLang="en-US" sz="600" dirty="0"/>
              <a:t>로그인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이미 </a:t>
            </a:r>
            <a:r>
              <a:rPr lang="ko-KR" altLang="en-US" sz="600" dirty="0" err="1"/>
              <a:t>로그인시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 err="1"/>
              <a:t>ㅇㅇㅇ님이라는</a:t>
            </a:r>
            <a:r>
              <a:rPr lang="en-US" altLang="ko-KR" sz="600" dirty="0"/>
              <a:t> </a:t>
            </a:r>
            <a:r>
              <a:rPr lang="en-US" altLang="ko-KR" sz="600" dirty="0" err="1"/>
              <a:t>ui</a:t>
            </a:r>
            <a:r>
              <a:rPr lang="ko-KR" altLang="en-US" sz="600" dirty="0"/>
              <a:t>만 보임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공지사항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등록</a:t>
            </a:r>
            <a:r>
              <a:rPr lang="en-US" altLang="ko-KR" sz="600" dirty="0"/>
              <a:t>/</a:t>
            </a:r>
            <a:r>
              <a:rPr lang="ko-KR" altLang="en-US" sz="600" dirty="0"/>
              <a:t>투표 기간 노출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부식 등록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투표하기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실시간 투표 현황</a:t>
            </a:r>
            <a:endParaRPr lang="en-US" altLang="ko-KR" sz="600" dirty="0"/>
          </a:p>
          <a:p>
            <a:pPr marL="171450" indent="-171450">
              <a:buFontTx/>
              <a:buChar char="-"/>
            </a:pPr>
            <a:r>
              <a:rPr lang="ko-KR" altLang="en-US" sz="600" dirty="0"/>
              <a:t>이 때 까지 결과로 나온</a:t>
            </a:r>
            <a:br>
              <a:rPr lang="en-US" altLang="ko-KR" sz="600" dirty="0"/>
            </a:br>
            <a:r>
              <a:rPr lang="ko-KR" altLang="en-US" sz="600" dirty="0"/>
              <a:t>신청 목록들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en-US" altLang="ko-KR" sz="600" dirty="0" err="1"/>
              <a:t>ifram</a:t>
            </a:r>
            <a:r>
              <a:rPr lang="en-US" altLang="ko-KR" sz="600" dirty="0"/>
              <a:t> </a:t>
            </a:r>
            <a:r>
              <a:rPr lang="ko-KR" altLang="en-US" sz="600" dirty="0"/>
              <a:t>태그</a:t>
            </a:r>
            <a:r>
              <a:rPr lang="en-US" altLang="ko-KR" sz="600" dirty="0"/>
              <a:t> - </a:t>
            </a:r>
            <a:r>
              <a:rPr lang="ko-KR" altLang="en-US" sz="600" dirty="0"/>
              <a:t>화면 속의</a:t>
            </a:r>
            <a:br>
              <a:rPr lang="en-US" altLang="ko-KR" sz="600" dirty="0"/>
            </a:br>
            <a:r>
              <a:rPr lang="ko-KR" altLang="en-US" sz="600" dirty="0"/>
              <a:t>화면으로 보여줌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/>
              <a:t>스크롤 방식 지향</a:t>
            </a:r>
            <a:br>
              <a:rPr lang="en-US" altLang="ko-KR" sz="600" dirty="0"/>
            </a:br>
            <a:r>
              <a:rPr lang="en-US" altLang="ko-KR" sz="600" dirty="0"/>
              <a:t>, </a:t>
            </a:r>
            <a:r>
              <a:rPr lang="ko-KR" altLang="en-US" sz="600" dirty="0"/>
              <a:t>모바일 고려</a:t>
            </a:r>
            <a:br>
              <a:rPr lang="en-US" altLang="ko-KR" sz="600" dirty="0"/>
            </a:br>
            <a:r>
              <a:rPr lang="ko-KR" altLang="en-US" sz="600" dirty="0"/>
              <a:t>최신 결과</a:t>
            </a:r>
            <a:r>
              <a:rPr lang="en-US" altLang="ko-KR" sz="600" dirty="0"/>
              <a:t>(</a:t>
            </a:r>
            <a:r>
              <a:rPr lang="ko-KR" altLang="en-US" sz="600" dirty="0" err="1"/>
              <a:t>최상단</a:t>
            </a:r>
            <a:r>
              <a:rPr lang="en-US" altLang="ko-KR" sz="600" dirty="0"/>
              <a:t>)</a:t>
            </a:r>
            <a:r>
              <a:rPr lang="ko-KR" altLang="en-US" sz="600" dirty="0"/>
              <a:t>는</a:t>
            </a:r>
            <a:br>
              <a:rPr lang="en-US" altLang="ko-KR" sz="600" dirty="0"/>
            </a:br>
            <a:r>
              <a:rPr lang="ko-KR" altLang="en-US" sz="600" dirty="0"/>
              <a:t>하이라이트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600" dirty="0"/>
              <a:t>&gt; </a:t>
            </a:r>
            <a:r>
              <a:rPr lang="ko-KR" altLang="en-US" sz="600" dirty="0"/>
              <a:t>누르면 투표 결과 상세</a:t>
            </a:r>
            <a:br>
              <a:rPr lang="en-US" altLang="ko-KR" sz="600" dirty="0"/>
            </a:br>
            <a:r>
              <a:rPr lang="en-US" altLang="ko-KR" sz="600" dirty="0"/>
              <a:t>+</a:t>
            </a:r>
            <a:r>
              <a:rPr lang="ko-KR" altLang="en-US" sz="600" dirty="0"/>
              <a:t>숫자는 그 주의 반응</a:t>
            </a:r>
            <a:r>
              <a:rPr lang="en-US" altLang="ko-KR" sz="600" dirty="0"/>
              <a:t>(</a:t>
            </a:r>
            <a:r>
              <a:rPr lang="ko-KR" altLang="en-US" sz="600" dirty="0"/>
              <a:t>댓글</a:t>
            </a:r>
            <a:r>
              <a:rPr lang="en-US" altLang="ko-KR" sz="600" dirty="0"/>
              <a:t>) </a:t>
            </a:r>
            <a:r>
              <a:rPr lang="ko-KR" altLang="en-US" sz="600" dirty="0"/>
              <a:t>수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en-US" altLang="ko-KR" sz="600" dirty="0"/>
          </a:p>
          <a:p>
            <a:r>
              <a:rPr lang="ko-KR" altLang="en-US" sz="600" dirty="0"/>
              <a:t>주요 기능</a:t>
            </a:r>
            <a:endParaRPr lang="en-US" altLang="ko-KR" sz="600" dirty="0"/>
          </a:p>
          <a:p>
            <a:r>
              <a:rPr lang="ko-KR" altLang="en-US" sz="600" dirty="0"/>
              <a:t>카카오톡 로그인 </a:t>
            </a:r>
            <a:r>
              <a:rPr lang="en-US" altLang="ko-KR" sz="600" dirty="0"/>
              <a:t>+ </a:t>
            </a:r>
            <a:r>
              <a:rPr lang="ko-KR" altLang="en-US" sz="600" dirty="0"/>
              <a:t>화이트 리스트를 통한 중복방지</a:t>
            </a:r>
            <a:endParaRPr lang="en-US" altLang="ko-KR" sz="600" dirty="0"/>
          </a:p>
          <a:p>
            <a:r>
              <a:rPr lang="ko-KR" altLang="en-US" sz="600" dirty="0"/>
              <a:t>제한이 </a:t>
            </a:r>
            <a:r>
              <a:rPr lang="ko-KR" altLang="en-US" sz="600" dirty="0" err="1"/>
              <a:t>필요없는</a:t>
            </a:r>
            <a:r>
              <a:rPr lang="ko-KR" altLang="en-US" sz="600" dirty="0"/>
              <a:t> 기능은 로그인 없이 볼 </a:t>
            </a:r>
            <a:r>
              <a:rPr lang="ko-KR" altLang="en-US" sz="600" dirty="0" err="1"/>
              <a:t>수있게</a:t>
            </a:r>
            <a:r>
              <a:rPr lang="ko-KR" altLang="en-US" sz="600" dirty="0"/>
              <a:t> </a:t>
            </a:r>
            <a:r>
              <a:rPr lang="ko-KR" altLang="en-US" sz="600" dirty="0" err="1"/>
              <a:t>하여편의성</a:t>
            </a:r>
            <a:r>
              <a:rPr lang="ko-KR" altLang="en-US" sz="600" dirty="0"/>
              <a:t> 증가</a:t>
            </a:r>
            <a:endParaRPr lang="en-US" altLang="ko-KR" sz="600" dirty="0"/>
          </a:p>
          <a:p>
            <a:r>
              <a:rPr lang="ko-KR" altLang="en-US" sz="600" dirty="0"/>
              <a:t>투표가 마감되고 결과가 산출되자마자 전송되는 알림</a:t>
            </a:r>
            <a:r>
              <a:rPr lang="en-US" altLang="ko-KR" sz="600" dirty="0"/>
              <a:t>(pushover API)</a:t>
            </a:r>
          </a:p>
          <a:p>
            <a:r>
              <a:rPr lang="ko-KR" altLang="en-US" sz="600" dirty="0"/>
              <a:t>데이터베이스 임시로 </a:t>
            </a:r>
            <a:r>
              <a:rPr lang="ko-KR" altLang="en-US" sz="600" dirty="0" err="1"/>
              <a:t>구글스프레드시트</a:t>
            </a:r>
            <a:r>
              <a:rPr lang="ko-KR" altLang="en-US" sz="600" dirty="0"/>
              <a:t> 전송 방식 가능</a:t>
            </a:r>
            <a:r>
              <a:rPr lang="en-US" altLang="ko-KR" sz="600" dirty="0"/>
              <a:t>, </a:t>
            </a:r>
            <a:r>
              <a:rPr lang="ko-KR" altLang="en-US" sz="600" dirty="0"/>
              <a:t>구현 가능하면 </a:t>
            </a:r>
            <a:r>
              <a:rPr lang="en-US" altLang="ko-KR" sz="600" dirty="0"/>
              <a:t>DB</a:t>
            </a:r>
            <a:r>
              <a:rPr lang="ko-KR" altLang="en-US" sz="600" dirty="0"/>
              <a:t>가 </a:t>
            </a:r>
            <a:r>
              <a:rPr lang="ko-KR" altLang="en-US" sz="600" dirty="0" err="1"/>
              <a:t>좋을듯</a:t>
            </a:r>
            <a:endParaRPr lang="en-US" altLang="ko-KR" sz="600" dirty="0"/>
          </a:p>
          <a:p>
            <a:r>
              <a:rPr lang="ko-KR" altLang="en-US" sz="600" dirty="0"/>
              <a:t>반응형 웹 </a:t>
            </a:r>
            <a:r>
              <a:rPr lang="en-US" altLang="ko-KR" sz="600" dirty="0"/>
              <a:t>/ </a:t>
            </a:r>
            <a:r>
              <a:rPr lang="ko-KR" altLang="en-US" sz="600" dirty="0"/>
              <a:t>한눈에 들어오는 </a:t>
            </a:r>
            <a:r>
              <a:rPr lang="en-US" altLang="ko-KR" sz="600" dirty="0"/>
              <a:t>UI, </a:t>
            </a:r>
            <a:r>
              <a:rPr lang="ko-KR" altLang="en-US" sz="600" dirty="0" err="1"/>
              <a:t>직관성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ko-KR" altLang="en-US" sz="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613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07FA0-5346-72EF-81BD-BE3360714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5C9A41-2C06-C8DA-5A35-B984C78F8C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FAF77E-7BD3-F332-0149-4D01013A6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600" dirty="0" err="1"/>
              <a:t>메인페이지</a:t>
            </a:r>
            <a:r>
              <a:rPr lang="en-US" altLang="ko-KR" sz="600" dirty="0"/>
              <a:t>(index)</a:t>
            </a:r>
          </a:p>
          <a:p>
            <a:r>
              <a:rPr lang="ko-KR" altLang="en-US" sz="600" dirty="0"/>
              <a:t>기능</a:t>
            </a:r>
            <a:endParaRPr lang="en-US" altLang="ko-KR" sz="600" dirty="0"/>
          </a:p>
          <a:p>
            <a:pPr marL="171450" indent="-171450">
              <a:buFontTx/>
              <a:buChar char="-"/>
            </a:pPr>
            <a:r>
              <a:rPr lang="ko-KR" altLang="en-US" sz="600" dirty="0"/>
              <a:t>로그인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이미 </a:t>
            </a:r>
            <a:r>
              <a:rPr lang="ko-KR" altLang="en-US" sz="600" dirty="0" err="1"/>
              <a:t>로그인시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 err="1"/>
              <a:t>ㅇㅇㅇ님이라는</a:t>
            </a:r>
            <a:r>
              <a:rPr lang="en-US" altLang="ko-KR" sz="600" dirty="0"/>
              <a:t> </a:t>
            </a:r>
            <a:r>
              <a:rPr lang="en-US" altLang="ko-KR" sz="600" dirty="0" err="1"/>
              <a:t>ui</a:t>
            </a:r>
            <a:r>
              <a:rPr lang="ko-KR" altLang="en-US" sz="600" dirty="0"/>
              <a:t>만 보임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공지사항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등록</a:t>
            </a:r>
            <a:r>
              <a:rPr lang="en-US" altLang="ko-KR" sz="600" dirty="0"/>
              <a:t>/</a:t>
            </a:r>
            <a:r>
              <a:rPr lang="ko-KR" altLang="en-US" sz="600" dirty="0"/>
              <a:t>투표 기간 노출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부식 등록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투표하기 페이지 이동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ko-KR" altLang="en-US" sz="600" dirty="0"/>
              <a:t>인증된 사람만 이동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600" dirty="0"/>
              <a:t>실시간 투표 현황</a:t>
            </a:r>
            <a:endParaRPr lang="en-US" altLang="ko-KR" sz="600" dirty="0"/>
          </a:p>
          <a:p>
            <a:pPr marL="171450" indent="-171450">
              <a:buFontTx/>
              <a:buChar char="-"/>
            </a:pPr>
            <a:r>
              <a:rPr lang="ko-KR" altLang="en-US" sz="600" dirty="0"/>
              <a:t>이 때 까지 결과로 나온</a:t>
            </a:r>
            <a:br>
              <a:rPr lang="en-US" altLang="ko-KR" sz="600" dirty="0"/>
            </a:br>
            <a:r>
              <a:rPr lang="ko-KR" altLang="en-US" sz="600" dirty="0"/>
              <a:t>신청 목록들</a:t>
            </a:r>
            <a:br>
              <a:rPr lang="en-US" altLang="ko-KR" sz="600" dirty="0"/>
            </a:br>
            <a:r>
              <a:rPr lang="en-US" altLang="ko-KR" sz="600" dirty="0"/>
              <a:t>(</a:t>
            </a:r>
            <a:r>
              <a:rPr lang="en-US" altLang="ko-KR" sz="600" dirty="0" err="1"/>
              <a:t>ifram</a:t>
            </a:r>
            <a:r>
              <a:rPr lang="en-US" altLang="ko-KR" sz="600" dirty="0"/>
              <a:t> </a:t>
            </a:r>
            <a:r>
              <a:rPr lang="ko-KR" altLang="en-US" sz="600" dirty="0"/>
              <a:t>태그</a:t>
            </a:r>
            <a:r>
              <a:rPr lang="en-US" altLang="ko-KR" sz="600" dirty="0"/>
              <a:t> - </a:t>
            </a:r>
            <a:r>
              <a:rPr lang="ko-KR" altLang="en-US" sz="600" dirty="0"/>
              <a:t>화면 속의</a:t>
            </a:r>
            <a:br>
              <a:rPr lang="en-US" altLang="ko-KR" sz="600" dirty="0"/>
            </a:br>
            <a:r>
              <a:rPr lang="ko-KR" altLang="en-US" sz="600" dirty="0"/>
              <a:t>화면으로 보여줌</a:t>
            </a:r>
            <a:r>
              <a:rPr lang="en-US" altLang="ko-KR" sz="600" dirty="0"/>
              <a:t>, </a:t>
            </a:r>
            <a:br>
              <a:rPr lang="en-US" altLang="ko-KR" sz="600" dirty="0"/>
            </a:br>
            <a:r>
              <a:rPr lang="ko-KR" altLang="en-US" sz="600" dirty="0"/>
              <a:t>스크롤 방식 지향</a:t>
            </a:r>
            <a:br>
              <a:rPr lang="en-US" altLang="ko-KR" sz="600" dirty="0"/>
            </a:br>
            <a:r>
              <a:rPr lang="en-US" altLang="ko-KR" sz="600" dirty="0"/>
              <a:t>, </a:t>
            </a:r>
            <a:r>
              <a:rPr lang="ko-KR" altLang="en-US" sz="600" dirty="0"/>
              <a:t>모바일 고려</a:t>
            </a:r>
            <a:br>
              <a:rPr lang="en-US" altLang="ko-KR" sz="600" dirty="0"/>
            </a:br>
            <a:r>
              <a:rPr lang="ko-KR" altLang="en-US" sz="600" dirty="0"/>
              <a:t>최신 결과</a:t>
            </a:r>
            <a:r>
              <a:rPr lang="en-US" altLang="ko-KR" sz="600" dirty="0"/>
              <a:t>(</a:t>
            </a:r>
            <a:r>
              <a:rPr lang="ko-KR" altLang="en-US" sz="600" dirty="0" err="1"/>
              <a:t>최상단</a:t>
            </a:r>
            <a:r>
              <a:rPr lang="en-US" altLang="ko-KR" sz="600" dirty="0"/>
              <a:t>)</a:t>
            </a:r>
            <a:r>
              <a:rPr lang="ko-KR" altLang="en-US" sz="600" dirty="0"/>
              <a:t>는</a:t>
            </a:r>
            <a:br>
              <a:rPr lang="en-US" altLang="ko-KR" sz="600" dirty="0"/>
            </a:br>
            <a:r>
              <a:rPr lang="ko-KR" altLang="en-US" sz="600" dirty="0"/>
              <a:t>하이라이트</a:t>
            </a:r>
            <a:r>
              <a:rPr lang="en-US" altLang="ko-KR" sz="6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600" dirty="0"/>
              <a:t>&gt; </a:t>
            </a:r>
            <a:r>
              <a:rPr lang="ko-KR" altLang="en-US" sz="600" dirty="0"/>
              <a:t>누르면 투표 결과 상세</a:t>
            </a:r>
            <a:br>
              <a:rPr lang="en-US" altLang="ko-KR" sz="600" dirty="0"/>
            </a:br>
            <a:r>
              <a:rPr lang="en-US" altLang="ko-KR" sz="600" dirty="0"/>
              <a:t>+</a:t>
            </a:r>
            <a:r>
              <a:rPr lang="ko-KR" altLang="en-US" sz="600" dirty="0"/>
              <a:t>숫자는 그 주의 반응</a:t>
            </a:r>
            <a:r>
              <a:rPr lang="en-US" altLang="ko-KR" sz="600" dirty="0"/>
              <a:t>(</a:t>
            </a:r>
            <a:r>
              <a:rPr lang="ko-KR" altLang="en-US" sz="600" dirty="0"/>
              <a:t>댓글</a:t>
            </a:r>
            <a:r>
              <a:rPr lang="en-US" altLang="ko-KR" sz="600" dirty="0"/>
              <a:t>) </a:t>
            </a:r>
            <a:r>
              <a:rPr lang="ko-KR" altLang="en-US" sz="600" dirty="0"/>
              <a:t>수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en-US" altLang="ko-KR" sz="600" dirty="0"/>
          </a:p>
          <a:p>
            <a:r>
              <a:rPr lang="ko-KR" altLang="en-US" sz="600" dirty="0"/>
              <a:t>주요 기능</a:t>
            </a:r>
            <a:endParaRPr lang="en-US" altLang="ko-KR" sz="600" dirty="0"/>
          </a:p>
          <a:p>
            <a:r>
              <a:rPr lang="ko-KR" altLang="en-US" sz="600" dirty="0"/>
              <a:t>카카오톡 로그인 </a:t>
            </a:r>
            <a:r>
              <a:rPr lang="en-US" altLang="ko-KR" sz="600" dirty="0"/>
              <a:t>+ </a:t>
            </a:r>
            <a:r>
              <a:rPr lang="ko-KR" altLang="en-US" sz="600" dirty="0"/>
              <a:t>화이트 리스트를 통한 중복방지</a:t>
            </a:r>
            <a:endParaRPr lang="en-US" altLang="ko-KR" sz="600" dirty="0"/>
          </a:p>
          <a:p>
            <a:r>
              <a:rPr lang="ko-KR" altLang="en-US" sz="600" dirty="0"/>
              <a:t>제한이 </a:t>
            </a:r>
            <a:r>
              <a:rPr lang="ko-KR" altLang="en-US" sz="600" dirty="0" err="1"/>
              <a:t>필요없는</a:t>
            </a:r>
            <a:r>
              <a:rPr lang="ko-KR" altLang="en-US" sz="600" dirty="0"/>
              <a:t> 기능은 로그인 없이 볼 </a:t>
            </a:r>
            <a:r>
              <a:rPr lang="ko-KR" altLang="en-US" sz="600" dirty="0" err="1"/>
              <a:t>수있게</a:t>
            </a:r>
            <a:r>
              <a:rPr lang="ko-KR" altLang="en-US" sz="600" dirty="0"/>
              <a:t> </a:t>
            </a:r>
            <a:r>
              <a:rPr lang="ko-KR" altLang="en-US" sz="600" dirty="0" err="1"/>
              <a:t>하여편의성</a:t>
            </a:r>
            <a:r>
              <a:rPr lang="ko-KR" altLang="en-US" sz="600" dirty="0"/>
              <a:t> 증가</a:t>
            </a:r>
            <a:endParaRPr lang="en-US" altLang="ko-KR" sz="600" dirty="0"/>
          </a:p>
          <a:p>
            <a:r>
              <a:rPr lang="ko-KR" altLang="en-US" sz="600" dirty="0"/>
              <a:t>투표가 마감되고 결과가 산출되자마자 전송되는 알림</a:t>
            </a:r>
            <a:r>
              <a:rPr lang="en-US" altLang="ko-KR" sz="600" dirty="0"/>
              <a:t>(pushover API)</a:t>
            </a:r>
          </a:p>
          <a:p>
            <a:r>
              <a:rPr lang="ko-KR" altLang="en-US" sz="600" dirty="0"/>
              <a:t>데이터베이스 임시로 </a:t>
            </a:r>
            <a:r>
              <a:rPr lang="ko-KR" altLang="en-US" sz="600" dirty="0" err="1"/>
              <a:t>구글스프레드시트</a:t>
            </a:r>
            <a:r>
              <a:rPr lang="ko-KR" altLang="en-US" sz="600" dirty="0"/>
              <a:t> 전송 방식 가능</a:t>
            </a:r>
            <a:r>
              <a:rPr lang="en-US" altLang="ko-KR" sz="600" dirty="0"/>
              <a:t>, </a:t>
            </a:r>
            <a:r>
              <a:rPr lang="ko-KR" altLang="en-US" sz="600" dirty="0"/>
              <a:t>구현 가능하면 </a:t>
            </a:r>
            <a:r>
              <a:rPr lang="en-US" altLang="ko-KR" sz="600" dirty="0"/>
              <a:t>DB</a:t>
            </a:r>
            <a:r>
              <a:rPr lang="ko-KR" altLang="en-US" sz="600" dirty="0"/>
              <a:t>가 </a:t>
            </a:r>
            <a:r>
              <a:rPr lang="ko-KR" altLang="en-US" sz="600" dirty="0" err="1"/>
              <a:t>좋을듯</a:t>
            </a:r>
            <a:endParaRPr lang="en-US" altLang="ko-KR" sz="600" dirty="0"/>
          </a:p>
          <a:p>
            <a:r>
              <a:rPr lang="ko-KR" altLang="en-US" sz="600" dirty="0"/>
              <a:t>반응형 웹 </a:t>
            </a:r>
            <a:r>
              <a:rPr lang="en-US" altLang="ko-KR" sz="600" dirty="0"/>
              <a:t>/ </a:t>
            </a:r>
            <a:r>
              <a:rPr lang="ko-KR" altLang="en-US" sz="600" dirty="0"/>
              <a:t>한눈에 들어오는 </a:t>
            </a:r>
            <a:r>
              <a:rPr lang="en-US" altLang="ko-KR" sz="600" dirty="0"/>
              <a:t>UI, </a:t>
            </a:r>
            <a:r>
              <a:rPr lang="ko-KR" altLang="en-US" sz="600" dirty="0" err="1"/>
              <a:t>직관성</a:t>
            </a:r>
            <a:endParaRPr lang="en-US" altLang="ko-KR" sz="600" dirty="0"/>
          </a:p>
          <a:p>
            <a:endParaRPr kumimoji="1" lang="en-US" altLang="ko-KR" sz="600" dirty="0"/>
          </a:p>
          <a:p>
            <a:endParaRPr kumimoji="1" lang="ko-KR" altLang="en-US" sz="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85F463-FA81-25AB-ABAD-D8CC64619B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04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부식 등록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키워드 검색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크롤링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관리자가 지정한 사이트에</a:t>
            </a:r>
            <a:br>
              <a:rPr lang="en-US" altLang="ko-KR" sz="1200" dirty="0"/>
            </a:br>
            <a:r>
              <a:rPr lang="ko-KR" altLang="en-US" sz="1200" dirty="0"/>
              <a:t>검색한 키워드를 </a:t>
            </a:r>
            <a:r>
              <a:rPr lang="ko-KR" altLang="en-US" sz="1200" dirty="0" err="1"/>
              <a:t>크롤링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제품명</a:t>
            </a:r>
            <a:r>
              <a:rPr lang="en-US" altLang="ko-KR" sz="1200" dirty="0"/>
              <a:t>, </a:t>
            </a:r>
            <a:r>
              <a:rPr lang="ko-KR" altLang="en-US" sz="1200" dirty="0"/>
              <a:t>가격정보를 가져오고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 err="1"/>
              <a:t>클릭시</a:t>
            </a:r>
            <a:r>
              <a:rPr lang="ko-KR" altLang="en-US" sz="1200" dirty="0"/>
              <a:t> 추가할 부식 메뉴에</a:t>
            </a:r>
            <a:br>
              <a:rPr lang="en-US" altLang="ko-KR" sz="1200" dirty="0"/>
            </a:br>
            <a:r>
              <a:rPr lang="ko-KR" altLang="en-US" sz="1200" dirty="0"/>
              <a:t>등록됨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호소하기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textarea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이용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매번 소수인 사람을 위한</a:t>
            </a:r>
            <a:br>
              <a:rPr lang="en-US" altLang="ko-KR" sz="1200" dirty="0"/>
            </a:br>
            <a:r>
              <a:rPr lang="ko-KR" altLang="en-US" sz="1200" dirty="0"/>
              <a:t>장치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등록버튼을 누를 때</a:t>
            </a:r>
            <a:br>
              <a:rPr lang="en-US" altLang="ko-KR" sz="1200" dirty="0"/>
            </a:br>
            <a:r>
              <a:rPr lang="ko-KR" altLang="en-US" sz="1200" dirty="0"/>
              <a:t>같은 제품명이 있으면</a:t>
            </a:r>
            <a:br>
              <a:rPr lang="en-US" altLang="ko-KR" sz="1200" dirty="0"/>
            </a:br>
            <a:r>
              <a:rPr lang="ko-KR" altLang="en-US" sz="1200" dirty="0"/>
              <a:t>정규표현식을 사용하여</a:t>
            </a:r>
            <a:br>
              <a:rPr lang="en-US" altLang="ko-KR" sz="1200" dirty="0"/>
            </a:br>
            <a:r>
              <a:rPr lang="ko-KR" altLang="en-US" sz="1200" dirty="0"/>
              <a:t>중복제거후 등록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등록된 부식 </a:t>
            </a:r>
            <a:r>
              <a:rPr lang="en-US" altLang="ko-KR" sz="1200" dirty="0"/>
              <a:t>menu</a:t>
            </a:r>
            <a:br>
              <a:rPr lang="en-US" altLang="ko-KR" sz="1200" dirty="0"/>
            </a:br>
            <a:r>
              <a:rPr lang="ko-KR" altLang="en-US" sz="1200" dirty="0"/>
              <a:t>다른 사람들이 등록한 메뉴를</a:t>
            </a:r>
            <a:br>
              <a:rPr lang="en-US" altLang="ko-KR" sz="1200" dirty="0"/>
            </a:br>
            <a:r>
              <a:rPr lang="ko-KR" altLang="en-US" sz="1200" dirty="0"/>
              <a:t>미리 볼 수 </a:t>
            </a:r>
            <a:r>
              <a:rPr lang="ko-KR" altLang="en-US" sz="1200" dirty="0" err="1"/>
              <a:t>있게함</a:t>
            </a:r>
            <a:br>
              <a:rPr lang="en-US" altLang="ko-KR" sz="1200" dirty="0"/>
            </a:br>
            <a:endParaRPr lang="ko-KR" altLang="en-US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9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부식 등록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키워드 검색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크롤링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관리자가 지정한 사이트에</a:t>
            </a:r>
            <a:br>
              <a:rPr lang="en-US" altLang="ko-KR" sz="1200" dirty="0"/>
            </a:br>
            <a:r>
              <a:rPr lang="ko-KR" altLang="en-US" sz="1200" dirty="0"/>
              <a:t>검색한 키워드를 </a:t>
            </a:r>
            <a:r>
              <a:rPr lang="ko-KR" altLang="en-US" sz="1200" dirty="0" err="1"/>
              <a:t>크롤링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제품명</a:t>
            </a:r>
            <a:r>
              <a:rPr lang="en-US" altLang="ko-KR" sz="1200" dirty="0"/>
              <a:t>, </a:t>
            </a:r>
            <a:r>
              <a:rPr lang="ko-KR" altLang="en-US" sz="1200" dirty="0"/>
              <a:t>가격정보를 가져오고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 err="1"/>
              <a:t>클릭시</a:t>
            </a:r>
            <a:r>
              <a:rPr lang="ko-KR" altLang="en-US" sz="1200" dirty="0"/>
              <a:t> 추가할 부식 메뉴에</a:t>
            </a:r>
            <a:br>
              <a:rPr lang="en-US" altLang="ko-KR" sz="1200" dirty="0"/>
            </a:br>
            <a:r>
              <a:rPr lang="ko-KR" altLang="en-US" sz="1200" dirty="0"/>
              <a:t>등록됨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호소하기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textarea</a:t>
            </a:r>
            <a:r>
              <a:rPr lang="ko-KR" altLang="en-US" sz="1200" dirty="0" err="1"/>
              <a:t>를</a:t>
            </a:r>
            <a:r>
              <a:rPr lang="ko-KR" altLang="en-US" sz="1200" dirty="0"/>
              <a:t> 이용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매번 소수인 사람을 위한</a:t>
            </a:r>
            <a:br>
              <a:rPr lang="en-US" altLang="ko-KR" sz="1200" dirty="0"/>
            </a:br>
            <a:r>
              <a:rPr lang="ko-KR" altLang="en-US" sz="1200" dirty="0"/>
              <a:t>장치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등록버튼을 누를 때</a:t>
            </a:r>
            <a:br>
              <a:rPr lang="en-US" altLang="ko-KR" sz="1200" dirty="0"/>
            </a:br>
            <a:r>
              <a:rPr lang="ko-KR" altLang="en-US" sz="1200" dirty="0"/>
              <a:t>같은 제품명이 있으면</a:t>
            </a:r>
            <a:br>
              <a:rPr lang="en-US" altLang="ko-KR" sz="1200" dirty="0"/>
            </a:br>
            <a:r>
              <a:rPr lang="ko-KR" altLang="en-US" sz="1200" dirty="0"/>
              <a:t>정규표현식을 사용하여</a:t>
            </a:r>
            <a:br>
              <a:rPr lang="en-US" altLang="ko-KR" sz="1200" dirty="0"/>
            </a:br>
            <a:r>
              <a:rPr lang="ko-KR" altLang="en-US" sz="1200" dirty="0"/>
              <a:t>중복제거후 등록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등록된 부식 </a:t>
            </a:r>
            <a:r>
              <a:rPr lang="en-US" altLang="ko-KR" sz="1200" dirty="0"/>
              <a:t>menu</a:t>
            </a:r>
            <a:br>
              <a:rPr lang="en-US" altLang="ko-KR" sz="1200" dirty="0"/>
            </a:br>
            <a:r>
              <a:rPr lang="ko-KR" altLang="en-US" sz="1200" dirty="0"/>
              <a:t>다른 사람들이 등록한 메뉴를</a:t>
            </a:r>
            <a:br>
              <a:rPr lang="en-US" altLang="ko-KR" sz="1200" dirty="0"/>
            </a:br>
            <a:r>
              <a:rPr lang="ko-KR" altLang="en-US" sz="1200" dirty="0"/>
              <a:t>미리 볼 수 </a:t>
            </a:r>
            <a:r>
              <a:rPr lang="ko-KR" altLang="en-US" sz="1200" dirty="0" err="1"/>
              <a:t>있게함</a:t>
            </a:r>
            <a:br>
              <a:rPr lang="en-US" altLang="ko-KR" sz="1200" dirty="0"/>
            </a:br>
            <a:endParaRPr lang="ko-KR" altLang="en-US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242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투표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체크박스를 이용한 다중선택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투표를 통한 가격 미리보기</a:t>
            </a:r>
            <a:br>
              <a:rPr lang="en-US" altLang="ko-KR" sz="1200" dirty="0"/>
            </a:br>
            <a:r>
              <a:rPr lang="ko-KR" altLang="en-US" sz="1200" dirty="0"/>
              <a:t>설정 금액 초과시</a:t>
            </a:r>
            <a:br>
              <a:rPr lang="en-US" altLang="ko-KR" sz="1200" dirty="0"/>
            </a:br>
            <a:r>
              <a:rPr lang="ko-KR" altLang="en-US" sz="1200" dirty="0"/>
              <a:t>경고 메시지 출력</a:t>
            </a:r>
            <a:r>
              <a:rPr lang="en-US" altLang="ko-KR" sz="1200" dirty="0"/>
              <a:t>, </a:t>
            </a:r>
            <a:r>
              <a:rPr lang="ko-KR" altLang="en-US" sz="1200" dirty="0"/>
              <a:t>등록 불가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동점 발생시 비호 </a:t>
            </a:r>
            <a:r>
              <a:rPr lang="ko-KR" altLang="en-US" sz="1200" dirty="0" err="1"/>
              <a:t>갯수당</a:t>
            </a:r>
            <a:r>
              <a:rPr lang="ko-KR" altLang="en-US" sz="1200" dirty="0"/>
              <a:t> </a:t>
            </a:r>
            <a:r>
              <a:rPr lang="en-US" altLang="ko-KR" sz="1200" dirty="0"/>
              <a:t>-1</a:t>
            </a:r>
            <a:r>
              <a:rPr lang="ko-KR" altLang="en-US" sz="1200" dirty="0"/>
              <a:t>점</a:t>
            </a:r>
            <a:br>
              <a:rPr lang="en-US" altLang="ko-KR" sz="1200" dirty="0"/>
            </a:br>
            <a:r>
              <a:rPr lang="ko-KR" altLang="en-US" sz="1200" dirty="0" err="1"/>
              <a:t>으로</a:t>
            </a:r>
            <a:r>
              <a:rPr lang="ko-KR" altLang="en-US" sz="1200" dirty="0"/>
              <a:t> 처리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결정장애를 위한 체크박스</a:t>
            </a:r>
            <a:br>
              <a:rPr lang="en-US" altLang="ko-KR" sz="1200" dirty="0"/>
            </a:br>
            <a:r>
              <a:rPr lang="ko-KR" altLang="en-US" sz="1200" dirty="0"/>
              <a:t>자동선택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물론</a:t>
            </a:r>
            <a:r>
              <a:rPr lang="en-US" altLang="ko-KR" sz="1200" dirty="0"/>
              <a:t>, </a:t>
            </a:r>
            <a:r>
              <a:rPr lang="ko-KR" altLang="en-US" sz="1200" dirty="0"/>
              <a:t>좋아요</a:t>
            </a:r>
            <a:r>
              <a:rPr lang="en-US" altLang="ko-KR" sz="1200" dirty="0"/>
              <a:t>/</a:t>
            </a:r>
            <a:r>
              <a:rPr lang="ko-KR" altLang="en-US" sz="1200" dirty="0"/>
              <a:t>싫어요 수정 </a:t>
            </a:r>
            <a:r>
              <a:rPr lang="en-US" altLang="ko-KR" sz="1200" dirty="0"/>
              <a:t>o)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330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투표 결과 상세 페이지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주차별</a:t>
            </a:r>
            <a:r>
              <a:rPr lang="en-US" altLang="ko-KR" sz="1200" dirty="0"/>
              <a:t>)</a:t>
            </a:r>
            <a:br>
              <a:rPr lang="en-US" altLang="ko-KR" sz="1200" dirty="0"/>
            </a:br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뒤로가기</a:t>
            </a:r>
            <a:r>
              <a:rPr lang="en-US" altLang="ko-KR" sz="1200" dirty="0"/>
              <a:t>(</a:t>
            </a:r>
            <a:r>
              <a:rPr lang="ko-KR" altLang="en-US" sz="1200" dirty="0"/>
              <a:t>모바일을 고려한</a:t>
            </a:r>
            <a:br>
              <a:rPr lang="en-US" altLang="ko-KR" sz="1200" dirty="0"/>
            </a:br>
            <a:r>
              <a:rPr lang="ko-KR" altLang="en-US" sz="1200" dirty="0"/>
              <a:t>직관적 </a:t>
            </a:r>
            <a:r>
              <a:rPr lang="en-US" altLang="ko-KR" sz="1200" dirty="0" err="1"/>
              <a:t>ui</a:t>
            </a:r>
            <a:r>
              <a:rPr lang="en-US" altLang="ko-KR" sz="1200" dirty="0"/>
              <a:t>)&gt; </a:t>
            </a:r>
            <a:r>
              <a:rPr lang="ko-KR" altLang="en-US" sz="1200" dirty="0"/>
              <a:t>홈 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페이지 제목 클릭</a:t>
            </a:r>
            <a:r>
              <a:rPr lang="en-US" altLang="ko-KR" sz="1200" dirty="0"/>
              <a:t>&gt;</a:t>
            </a:r>
            <a:r>
              <a:rPr lang="ko-KR" altLang="en-US" sz="1200" dirty="0" err="1"/>
              <a:t>홈이동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상세한 집계 출력</a:t>
            </a:r>
            <a:r>
              <a:rPr lang="en-US" altLang="ko-KR" sz="1200" dirty="0"/>
              <a:t>(</a:t>
            </a:r>
            <a:r>
              <a:rPr lang="ko-KR" altLang="en-US" sz="1200" dirty="0"/>
              <a:t>의문 방지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그 주의 결과에 대한 </a:t>
            </a:r>
            <a:r>
              <a:rPr lang="ko-KR" altLang="en-US" sz="1200" dirty="0" err="1"/>
              <a:t>댓글란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투표 결과 산출 즉시</a:t>
            </a:r>
            <a:br>
              <a:rPr lang="en-US" altLang="ko-KR" sz="1200" dirty="0"/>
            </a:br>
            <a:r>
              <a:rPr lang="en-US" altLang="ko-KR" sz="1200" dirty="0"/>
              <a:t>pushover API</a:t>
            </a:r>
            <a:r>
              <a:rPr lang="ko-KR" altLang="en-US" sz="1200" dirty="0"/>
              <a:t>로</a:t>
            </a:r>
            <a:br>
              <a:rPr lang="en-US" altLang="ko-KR" sz="1200" dirty="0"/>
            </a:br>
            <a:r>
              <a:rPr lang="ko-KR" altLang="en-US" sz="1200" dirty="0"/>
              <a:t>기기에 알림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338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err="1"/>
              <a:t>주차별</a:t>
            </a:r>
            <a:r>
              <a:rPr lang="ko-KR" altLang="en-US" sz="1200" dirty="0"/>
              <a:t> 투표 결과 리스트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 err="1"/>
              <a:t>iframe</a:t>
            </a:r>
            <a:r>
              <a:rPr lang="ko-KR" altLang="en-US" sz="1200" dirty="0"/>
              <a:t> 삽입 용도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543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관리자 페이지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구매 추이 차트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 품목이 잦은 것을</a:t>
            </a:r>
            <a:br>
              <a:rPr lang="en-US" altLang="ko-KR" sz="1200" dirty="0"/>
            </a:br>
            <a:r>
              <a:rPr lang="ko-KR" altLang="en-US" sz="1200" dirty="0"/>
              <a:t>미리 대량으로 구매하여</a:t>
            </a:r>
            <a:br>
              <a:rPr lang="en-US" altLang="ko-KR" sz="1200" dirty="0"/>
            </a:br>
            <a:r>
              <a:rPr lang="ko-KR" altLang="en-US" sz="1200" dirty="0"/>
              <a:t>절약</a:t>
            </a:r>
            <a:r>
              <a:rPr lang="en-US" altLang="ko-KR" sz="1200" dirty="0"/>
              <a:t> + α </a:t>
            </a:r>
            <a:r>
              <a:rPr lang="ko-KR" altLang="en-US" sz="1200" dirty="0"/>
              <a:t>가능하지 않을까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화이트 리스트 관리</a:t>
            </a:r>
            <a:br>
              <a:rPr lang="en-US" altLang="ko-KR" sz="1200" dirty="0"/>
            </a:br>
            <a:r>
              <a:rPr lang="en-US" altLang="ko-KR" sz="1200" dirty="0"/>
              <a:t>URL</a:t>
            </a:r>
            <a:r>
              <a:rPr lang="ko-KR" altLang="en-US" sz="1200" dirty="0"/>
              <a:t> 지정</a:t>
            </a:r>
            <a:br>
              <a:rPr lang="en-US" altLang="ko-KR" sz="1200" dirty="0"/>
            </a:br>
            <a:r>
              <a:rPr lang="ko-KR" altLang="en-US" sz="1200" dirty="0"/>
              <a:t>투표기간 설정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금액 한도 설정 버튼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팝업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이번 주 부식 신청 목록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체크 박스를 활용</a:t>
            </a:r>
            <a:r>
              <a:rPr lang="en-US" altLang="ko-KR" sz="1200" dirty="0"/>
              <a:t>, </a:t>
            </a:r>
            <a:r>
              <a:rPr lang="ko-KR" altLang="en-US" sz="1200" dirty="0"/>
              <a:t>체크 시</a:t>
            </a:r>
            <a:br>
              <a:rPr lang="en-US" altLang="ko-KR" sz="1200" dirty="0"/>
            </a:br>
            <a:r>
              <a:rPr lang="ko-KR" altLang="en-US" sz="1200" dirty="0"/>
              <a:t>취소선</a:t>
            </a:r>
            <a:r>
              <a:rPr lang="en-US" altLang="ko-KR" sz="1200" dirty="0"/>
              <a:t>/</a:t>
            </a:r>
            <a:r>
              <a:rPr lang="ko-KR" altLang="en-US" sz="1200" dirty="0"/>
              <a:t>배경색을 주어</a:t>
            </a:r>
            <a:br>
              <a:rPr lang="en-US" altLang="ko-KR" sz="1200" dirty="0"/>
            </a:br>
            <a:r>
              <a:rPr lang="ko-KR" altLang="en-US" sz="1200" dirty="0"/>
              <a:t>체크리스트로 활용</a:t>
            </a:r>
            <a:r>
              <a:rPr lang="en-US" altLang="ko-KR" sz="1200" dirty="0"/>
              <a:t>)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960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화이트리스트 관리 팝업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검색 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 err="1"/>
              <a:t>퀵</a:t>
            </a:r>
            <a:r>
              <a:rPr lang="ko-KR" altLang="en-US" sz="1200" dirty="0"/>
              <a:t> 등록</a:t>
            </a:r>
            <a:r>
              <a:rPr lang="en-US" altLang="ko-KR" sz="1200" dirty="0"/>
              <a:t>/</a:t>
            </a:r>
            <a:r>
              <a:rPr lang="ko-KR" altLang="en-US" sz="1200" dirty="0"/>
              <a:t>삭제 기능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이름</a:t>
            </a:r>
            <a:r>
              <a:rPr lang="en-US" altLang="ko-KR" sz="1200" dirty="0"/>
              <a:t>, </a:t>
            </a:r>
            <a:r>
              <a:rPr lang="ko-KR" altLang="en-US" sz="1200" dirty="0"/>
              <a:t>이메일 박스</a:t>
            </a:r>
            <a:r>
              <a:rPr lang="en-US" altLang="ko-KR" sz="1200" dirty="0"/>
              <a:t>, </a:t>
            </a:r>
            <a:r>
              <a:rPr lang="ko-KR" altLang="en-US" sz="1200" dirty="0"/>
              <a:t>등록</a:t>
            </a:r>
            <a:r>
              <a:rPr lang="en-US" altLang="ko-KR" sz="1200" dirty="0"/>
              <a:t>/</a:t>
            </a:r>
            <a:r>
              <a:rPr lang="ko-KR" altLang="en-US" sz="1200" dirty="0"/>
              <a:t>삭제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인증된 회원 리스트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설정 버튼 눌러서 다중 삭제</a:t>
            </a:r>
            <a:br>
              <a:rPr lang="en-US" altLang="ko-KR" sz="1200" dirty="0"/>
            </a:br>
            <a:r>
              <a:rPr lang="ko-KR" altLang="en-US" sz="1200" dirty="0"/>
              <a:t>지원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대규모 인원을 위한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엑셀 파일 업로드 기능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85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크롤링할 사이트 등록 기능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en-US" altLang="ko-KR" sz="1200" dirty="0"/>
              <a:t>URL </a:t>
            </a:r>
            <a:r>
              <a:rPr lang="ko-KR" altLang="en-US" sz="1200" dirty="0"/>
              <a:t>등록 기능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구매처가 다양하기 때문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ko-KR" altLang="en-US" sz="1200" dirty="0"/>
              <a:t>확장성 증가</a:t>
            </a:r>
            <a:r>
              <a:rPr lang="en-US" altLang="ko-KR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등록된 사이트</a:t>
            </a:r>
            <a:br>
              <a:rPr lang="en-US" altLang="ko-KR" sz="1200" dirty="0"/>
            </a:br>
            <a:r>
              <a:rPr lang="ko-KR" altLang="en-US" sz="1200" dirty="0"/>
              <a:t>리스트업 및 삭제 기능</a:t>
            </a:r>
            <a:endParaRPr lang="en-US" altLang="ko-KR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748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/>
              <a:t>부식 등록</a:t>
            </a:r>
            <a:r>
              <a:rPr lang="en-US" altLang="ko-KR" sz="1200" dirty="0"/>
              <a:t>/ </a:t>
            </a:r>
            <a:r>
              <a:rPr lang="ko-KR" altLang="en-US" sz="1200" dirty="0"/>
              <a:t>투표 기간</a:t>
            </a:r>
            <a:r>
              <a:rPr lang="en-US" altLang="ko-KR" sz="1200" dirty="0"/>
              <a:t> </a:t>
            </a:r>
            <a:r>
              <a:rPr lang="ko-KR" altLang="en-US" sz="1200" dirty="0"/>
              <a:t>및 마감 설정</a:t>
            </a:r>
            <a:endParaRPr lang="en-US" altLang="ko-KR" sz="1200" dirty="0"/>
          </a:p>
          <a:p>
            <a:r>
              <a:rPr lang="ko-KR" altLang="en-US" sz="1200" dirty="0"/>
              <a:t>기능</a:t>
            </a:r>
            <a:br>
              <a:rPr lang="en-US" altLang="ko-KR" sz="1200" dirty="0"/>
            </a:b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마감에 맞춰서 결과물 산출</a:t>
            </a:r>
            <a:br>
              <a:rPr lang="en-US" altLang="ko-KR" sz="1200" dirty="0"/>
            </a:br>
            <a:r>
              <a:rPr lang="ko-KR" altLang="en-US" sz="1200" dirty="0"/>
              <a:t>알림 발송</a:t>
            </a:r>
            <a:endParaRPr lang="en-US" altLang="ko-KR" sz="1200" dirty="0"/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D7AF01-E18F-4450-8FB1-C01F9A10568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574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362286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6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7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8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0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24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5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1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2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68" name="그림 67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69" name="직선 연결선 68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71" name="직사각형 70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87" name="그림 86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88" name="그림 87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73" name="그림 72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75" name="그룹 74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81" name="그룹 80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85" name="그림 8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6" name="그림 8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82" name="그룹 81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83" name="그림 82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84" name="그림 83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76" name="TextBox 75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78" name="TextBox 77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79" name="TextBox 78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80" name="직선 연결선 79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57732" y="1360799"/>
            <a:ext cx="1333500" cy="295275"/>
            <a:chOff x="8461375" y="109538"/>
            <a:chExt cx="1333500" cy="295275"/>
          </a:xfrm>
        </p:grpSpPr>
        <p:grpSp>
          <p:nvGrpSpPr>
            <p:cNvPr id="44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5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3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33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5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3115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10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847544" y="1415709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1" name="Status Bar"/>
          <p:cNvGrpSpPr/>
          <p:nvPr userDrawn="1"/>
        </p:nvGrpSpPr>
        <p:grpSpPr>
          <a:xfrm>
            <a:off x="719231" y="1021660"/>
            <a:ext cx="2816589" cy="186517"/>
            <a:chOff x="602120" y="1268402"/>
            <a:chExt cx="2279565" cy="152400"/>
          </a:xfrm>
        </p:grpSpPr>
        <p:sp>
          <p:nvSpPr>
            <p:cNvPr id="112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13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4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121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2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5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19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0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16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17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8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6665" y="1410649"/>
            <a:ext cx="183770" cy="183770"/>
          </a:xfrm>
          <a:prstGeom prst="rect">
            <a:avLst/>
          </a:prstGeom>
        </p:spPr>
      </p:pic>
      <p:cxnSp>
        <p:nvCxnSpPr>
          <p:cNvPr id="125" name="직선 연결선 124"/>
          <p:cNvCxnSpPr/>
          <p:nvPr userDrawn="1"/>
        </p:nvCxnSpPr>
        <p:spPr>
          <a:xfrm>
            <a:off x="727313" y="1747041"/>
            <a:ext cx="280479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487385" y="1360799"/>
            <a:ext cx="1333500" cy="295275"/>
            <a:chOff x="8461375" y="109538"/>
            <a:chExt cx="1333500" cy="295275"/>
          </a:xfrm>
        </p:grpSpPr>
        <p:grpSp>
          <p:nvGrpSpPr>
            <p:cNvPr id="2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2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9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08058" y="195263"/>
              <a:ext cx="444032" cy="1231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80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8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9690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5" name="직사각형 144"/>
          <p:cNvSpPr/>
          <p:nvPr userDrawn="1"/>
        </p:nvSpPr>
        <p:spPr>
          <a:xfrm>
            <a:off x="42873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62" name="그룹 161"/>
          <p:cNvGrpSpPr/>
          <p:nvPr userDrawn="1"/>
        </p:nvGrpSpPr>
        <p:grpSpPr>
          <a:xfrm>
            <a:off x="4298606" y="5833855"/>
            <a:ext cx="2794793" cy="538415"/>
            <a:chOff x="730456" y="5647639"/>
            <a:chExt cx="2794793" cy="538415"/>
          </a:xfrm>
        </p:grpSpPr>
        <p:sp>
          <p:nvSpPr>
            <p:cNvPr id="163" name="직사각형 162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4" name="그룹 163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79" name="그림 178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80" name="그림 179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65" name="그림 164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66" name="그림 165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67" name="그룹 166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73" name="그룹 172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77" name="그림 176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8" name="그림 177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74" name="그룹 173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75" name="그림 174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76" name="그림 175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68" name="TextBox 167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69" name="TextBox 168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70" name="TextBox 169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71" name="TextBox 170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72" name="직선 연결선 171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48962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7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8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9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50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09" name="직사각형 108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6" name="그룹 125"/>
          <p:cNvGrpSpPr/>
          <p:nvPr userDrawn="1"/>
        </p:nvGrpSpPr>
        <p:grpSpPr>
          <a:xfrm>
            <a:off x="730456" y="5833855"/>
            <a:ext cx="2794793" cy="538415"/>
            <a:chOff x="730456" y="5647639"/>
            <a:chExt cx="2794793" cy="538415"/>
          </a:xfrm>
        </p:grpSpPr>
        <p:sp>
          <p:nvSpPr>
            <p:cNvPr id="127" name="직사각형 126"/>
            <p:cNvSpPr/>
            <p:nvPr userDrawn="1"/>
          </p:nvSpPr>
          <p:spPr>
            <a:xfrm>
              <a:off x="730456" y="5652053"/>
              <a:ext cx="2794793" cy="5340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8" name="그룹 127"/>
            <p:cNvGrpSpPr/>
            <p:nvPr userDrawn="1"/>
          </p:nvGrpSpPr>
          <p:grpSpPr>
            <a:xfrm>
              <a:off x="2377000" y="5743829"/>
              <a:ext cx="253509" cy="252246"/>
              <a:chOff x="707191" y="4221567"/>
              <a:chExt cx="190465" cy="189516"/>
            </a:xfrm>
          </p:grpSpPr>
          <p:pic>
            <p:nvPicPr>
              <p:cNvPr id="143" name="그림 142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144" name="그림 143"/>
              <p:cNvPicPr>
                <a:picLocks noChangeAspect="1"/>
              </p:cNvPicPr>
              <p:nvPr/>
            </p:nvPicPr>
            <p:blipFill>
              <a:blip r:embed="rId2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7"/>
                <a:ext cx="189182" cy="189182"/>
              </a:xfrm>
              <a:prstGeom prst="rect">
                <a:avLst/>
              </a:prstGeom>
            </p:spPr>
          </p:pic>
        </p:grpSp>
        <p:pic>
          <p:nvPicPr>
            <p:cNvPr id="129" name="그림 128"/>
            <p:cNvPicPr>
              <a:picLocks noChangeAspect="1"/>
            </p:cNvPicPr>
            <p:nvPr userDrawn="1"/>
          </p:nvPicPr>
          <p:blipFill>
            <a:blip r:embed="rId3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25512" y="5782591"/>
              <a:ext cx="189883" cy="189883"/>
            </a:xfrm>
            <a:prstGeom prst="rect">
              <a:avLst/>
            </a:prstGeom>
          </p:spPr>
        </p:pic>
        <p:pic>
          <p:nvPicPr>
            <p:cNvPr id="130" name="그림 129">
              <a:extLst>
                <a:ext uri="{FF2B5EF4-FFF2-40B4-BE49-F238E27FC236}">
                  <a16:creationId xmlns:a16="http://schemas.microsoft.com/office/drawing/2014/main" id="{8D18D896-2881-7345-9A53-9F9B97994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68395" y="5741089"/>
              <a:ext cx="261360" cy="261360"/>
            </a:xfrm>
            <a:prstGeom prst="rect">
              <a:avLst/>
            </a:prstGeom>
          </p:spPr>
        </p:pic>
        <p:grpSp>
          <p:nvGrpSpPr>
            <p:cNvPr id="131" name="그룹 130"/>
            <p:cNvGrpSpPr/>
            <p:nvPr userDrawn="1"/>
          </p:nvGrpSpPr>
          <p:grpSpPr>
            <a:xfrm>
              <a:off x="1015603" y="5761776"/>
              <a:ext cx="209251" cy="193078"/>
              <a:chOff x="979248" y="2587650"/>
              <a:chExt cx="190228" cy="193078"/>
            </a:xfrm>
          </p:grpSpPr>
          <p:grpSp>
            <p:nvGrpSpPr>
              <p:cNvPr id="137" name="그룹 136"/>
              <p:cNvGrpSpPr/>
              <p:nvPr/>
            </p:nvGrpSpPr>
            <p:grpSpPr>
              <a:xfrm>
                <a:off x="980463" y="2587650"/>
                <a:ext cx="189013" cy="186981"/>
                <a:chOff x="8366566" y="1331025"/>
                <a:chExt cx="156209" cy="154530"/>
              </a:xfrm>
            </p:grpSpPr>
            <p:pic>
              <p:nvPicPr>
                <p:cNvPr id="141" name="그림 140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2" name="그림 141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37"/>
                  <a:ext cx="150018" cy="150018"/>
                </a:xfrm>
                <a:prstGeom prst="rect">
                  <a:avLst/>
                </a:prstGeom>
              </p:spPr>
            </p:pic>
          </p:grpSp>
          <p:grpSp>
            <p:nvGrpSpPr>
              <p:cNvPr id="138" name="그룹 137"/>
              <p:cNvGrpSpPr/>
              <p:nvPr/>
            </p:nvGrpSpPr>
            <p:grpSpPr>
              <a:xfrm>
                <a:off x="979248" y="2593744"/>
                <a:ext cx="189013" cy="186984"/>
                <a:chOff x="8366566" y="1331025"/>
                <a:chExt cx="156209" cy="154533"/>
              </a:xfrm>
            </p:grpSpPr>
            <p:pic>
              <p:nvPicPr>
                <p:cNvPr id="139" name="그림 138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66566" y="1331025"/>
                  <a:ext cx="150018" cy="150018"/>
                </a:xfrm>
                <a:prstGeom prst="rect">
                  <a:avLst/>
                </a:prstGeom>
              </p:spPr>
            </p:pic>
            <p:pic>
              <p:nvPicPr>
                <p:cNvPr id="140" name="그림 139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72757" y="1335540"/>
                  <a:ext cx="150018" cy="1500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2" name="TextBox 131"/>
            <p:cNvSpPr txBox="1"/>
            <p:nvPr userDrawn="1"/>
          </p:nvSpPr>
          <p:spPr>
            <a:xfrm>
              <a:off x="898694" y="5912797"/>
              <a:ext cx="420308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HOME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sp>
          <p:nvSpPr>
            <p:cNvPr id="133" name="TextBox 132"/>
            <p:cNvSpPr txBox="1"/>
            <p:nvPr userDrawn="1"/>
          </p:nvSpPr>
          <p:spPr>
            <a:xfrm>
              <a:off x="1532700" y="5912797"/>
              <a:ext cx="543739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주문배송</a:t>
              </a:r>
            </a:p>
          </p:txBody>
        </p:sp>
        <p:sp>
          <p:nvSpPr>
            <p:cNvPr id="134" name="TextBox 133"/>
            <p:cNvSpPr txBox="1"/>
            <p:nvPr userDrawn="1"/>
          </p:nvSpPr>
          <p:spPr>
            <a:xfrm>
              <a:off x="2326939" y="5912797"/>
              <a:ext cx="364202" cy="2363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검색</a:t>
              </a:r>
            </a:p>
          </p:txBody>
        </p:sp>
        <p:sp>
          <p:nvSpPr>
            <p:cNvPr id="135" name="TextBox 134"/>
            <p:cNvSpPr txBox="1"/>
            <p:nvPr userDrawn="1"/>
          </p:nvSpPr>
          <p:spPr>
            <a:xfrm>
              <a:off x="2895681" y="5912797"/>
              <a:ext cx="444352" cy="237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>
                <a:lnSpc>
                  <a:spcPct val="150000"/>
                </a:lnSpc>
              </a:pPr>
              <a:r>
                <a:rPr lang="en-US" altLang="ko-KR" sz="700" dirty="0">
                  <a:solidFill>
                    <a:prstClr val="black">
                      <a:lumMod val="85000"/>
                      <a:lumOff val="15000"/>
                    </a:prstClr>
                  </a:solidFill>
                </a:rPr>
                <a:t>MYSSG</a:t>
              </a:r>
              <a:endParaRPr lang="ko-KR" altLang="en-US" sz="700" dirty="0">
                <a:solidFill>
                  <a:prstClr val="black">
                    <a:lumMod val="85000"/>
                    <a:lumOff val="15000"/>
                  </a:prstClr>
                </a:solidFill>
              </a:endParaRPr>
            </a:p>
          </p:txBody>
        </p:sp>
        <p:cxnSp>
          <p:nvCxnSpPr>
            <p:cNvPr id="136" name="직선 연결선 135"/>
            <p:cNvCxnSpPr/>
            <p:nvPr userDrawn="1"/>
          </p:nvCxnSpPr>
          <p:spPr>
            <a:xfrm>
              <a:off x="730456" y="5647639"/>
              <a:ext cx="2794793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674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11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2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20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4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18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16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1" name="직사각형 70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2" name="그룹 71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74" name="그림 73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75" name="직선 연결선 74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8" name="TextBox 77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9" name="직선 연결선 78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82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03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72" name="그림 7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774684" y="1340117"/>
            <a:ext cx="241605" cy="241605"/>
          </a:xfrm>
          <a:prstGeom prst="rect">
            <a:avLst/>
          </a:prstGeom>
        </p:spPr>
      </p:pic>
      <p:cxnSp>
        <p:nvCxnSpPr>
          <p:cNvPr id="73" name="직선 연결선 72"/>
          <p:cNvCxnSpPr/>
          <p:nvPr userDrawn="1"/>
        </p:nvCxnSpPr>
        <p:spPr>
          <a:xfrm>
            <a:off x="724677" y="1696052"/>
            <a:ext cx="2804794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295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0" name="직사각형 109"/>
          <p:cNvSpPr/>
          <p:nvPr userDrawn="1"/>
        </p:nvSpPr>
        <p:spPr>
          <a:xfrm>
            <a:off x="428877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/>
          <p:cNvGrpSpPr/>
          <p:nvPr userDrawn="1"/>
        </p:nvGrpSpPr>
        <p:grpSpPr>
          <a:xfrm>
            <a:off x="6659011" y="6039570"/>
            <a:ext cx="251810" cy="228918"/>
            <a:chOff x="2593334" y="2432595"/>
            <a:chExt cx="189188" cy="189188"/>
          </a:xfrm>
        </p:grpSpPr>
        <p:pic>
          <p:nvPicPr>
            <p:cNvPr id="112" name="그림 111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113" name="그림 112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114" name="직선 연결선 113"/>
          <p:cNvCxnSpPr/>
          <p:nvPr userDrawn="1"/>
        </p:nvCxnSpPr>
        <p:spPr>
          <a:xfrm>
            <a:off x="539647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연결선 114"/>
          <p:cNvCxnSpPr/>
          <p:nvPr userDrawn="1"/>
        </p:nvCxnSpPr>
        <p:spPr>
          <a:xfrm>
            <a:off x="647894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 userDrawn="1"/>
        </p:nvSpPr>
        <p:spPr>
          <a:xfrm>
            <a:off x="441194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17" name="TextBox 116"/>
          <p:cNvSpPr txBox="1"/>
          <p:nvPr userDrawn="1"/>
        </p:nvSpPr>
        <p:spPr>
          <a:xfrm>
            <a:off x="549858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18" name="직선 연결선 117"/>
          <p:cNvCxnSpPr/>
          <p:nvPr userDrawn="1"/>
        </p:nvCxnSpPr>
        <p:spPr>
          <a:xfrm>
            <a:off x="428876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17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6" name="직사각형 85"/>
          <p:cNvSpPr/>
          <p:nvPr userDrawn="1"/>
        </p:nvSpPr>
        <p:spPr>
          <a:xfrm>
            <a:off x="726420" y="5912867"/>
            <a:ext cx="2803052" cy="4526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7" name="그룹 86"/>
          <p:cNvGrpSpPr/>
          <p:nvPr userDrawn="1"/>
        </p:nvGrpSpPr>
        <p:grpSpPr>
          <a:xfrm>
            <a:off x="3096661" y="6039570"/>
            <a:ext cx="251810" cy="228918"/>
            <a:chOff x="2593334" y="2432595"/>
            <a:chExt cx="189188" cy="189188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34" y="2432595"/>
              <a:ext cx="189182" cy="189182"/>
            </a:xfrm>
            <a:prstGeom prst="rect">
              <a:avLst/>
            </a:prstGeom>
          </p:spPr>
        </p:pic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3340" y="2432601"/>
              <a:ext cx="189182" cy="189182"/>
            </a:xfrm>
            <a:prstGeom prst="rect">
              <a:avLst/>
            </a:prstGeom>
          </p:spPr>
        </p:pic>
      </p:grpSp>
      <p:cxnSp>
        <p:nvCxnSpPr>
          <p:cNvPr id="90" name="직선 연결선 89"/>
          <p:cNvCxnSpPr/>
          <p:nvPr userDrawn="1"/>
        </p:nvCxnSpPr>
        <p:spPr>
          <a:xfrm>
            <a:off x="1834129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 userDrawn="1"/>
        </p:nvCxnSpPr>
        <p:spPr>
          <a:xfrm>
            <a:off x="2916598" y="5921824"/>
            <a:ext cx="0" cy="44890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 userDrawn="1"/>
        </p:nvSpPr>
        <p:spPr>
          <a:xfrm>
            <a:off x="849598" y="6024828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장바구니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93" name="TextBox 92"/>
          <p:cNvSpPr txBox="1"/>
          <p:nvPr userDrawn="1"/>
        </p:nvSpPr>
        <p:spPr>
          <a:xfrm>
            <a:off x="1936234" y="6031661"/>
            <a:ext cx="8663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ko-KR" altLang="en-US" sz="800" b="1" dirty="0" err="1">
                <a:solidFill>
                  <a:prstClr val="black"/>
                </a:solidFill>
                <a:latin typeface="맑은 고딕" panose="020B0503020000020004" pitchFamily="50" charset="-127"/>
              </a:rPr>
              <a:t>바로구매</a:t>
            </a:r>
            <a:endParaRPr lang="en-US" altLang="ko-KR" sz="800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94" name="직선 연결선 93"/>
          <p:cNvCxnSpPr/>
          <p:nvPr userDrawn="1"/>
        </p:nvCxnSpPr>
        <p:spPr>
          <a:xfrm>
            <a:off x="726418" y="5912867"/>
            <a:ext cx="280305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5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40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41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42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43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53" name="직사각형 52"/>
          <p:cNvSpPr/>
          <p:nvPr userDrawn="1"/>
        </p:nvSpPr>
        <p:spPr>
          <a:xfrm>
            <a:off x="71923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74" name="Status Bar"/>
          <p:cNvGrpSpPr/>
          <p:nvPr userDrawn="1"/>
        </p:nvGrpSpPr>
        <p:grpSpPr>
          <a:xfrm>
            <a:off x="719231" y="1022752"/>
            <a:ext cx="2816589" cy="186517"/>
            <a:chOff x="602120" y="1268402"/>
            <a:chExt cx="2279565" cy="152400"/>
          </a:xfrm>
        </p:grpSpPr>
        <p:sp>
          <p:nvSpPr>
            <p:cNvPr id="75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7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84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8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82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79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80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5" name="직사각형 94"/>
          <p:cNvSpPr/>
          <p:nvPr userDrawn="1"/>
        </p:nvSpPr>
        <p:spPr>
          <a:xfrm>
            <a:off x="4281582" y="1021661"/>
            <a:ext cx="2816589" cy="53632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3" name="Status Bar"/>
          <p:cNvGrpSpPr/>
          <p:nvPr userDrawn="1"/>
        </p:nvGrpSpPr>
        <p:grpSpPr>
          <a:xfrm>
            <a:off x="4281581" y="1022752"/>
            <a:ext cx="2816589" cy="186517"/>
            <a:chOff x="602120" y="1268402"/>
            <a:chExt cx="2279565" cy="152400"/>
          </a:xfrm>
        </p:grpSpPr>
        <p:sp>
          <p:nvSpPr>
            <p:cNvPr id="24" name="System Bar Container"/>
            <p:cNvSpPr>
              <a:spLocks noChangeArrowheads="1"/>
            </p:cNvSpPr>
            <p:nvPr/>
          </p:nvSpPr>
          <p:spPr bwMode="auto">
            <a:xfrm>
              <a:off x="602120" y="1268402"/>
              <a:ext cx="2279565" cy="1524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5" name="Time"/>
            <p:cNvSpPr>
              <a:spLocks noChangeAspect="1" noEditPoints="1"/>
            </p:cNvSpPr>
            <p:nvPr/>
          </p:nvSpPr>
          <p:spPr bwMode="auto">
            <a:xfrm>
              <a:off x="2626121" y="1314082"/>
              <a:ext cx="193854" cy="61041"/>
            </a:xfrm>
            <a:custGeom>
              <a:avLst/>
              <a:gdLst>
                <a:gd name="T0" fmla="*/ 10 w 122"/>
                <a:gd name="T1" fmla="*/ 6 h 38"/>
                <a:gd name="T2" fmla="*/ 14 w 122"/>
                <a:gd name="T3" fmla="*/ 0 h 38"/>
                <a:gd name="T4" fmla="*/ 52 w 122"/>
                <a:gd name="T5" fmla="*/ 37 h 38"/>
                <a:gd name="T6" fmla="*/ 40 w 122"/>
                <a:gd name="T7" fmla="*/ 20 h 38"/>
                <a:gd name="T8" fmla="*/ 46 w 122"/>
                <a:gd name="T9" fmla="*/ 12 h 38"/>
                <a:gd name="T10" fmla="*/ 44 w 122"/>
                <a:gd name="T11" fmla="*/ 5 h 38"/>
                <a:gd name="T12" fmla="*/ 36 w 122"/>
                <a:gd name="T13" fmla="*/ 4 h 38"/>
                <a:gd name="T14" fmla="*/ 32 w 122"/>
                <a:gd name="T15" fmla="*/ 11 h 38"/>
                <a:gd name="T16" fmla="*/ 30 w 122"/>
                <a:gd name="T17" fmla="*/ 3 h 38"/>
                <a:gd name="T18" fmla="*/ 44 w 122"/>
                <a:gd name="T19" fmla="*/ 0 h 38"/>
                <a:gd name="T20" fmla="*/ 51 w 122"/>
                <a:gd name="T21" fmla="*/ 9 h 38"/>
                <a:gd name="T22" fmla="*/ 46 w 122"/>
                <a:gd name="T23" fmla="*/ 19 h 38"/>
                <a:gd name="T24" fmla="*/ 52 w 122"/>
                <a:gd name="T25" fmla="*/ 33 h 38"/>
                <a:gd name="T26" fmla="*/ 58 w 122"/>
                <a:gd name="T27" fmla="*/ 33 h 38"/>
                <a:gd name="T28" fmla="*/ 63 w 122"/>
                <a:gd name="T29" fmla="*/ 35 h 38"/>
                <a:gd name="T30" fmla="*/ 58 w 122"/>
                <a:gd name="T31" fmla="*/ 36 h 38"/>
                <a:gd name="T32" fmla="*/ 58 w 122"/>
                <a:gd name="T33" fmla="*/ 10 h 38"/>
                <a:gd name="T34" fmla="*/ 63 w 122"/>
                <a:gd name="T35" fmla="*/ 12 h 38"/>
                <a:gd name="T36" fmla="*/ 58 w 122"/>
                <a:gd name="T37" fmla="*/ 14 h 38"/>
                <a:gd name="T38" fmla="*/ 80 w 122"/>
                <a:gd name="T39" fmla="*/ 16 h 38"/>
                <a:gd name="T40" fmla="*/ 87 w 122"/>
                <a:gd name="T41" fmla="*/ 12 h 38"/>
                <a:gd name="T42" fmla="*/ 81 w 122"/>
                <a:gd name="T43" fmla="*/ 3 h 38"/>
                <a:gd name="T44" fmla="*/ 75 w 122"/>
                <a:gd name="T45" fmla="*/ 7 h 38"/>
                <a:gd name="T46" fmla="*/ 70 w 122"/>
                <a:gd name="T47" fmla="*/ 6 h 38"/>
                <a:gd name="T48" fmla="*/ 81 w 122"/>
                <a:gd name="T49" fmla="*/ 0 h 38"/>
                <a:gd name="T50" fmla="*/ 91 w 122"/>
                <a:gd name="T51" fmla="*/ 5 h 38"/>
                <a:gd name="T52" fmla="*/ 91 w 122"/>
                <a:gd name="T53" fmla="*/ 14 h 38"/>
                <a:gd name="T54" fmla="*/ 89 w 122"/>
                <a:gd name="T55" fmla="*/ 20 h 38"/>
                <a:gd name="T56" fmla="*/ 93 w 122"/>
                <a:gd name="T57" fmla="*/ 27 h 38"/>
                <a:gd name="T58" fmla="*/ 85 w 122"/>
                <a:gd name="T59" fmla="*/ 37 h 38"/>
                <a:gd name="T60" fmla="*/ 73 w 122"/>
                <a:gd name="T61" fmla="*/ 35 h 38"/>
                <a:gd name="T62" fmla="*/ 74 w 122"/>
                <a:gd name="T63" fmla="*/ 27 h 38"/>
                <a:gd name="T64" fmla="*/ 78 w 122"/>
                <a:gd name="T65" fmla="*/ 33 h 38"/>
                <a:gd name="T66" fmla="*/ 86 w 122"/>
                <a:gd name="T67" fmla="*/ 32 h 38"/>
                <a:gd name="T68" fmla="*/ 87 w 122"/>
                <a:gd name="T69" fmla="*/ 24 h 38"/>
                <a:gd name="T70" fmla="*/ 80 w 122"/>
                <a:gd name="T71" fmla="*/ 20 h 38"/>
                <a:gd name="T72" fmla="*/ 122 w 122"/>
                <a:gd name="T73" fmla="*/ 21 h 38"/>
                <a:gd name="T74" fmla="*/ 115 w 122"/>
                <a:gd name="T75" fmla="*/ 37 h 38"/>
                <a:gd name="T76" fmla="*/ 102 w 122"/>
                <a:gd name="T77" fmla="*/ 34 h 38"/>
                <a:gd name="T78" fmla="*/ 99 w 122"/>
                <a:gd name="T79" fmla="*/ 16 h 38"/>
                <a:gd name="T80" fmla="*/ 106 w 122"/>
                <a:gd name="T81" fmla="*/ 0 h 38"/>
                <a:gd name="T82" fmla="*/ 119 w 122"/>
                <a:gd name="T83" fmla="*/ 3 h 38"/>
                <a:gd name="T84" fmla="*/ 122 w 122"/>
                <a:gd name="T85" fmla="*/ 21 h 38"/>
                <a:gd name="T86" fmla="*/ 116 w 122"/>
                <a:gd name="T87" fmla="*/ 6 h 38"/>
                <a:gd name="T88" fmla="*/ 108 w 122"/>
                <a:gd name="T89" fmla="*/ 4 h 38"/>
                <a:gd name="T90" fmla="*/ 104 w 122"/>
                <a:gd name="T91" fmla="*/ 15 h 38"/>
                <a:gd name="T92" fmla="*/ 105 w 122"/>
                <a:gd name="T93" fmla="*/ 31 h 38"/>
                <a:gd name="T94" fmla="*/ 114 w 122"/>
                <a:gd name="T95" fmla="*/ 33 h 38"/>
                <a:gd name="T96" fmla="*/ 117 w 122"/>
                <a:gd name="T97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38">
                  <a:moveTo>
                    <a:pt x="14" y="37"/>
                  </a:moveTo>
                  <a:cubicBezTo>
                    <a:pt x="10" y="37"/>
                    <a:pt x="10" y="37"/>
                    <a:pt x="10" y="37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14" y="0"/>
                    <a:pt x="14" y="0"/>
                  </a:cubicBezTo>
                  <a:lnTo>
                    <a:pt x="14" y="37"/>
                  </a:lnTo>
                  <a:close/>
                  <a:moveTo>
                    <a:pt x="52" y="37"/>
                  </a:moveTo>
                  <a:cubicBezTo>
                    <a:pt x="28" y="37"/>
                    <a:pt x="28" y="37"/>
                    <a:pt x="28" y="37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40" y="20"/>
                    <a:pt x="40" y="20"/>
                    <a:pt x="40" y="20"/>
                  </a:cubicBezTo>
                  <a:cubicBezTo>
                    <a:pt x="41" y="19"/>
                    <a:pt x="42" y="18"/>
                    <a:pt x="43" y="17"/>
                  </a:cubicBezTo>
                  <a:cubicBezTo>
                    <a:pt x="44" y="16"/>
                    <a:pt x="44" y="15"/>
                    <a:pt x="45" y="14"/>
                  </a:cubicBezTo>
                  <a:cubicBezTo>
                    <a:pt x="45" y="14"/>
                    <a:pt x="45" y="13"/>
                    <a:pt x="46" y="12"/>
                  </a:cubicBezTo>
                  <a:cubicBezTo>
                    <a:pt x="46" y="11"/>
                    <a:pt x="46" y="11"/>
                    <a:pt x="46" y="10"/>
                  </a:cubicBezTo>
                  <a:cubicBezTo>
                    <a:pt x="46" y="9"/>
                    <a:pt x="46" y="8"/>
                    <a:pt x="45" y="7"/>
                  </a:cubicBezTo>
                  <a:cubicBezTo>
                    <a:pt x="45" y="7"/>
                    <a:pt x="45" y="6"/>
                    <a:pt x="44" y="5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3"/>
                    <a:pt x="37" y="4"/>
                    <a:pt x="36" y="4"/>
                  </a:cubicBezTo>
                  <a:cubicBezTo>
                    <a:pt x="35" y="4"/>
                    <a:pt x="34" y="5"/>
                    <a:pt x="34" y="5"/>
                  </a:cubicBezTo>
                  <a:cubicBezTo>
                    <a:pt x="33" y="6"/>
                    <a:pt x="33" y="7"/>
                    <a:pt x="32" y="8"/>
                  </a:cubicBezTo>
                  <a:cubicBezTo>
                    <a:pt x="32" y="9"/>
                    <a:pt x="32" y="10"/>
                    <a:pt x="32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9"/>
                    <a:pt x="28" y="8"/>
                    <a:pt x="28" y="7"/>
                  </a:cubicBezTo>
                  <a:cubicBezTo>
                    <a:pt x="29" y="5"/>
                    <a:pt x="29" y="4"/>
                    <a:pt x="30" y="3"/>
                  </a:cubicBezTo>
                  <a:cubicBezTo>
                    <a:pt x="31" y="2"/>
                    <a:pt x="33" y="1"/>
                    <a:pt x="34" y="0"/>
                  </a:cubicBezTo>
                  <a:cubicBezTo>
                    <a:pt x="36" y="0"/>
                    <a:pt x="37" y="0"/>
                    <a:pt x="39" y="0"/>
                  </a:cubicBezTo>
                  <a:cubicBezTo>
                    <a:pt x="41" y="0"/>
                    <a:pt x="43" y="0"/>
                    <a:pt x="44" y="0"/>
                  </a:cubicBezTo>
                  <a:cubicBezTo>
                    <a:pt x="45" y="1"/>
                    <a:pt x="47" y="1"/>
                    <a:pt x="48" y="2"/>
                  </a:cubicBezTo>
                  <a:cubicBezTo>
                    <a:pt x="49" y="3"/>
                    <a:pt x="49" y="4"/>
                    <a:pt x="50" y="5"/>
                  </a:cubicBezTo>
                  <a:cubicBezTo>
                    <a:pt x="50" y="7"/>
                    <a:pt x="51" y="8"/>
                    <a:pt x="51" y="9"/>
                  </a:cubicBezTo>
                  <a:cubicBezTo>
                    <a:pt x="51" y="11"/>
                    <a:pt x="50" y="12"/>
                    <a:pt x="50" y="13"/>
                  </a:cubicBezTo>
                  <a:cubicBezTo>
                    <a:pt x="50" y="14"/>
                    <a:pt x="49" y="15"/>
                    <a:pt x="48" y="16"/>
                  </a:cubicBezTo>
                  <a:cubicBezTo>
                    <a:pt x="48" y="17"/>
                    <a:pt x="47" y="18"/>
                    <a:pt x="46" y="19"/>
                  </a:cubicBezTo>
                  <a:cubicBezTo>
                    <a:pt x="45" y="20"/>
                    <a:pt x="45" y="21"/>
                    <a:pt x="44" y="22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52" y="33"/>
                    <a:pt x="52" y="33"/>
                    <a:pt x="52" y="33"/>
                  </a:cubicBezTo>
                  <a:lnTo>
                    <a:pt x="52" y="37"/>
                  </a:lnTo>
                  <a:close/>
                  <a:moveTo>
                    <a:pt x="58" y="35"/>
                  </a:moveTo>
                  <a:cubicBezTo>
                    <a:pt x="58" y="34"/>
                    <a:pt x="58" y="33"/>
                    <a:pt x="58" y="33"/>
                  </a:cubicBezTo>
                  <a:cubicBezTo>
                    <a:pt x="59" y="32"/>
                    <a:pt x="59" y="32"/>
                    <a:pt x="60" y="32"/>
                  </a:cubicBezTo>
                  <a:cubicBezTo>
                    <a:pt x="61" y="32"/>
                    <a:pt x="62" y="32"/>
                    <a:pt x="63" y="33"/>
                  </a:cubicBezTo>
                  <a:cubicBezTo>
                    <a:pt x="63" y="33"/>
                    <a:pt x="63" y="34"/>
                    <a:pt x="63" y="35"/>
                  </a:cubicBezTo>
                  <a:cubicBezTo>
                    <a:pt x="63" y="35"/>
                    <a:pt x="63" y="36"/>
                    <a:pt x="63" y="36"/>
                  </a:cubicBezTo>
                  <a:cubicBezTo>
                    <a:pt x="62" y="37"/>
                    <a:pt x="61" y="37"/>
                    <a:pt x="60" y="37"/>
                  </a:cubicBezTo>
                  <a:cubicBezTo>
                    <a:pt x="59" y="37"/>
                    <a:pt x="59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lose/>
                  <a:moveTo>
                    <a:pt x="58" y="12"/>
                  </a:moveTo>
                  <a:cubicBezTo>
                    <a:pt x="58" y="11"/>
                    <a:pt x="58" y="11"/>
                    <a:pt x="58" y="10"/>
                  </a:cubicBezTo>
                  <a:cubicBezTo>
                    <a:pt x="59" y="10"/>
                    <a:pt x="59" y="9"/>
                    <a:pt x="60" y="9"/>
                  </a:cubicBezTo>
                  <a:cubicBezTo>
                    <a:pt x="61" y="9"/>
                    <a:pt x="62" y="10"/>
                    <a:pt x="63" y="10"/>
                  </a:cubicBezTo>
                  <a:cubicBezTo>
                    <a:pt x="63" y="11"/>
                    <a:pt x="63" y="11"/>
                    <a:pt x="63" y="12"/>
                  </a:cubicBezTo>
                  <a:cubicBezTo>
                    <a:pt x="63" y="13"/>
                    <a:pt x="63" y="14"/>
                    <a:pt x="63" y="14"/>
                  </a:cubicBezTo>
                  <a:cubicBezTo>
                    <a:pt x="62" y="15"/>
                    <a:pt x="61" y="15"/>
                    <a:pt x="60" y="15"/>
                  </a:cubicBezTo>
                  <a:cubicBezTo>
                    <a:pt x="59" y="15"/>
                    <a:pt x="59" y="15"/>
                    <a:pt x="58" y="14"/>
                  </a:cubicBezTo>
                  <a:cubicBezTo>
                    <a:pt x="58" y="14"/>
                    <a:pt x="58" y="13"/>
                    <a:pt x="58" y="12"/>
                  </a:cubicBezTo>
                  <a:close/>
                  <a:moveTo>
                    <a:pt x="77" y="16"/>
                  </a:moveTo>
                  <a:cubicBezTo>
                    <a:pt x="80" y="16"/>
                    <a:pt x="80" y="16"/>
                    <a:pt x="80" y="16"/>
                  </a:cubicBezTo>
                  <a:cubicBezTo>
                    <a:pt x="81" y="16"/>
                    <a:pt x="82" y="16"/>
                    <a:pt x="83" y="16"/>
                  </a:cubicBezTo>
                  <a:cubicBezTo>
                    <a:pt x="84" y="15"/>
                    <a:pt x="85" y="15"/>
                    <a:pt x="85" y="14"/>
                  </a:cubicBezTo>
                  <a:cubicBezTo>
                    <a:pt x="86" y="14"/>
                    <a:pt x="87" y="13"/>
                    <a:pt x="87" y="12"/>
                  </a:cubicBezTo>
                  <a:cubicBezTo>
                    <a:pt x="87" y="12"/>
                    <a:pt x="87" y="11"/>
                    <a:pt x="87" y="10"/>
                  </a:cubicBezTo>
                  <a:cubicBezTo>
                    <a:pt x="87" y="8"/>
                    <a:pt x="87" y="6"/>
                    <a:pt x="86" y="5"/>
                  </a:cubicBezTo>
                  <a:cubicBezTo>
                    <a:pt x="85" y="4"/>
                    <a:pt x="83" y="3"/>
                    <a:pt x="81" y="3"/>
                  </a:cubicBezTo>
                  <a:cubicBezTo>
                    <a:pt x="80" y="3"/>
                    <a:pt x="79" y="4"/>
                    <a:pt x="78" y="4"/>
                  </a:cubicBezTo>
                  <a:cubicBezTo>
                    <a:pt x="77" y="4"/>
                    <a:pt x="77" y="5"/>
                    <a:pt x="76" y="5"/>
                  </a:cubicBezTo>
                  <a:cubicBezTo>
                    <a:pt x="75" y="6"/>
                    <a:pt x="75" y="6"/>
                    <a:pt x="75" y="7"/>
                  </a:cubicBezTo>
                  <a:cubicBezTo>
                    <a:pt x="74" y="8"/>
                    <a:pt x="74" y="9"/>
                    <a:pt x="74" y="10"/>
                  </a:cubicBezTo>
                  <a:cubicBezTo>
                    <a:pt x="69" y="10"/>
                    <a:pt x="69" y="10"/>
                    <a:pt x="69" y="10"/>
                  </a:cubicBezTo>
                  <a:cubicBezTo>
                    <a:pt x="69" y="8"/>
                    <a:pt x="70" y="7"/>
                    <a:pt x="70" y="6"/>
                  </a:cubicBezTo>
                  <a:cubicBezTo>
                    <a:pt x="71" y="5"/>
                    <a:pt x="72" y="3"/>
                    <a:pt x="73" y="3"/>
                  </a:cubicBezTo>
                  <a:cubicBezTo>
                    <a:pt x="74" y="2"/>
                    <a:pt x="75" y="1"/>
                    <a:pt x="76" y="0"/>
                  </a:cubicBezTo>
                  <a:cubicBezTo>
                    <a:pt x="78" y="0"/>
                    <a:pt x="79" y="0"/>
                    <a:pt x="81" y="0"/>
                  </a:cubicBezTo>
                  <a:cubicBezTo>
                    <a:pt x="82" y="0"/>
                    <a:pt x="84" y="0"/>
                    <a:pt x="85" y="0"/>
                  </a:cubicBezTo>
                  <a:cubicBezTo>
                    <a:pt x="87" y="1"/>
                    <a:pt x="88" y="1"/>
                    <a:pt x="89" y="2"/>
                  </a:cubicBezTo>
                  <a:cubicBezTo>
                    <a:pt x="90" y="3"/>
                    <a:pt x="91" y="4"/>
                    <a:pt x="91" y="5"/>
                  </a:cubicBezTo>
                  <a:cubicBezTo>
                    <a:pt x="92" y="7"/>
                    <a:pt x="92" y="8"/>
                    <a:pt x="92" y="10"/>
                  </a:cubicBezTo>
                  <a:cubicBezTo>
                    <a:pt x="92" y="11"/>
                    <a:pt x="92" y="11"/>
                    <a:pt x="92" y="12"/>
                  </a:cubicBezTo>
                  <a:cubicBezTo>
                    <a:pt x="91" y="13"/>
                    <a:pt x="91" y="14"/>
                    <a:pt x="91" y="14"/>
                  </a:cubicBezTo>
                  <a:cubicBezTo>
                    <a:pt x="90" y="15"/>
                    <a:pt x="90" y="16"/>
                    <a:pt x="89" y="16"/>
                  </a:cubicBezTo>
                  <a:cubicBezTo>
                    <a:pt x="88" y="17"/>
                    <a:pt x="87" y="18"/>
                    <a:pt x="86" y="18"/>
                  </a:cubicBezTo>
                  <a:cubicBezTo>
                    <a:pt x="87" y="18"/>
                    <a:pt x="88" y="19"/>
                    <a:pt x="89" y="20"/>
                  </a:cubicBezTo>
                  <a:cubicBezTo>
                    <a:pt x="90" y="20"/>
                    <a:pt x="91" y="21"/>
                    <a:pt x="91" y="22"/>
                  </a:cubicBezTo>
                  <a:cubicBezTo>
                    <a:pt x="92" y="22"/>
                    <a:pt x="92" y="23"/>
                    <a:pt x="92" y="24"/>
                  </a:cubicBezTo>
                  <a:cubicBezTo>
                    <a:pt x="92" y="25"/>
                    <a:pt x="93" y="26"/>
                    <a:pt x="93" y="27"/>
                  </a:cubicBezTo>
                  <a:cubicBezTo>
                    <a:pt x="93" y="28"/>
                    <a:pt x="92" y="30"/>
                    <a:pt x="92" y="31"/>
                  </a:cubicBezTo>
                  <a:cubicBezTo>
                    <a:pt x="91" y="33"/>
                    <a:pt x="90" y="34"/>
                    <a:pt x="89" y="35"/>
                  </a:cubicBezTo>
                  <a:cubicBezTo>
                    <a:pt x="88" y="36"/>
                    <a:pt x="87" y="36"/>
                    <a:pt x="85" y="37"/>
                  </a:cubicBezTo>
                  <a:cubicBezTo>
                    <a:pt x="84" y="37"/>
                    <a:pt x="83" y="38"/>
                    <a:pt x="81" y="38"/>
                  </a:cubicBezTo>
                  <a:cubicBezTo>
                    <a:pt x="79" y="38"/>
                    <a:pt x="78" y="37"/>
                    <a:pt x="76" y="37"/>
                  </a:cubicBezTo>
                  <a:cubicBezTo>
                    <a:pt x="75" y="36"/>
                    <a:pt x="74" y="36"/>
                    <a:pt x="73" y="35"/>
                  </a:cubicBezTo>
                  <a:cubicBezTo>
                    <a:pt x="71" y="34"/>
                    <a:pt x="71" y="33"/>
                    <a:pt x="70" y="32"/>
                  </a:cubicBezTo>
                  <a:cubicBezTo>
                    <a:pt x="69" y="30"/>
                    <a:pt x="69" y="29"/>
                    <a:pt x="69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28"/>
                    <a:pt x="74" y="29"/>
                    <a:pt x="74" y="30"/>
                  </a:cubicBezTo>
                  <a:cubicBezTo>
                    <a:pt x="75" y="31"/>
                    <a:pt x="75" y="31"/>
                    <a:pt x="76" y="32"/>
                  </a:cubicBezTo>
                  <a:cubicBezTo>
                    <a:pt x="76" y="32"/>
                    <a:pt x="77" y="33"/>
                    <a:pt x="78" y="33"/>
                  </a:cubicBezTo>
                  <a:cubicBezTo>
                    <a:pt x="79" y="34"/>
                    <a:pt x="80" y="34"/>
                    <a:pt x="81" y="34"/>
                  </a:cubicBezTo>
                  <a:cubicBezTo>
                    <a:pt x="82" y="34"/>
                    <a:pt x="83" y="34"/>
                    <a:pt x="84" y="33"/>
                  </a:cubicBezTo>
                  <a:cubicBezTo>
                    <a:pt x="85" y="33"/>
                    <a:pt x="85" y="33"/>
                    <a:pt x="86" y="32"/>
                  </a:cubicBezTo>
                  <a:cubicBezTo>
                    <a:pt x="87" y="31"/>
                    <a:pt x="87" y="31"/>
                    <a:pt x="87" y="30"/>
                  </a:cubicBezTo>
                  <a:cubicBezTo>
                    <a:pt x="88" y="29"/>
                    <a:pt x="88" y="28"/>
                    <a:pt x="88" y="27"/>
                  </a:cubicBezTo>
                  <a:cubicBezTo>
                    <a:pt x="88" y="26"/>
                    <a:pt x="88" y="25"/>
                    <a:pt x="87" y="24"/>
                  </a:cubicBezTo>
                  <a:cubicBezTo>
                    <a:pt x="87" y="23"/>
                    <a:pt x="86" y="22"/>
                    <a:pt x="86" y="22"/>
                  </a:cubicBezTo>
                  <a:cubicBezTo>
                    <a:pt x="85" y="21"/>
                    <a:pt x="84" y="21"/>
                    <a:pt x="83" y="20"/>
                  </a:cubicBezTo>
                  <a:cubicBezTo>
                    <a:pt x="82" y="20"/>
                    <a:pt x="81" y="20"/>
                    <a:pt x="80" y="20"/>
                  </a:cubicBezTo>
                  <a:cubicBezTo>
                    <a:pt x="77" y="20"/>
                    <a:pt x="77" y="20"/>
                    <a:pt x="77" y="20"/>
                  </a:cubicBezTo>
                  <a:lnTo>
                    <a:pt x="77" y="16"/>
                  </a:lnTo>
                  <a:close/>
                  <a:moveTo>
                    <a:pt x="122" y="21"/>
                  </a:moveTo>
                  <a:cubicBezTo>
                    <a:pt x="122" y="24"/>
                    <a:pt x="122" y="27"/>
                    <a:pt x="121" y="29"/>
                  </a:cubicBezTo>
                  <a:cubicBezTo>
                    <a:pt x="121" y="31"/>
                    <a:pt x="120" y="33"/>
                    <a:pt x="119" y="34"/>
                  </a:cubicBezTo>
                  <a:cubicBezTo>
                    <a:pt x="118" y="35"/>
                    <a:pt x="117" y="36"/>
                    <a:pt x="115" y="37"/>
                  </a:cubicBezTo>
                  <a:cubicBezTo>
                    <a:pt x="114" y="37"/>
                    <a:pt x="112" y="38"/>
                    <a:pt x="111" y="38"/>
                  </a:cubicBezTo>
                  <a:cubicBezTo>
                    <a:pt x="109" y="38"/>
                    <a:pt x="107" y="37"/>
                    <a:pt x="106" y="37"/>
                  </a:cubicBezTo>
                  <a:cubicBezTo>
                    <a:pt x="104" y="36"/>
                    <a:pt x="103" y="35"/>
                    <a:pt x="102" y="34"/>
                  </a:cubicBezTo>
                  <a:cubicBezTo>
                    <a:pt x="101" y="33"/>
                    <a:pt x="100" y="31"/>
                    <a:pt x="100" y="29"/>
                  </a:cubicBezTo>
                  <a:cubicBezTo>
                    <a:pt x="99" y="27"/>
                    <a:pt x="99" y="24"/>
                    <a:pt x="99" y="21"/>
                  </a:cubicBezTo>
                  <a:cubicBezTo>
                    <a:pt x="99" y="16"/>
                    <a:pt x="99" y="16"/>
                    <a:pt x="99" y="16"/>
                  </a:cubicBezTo>
                  <a:cubicBezTo>
                    <a:pt x="99" y="13"/>
                    <a:pt x="99" y="10"/>
                    <a:pt x="100" y="8"/>
                  </a:cubicBezTo>
                  <a:cubicBezTo>
                    <a:pt x="100" y="6"/>
                    <a:pt x="101" y="4"/>
                    <a:pt x="102" y="3"/>
                  </a:cubicBezTo>
                  <a:cubicBezTo>
                    <a:pt x="103" y="2"/>
                    <a:pt x="104" y="1"/>
                    <a:pt x="106" y="0"/>
                  </a:cubicBezTo>
                  <a:cubicBezTo>
                    <a:pt x="107" y="0"/>
                    <a:pt x="109" y="0"/>
                    <a:pt x="110" y="0"/>
                  </a:cubicBezTo>
                  <a:cubicBezTo>
                    <a:pt x="112" y="0"/>
                    <a:pt x="114" y="0"/>
                    <a:pt x="115" y="0"/>
                  </a:cubicBezTo>
                  <a:cubicBezTo>
                    <a:pt x="117" y="1"/>
                    <a:pt x="118" y="2"/>
                    <a:pt x="119" y="3"/>
                  </a:cubicBezTo>
                  <a:cubicBezTo>
                    <a:pt x="120" y="4"/>
                    <a:pt x="121" y="6"/>
                    <a:pt x="121" y="8"/>
                  </a:cubicBezTo>
                  <a:cubicBezTo>
                    <a:pt x="122" y="10"/>
                    <a:pt x="122" y="13"/>
                    <a:pt x="122" y="16"/>
                  </a:cubicBezTo>
                  <a:lnTo>
                    <a:pt x="122" y="21"/>
                  </a:lnTo>
                  <a:close/>
                  <a:moveTo>
                    <a:pt x="117" y="15"/>
                  </a:moveTo>
                  <a:cubicBezTo>
                    <a:pt x="117" y="13"/>
                    <a:pt x="117" y="11"/>
                    <a:pt x="117" y="10"/>
                  </a:cubicBezTo>
                  <a:cubicBezTo>
                    <a:pt x="117" y="8"/>
                    <a:pt x="116" y="7"/>
                    <a:pt x="116" y="6"/>
                  </a:cubicBezTo>
                  <a:cubicBezTo>
                    <a:pt x="115" y="5"/>
                    <a:pt x="114" y="4"/>
                    <a:pt x="114" y="4"/>
                  </a:cubicBezTo>
                  <a:cubicBezTo>
                    <a:pt x="113" y="4"/>
                    <a:pt x="112" y="3"/>
                    <a:pt x="110" y="3"/>
                  </a:cubicBezTo>
                  <a:cubicBezTo>
                    <a:pt x="109" y="3"/>
                    <a:pt x="108" y="4"/>
                    <a:pt x="108" y="4"/>
                  </a:cubicBezTo>
                  <a:cubicBezTo>
                    <a:pt x="107" y="4"/>
                    <a:pt x="106" y="5"/>
                    <a:pt x="105" y="6"/>
                  </a:cubicBezTo>
                  <a:cubicBezTo>
                    <a:pt x="105" y="7"/>
                    <a:pt x="104" y="8"/>
                    <a:pt x="104" y="10"/>
                  </a:cubicBezTo>
                  <a:cubicBezTo>
                    <a:pt x="104" y="11"/>
                    <a:pt x="104" y="13"/>
                    <a:pt x="104" y="15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24"/>
                    <a:pt x="104" y="26"/>
                    <a:pt x="104" y="27"/>
                  </a:cubicBezTo>
                  <a:cubicBezTo>
                    <a:pt x="104" y="29"/>
                    <a:pt x="105" y="30"/>
                    <a:pt x="105" y="31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9" y="34"/>
                    <a:pt x="111" y="34"/>
                  </a:cubicBezTo>
                  <a:cubicBezTo>
                    <a:pt x="112" y="34"/>
                    <a:pt x="113" y="33"/>
                    <a:pt x="114" y="33"/>
                  </a:cubicBezTo>
                  <a:cubicBezTo>
                    <a:pt x="114" y="33"/>
                    <a:pt x="115" y="32"/>
                    <a:pt x="116" y="31"/>
                  </a:cubicBezTo>
                  <a:cubicBezTo>
                    <a:pt x="116" y="30"/>
                    <a:pt x="117" y="29"/>
                    <a:pt x="117" y="27"/>
                  </a:cubicBezTo>
                  <a:cubicBezTo>
                    <a:pt x="117" y="26"/>
                    <a:pt x="117" y="24"/>
                    <a:pt x="117" y="22"/>
                  </a:cubicBezTo>
                  <a:lnTo>
                    <a:pt x="117" y="1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26" name="Battery"/>
            <p:cNvGrpSpPr>
              <a:grpSpLocks noChangeAspect="1"/>
            </p:cNvGrpSpPr>
            <p:nvPr/>
          </p:nvGrpSpPr>
          <p:grpSpPr>
            <a:xfrm>
              <a:off x="2513769" y="1302974"/>
              <a:ext cx="50747" cy="83257"/>
              <a:chOff x="5721732" y="4486242"/>
              <a:chExt cx="50747" cy="83257"/>
            </a:xfrm>
          </p:grpSpPr>
          <p:sp>
            <p:nvSpPr>
              <p:cNvPr id="33" name="Battery Part 1"/>
              <p:cNvSpPr>
                <a:spLocks/>
              </p:cNvSpPr>
              <p:nvPr/>
            </p:nvSpPr>
            <p:spPr bwMode="auto">
              <a:xfrm>
                <a:off x="5721732" y="4486242"/>
                <a:ext cx="50747" cy="45990"/>
              </a:xfrm>
              <a:custGeom>
                <a:avLst/>
                <a:gdLst>
                  <a:gd name="T0" fmla="*/ 282 w 282"/>
                  <a:gd name="T1" fmla="*/ 76 h 252"/>
                  <a:gd name="T2" fmla="*/ 245 w 282"/>
                  <a:gd name="T3" fmla="*/ 46 h 252"/>
                  <a:gd name="T4" fmla="*/ 197 w 282"/>
                  <a:gd name="T5" fmla="*/ 46 h 252"/>
                  <a:gd name="T6" fmla="*/ 197 w 282"/>
                  <a:gd name="T7" fmla="*/ 0 h 252"/>
                  <a:gd name="T8" fmla="*/ 85 w 282"/>
                  <a:gd name="T9" fmla="*/ 0 h 252"/>
                  <a:gd name="T10" fmla="*/ 85 w 282"/>
                  <a:gd name="T11" fmla="*/ 46 h 252"/>
                  <a:gd name="T12" fmla="*/ 37 w 282"/>
                  <a:gd name="T13" fmla="*/ 46 h 252"/>
                  <a:gd name="T14" fmla="*/ 0 w 282"/>
                  <a:gd name="T15" fmla="*/ 76 h 252"/>
                  <a:gd name="T16" fmla="*/ 0 w 282"/>
                  <a:gd name="T17" fmla="*/ 252 h 252"/>
                  <a:gd name="T18" fmla="*/ 282 w 282"/>
                  <a:gd name="T19" fmla="*/ 252 h 252"/>
                  <a:gd name="T20" fmla="*/ 282 w 282"/>
                  <a:gd name="T21" fmla="*/ 7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2" h="252">
                    <a:moveTo>
                      <a:pt x="282" y="76"/>
                    </a:moveTo>
                    <a:cubicBezTo>
                      <a:pt x="282" y="59"/>
                      <a:pt x="265" y="46"/>
                      <a:pt x="245" y="46"/>
                    </a:cubicBezTo>
                    <a:lnTo>
                      <a:pt x="197" y="46"/>
                    </a:lnTo>
                    <a:lnTo>
                      <a:pt x="197" y="0"/>
                    </a:lnTo>
                    <a:lnTo>
                      <a:pt x="85" y="0"/>
                    </a:lnTo>
                    <a:lnTo>
                      <a:pt x="85" y="46"/>
                    </a:lnTo>
                    <a:lnTo>
                      <a:pt x="37" y="46"/>
                    </a:lnTo>
                    <a:cubicBezTo>
                      <a:pt x="17" y="46"/>
                      <a:pt x="0" y="59"/>
                      <a:pt x="0" y="76"/>
                    </a:cubicBezTo>
                    <a:lnTo>
                      <a:pt x="0" y="252"/>
                    </a:lnTo>
                    <a:lnTo>
                      <a:pt x="282" y="252"/>
                    </a:lnTo>
                    <a:lnTo>
                      <a:pt x="282" y="76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Battery Part 2"/>
              <p:cNvSpPr>
                <a:spLocks/>
              </p:cNvSpPr>
              <p:nvPr/>
            </p:nvSpPr>
            <p:spPr bwMode="auto">
              <a:xfrm>
                <a:off x="5721732" y="4532231"/>
                <a:ext cx="50747" cy="37268"/>
              </a:xfrm>
              <a:custGeom>
                <a:avLst/>
                <a:gdLst>
                  <a:gd name="T0" fmla="*/ 0 w 282"/>
                  <a:gd name="T1" fmla="*/ 0 h 206"/>
                  <a:gd name="T2" fmla="*/ 0 w 282"/>
                  <a:gd name="T3" fmla="*/ 176 h 206"/>
                  <a:gd name="T4" fmla="*/ 37 w 282"/>
                  <a:gd name="T5" fmla="*/ 206 h 206"/>
                  <a:gd name="T6" fmla="*/ 244 w 282"/>
                  <a:gd name="T7" fmla="*/ 206 h 206"/>
                  <a:gd name="T8" fmla="*/ 282 w 282"/>
                  <a:gd name="T9" fmla="*/ 176 h 206"/>
                  <a:gd name="T10" fmla="*/ 282 w 282"/>
                  <a:gd name="T11" fmla="*/ 0 h 206"/>
                  <a:gd name="T12" fmla="*/ 0 w 282"/>
                  <a:gd name="T13" fmla="*/ 0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82" h="206">
                    <a:moveTo>
                      <a:pt x="0" y="0"/>
                    </a:moveTo>
                    <a:lnTo>
                      <a:pt x="0" y="176"/>
                    </a:lnTo>
                    <a:cubicBezTo>
                      <a:pt x="0" y="193"/>
                      <a:pt x="17" y="206"/>
                      <a:pt x="37" y="206"/>
                    </a:cubicBezTo>
                    <a:lnTo>
                      <a:pt x="244" y="206"/>
                    </a:lnTo>
                    <a:cubicBezTo>
                      <a:pt x="265" y="206"/>
                      <a:pt x="282" y="193"/>
                      <a:pt x="282" y="176"/>
                    </a:cubicBezTo>
                    <a:lnTo>
                      <a:pt x="28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7" name="Signal Strength"/>
            <p:cNvGrpSpPr>
              <a:grpSpLocks noChangeAspect="1"/>
            </p:cNvGrpSpPr>
            <p:nvPr/>
          </p:nvGrpSpPr>
          <p:grpSpPr>
            <a:xfrm>
              <a:off x="2348841" y="1306145"/>
              <a:ext cx="76121" cy="76915"/>
              <a:chOff x="5556804" y="4492585"/>
              <a:chExt cx="76121" cy="76915"/>
            </a:xfrm>
          </p:grpSpPr>
          <p:sp>
            <p:nvSpPr>
              <p:cNvPr id="31" name="Signal Strength Part 1"/>
              <p:cNvSpPr>
                <a:spLocks/>
              </p:cNvSpPr>
              <p:nvPr/>
            </p:nvSpPr>
            <p:spPr bwMode="auto">
              <a:xfrm>
                <a:off x="5602001" y="4492585"/>
                <a:ext cx="30924" cy="76914"/>
              </a:xfrm>
              <a:custGeom>
                <a:avLst/>
                <a:gdLst>
                  <a:gd name="T0" fmla="*/ 39 w 39"/>
                  <a:gd name="T1" fmla="*/ 0 h 97"/>
                  <a:gd name="T2" fmla="*/ 0 w 39"/>
                  <a:gd name="T3" fmla="*/ 39 h 97"/>
                  <a:gd name="T4" fmla="*/ 0 w 39"/>
                  <a:gd name="T5" fmla="*/ 97 h 97"/>
                  <a:gd name="T6" fmla="*/ 39 w 39"/>
                  <a:gd name="T7" fmla="*/ 97 h 97"/>
                  <a:gd name="T8" fmla="*/ 39 w 39"/>
                  <a:gd name="T9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97">
                    <a:moveTo>
                      <a:pt x="39" y="0"/>
                    </a:moveTo>
                    <a:lnTo>
                      <a:pt x="0" y="39"/>
                    </a:lnTo>
                    <a:lnTo>
                      <a:pt x="0" y="97"/>
                    </a:lnTo>
                    <a:lnTo>
                      <a:pt x="39" y="97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2" name="Signal Strength Part 2"/>
              <p:cNvSpPr>
                <a:spLocks/>
              </p:cNvSpPr>
              <p:nvPr/>
            </p:nvSpPr>
            <p:spPr bwMode="auto">
              <a:xfrm>
                <a:off x="5556804" y="4523510"/>
                <a:ext cx="45197" cy="45990"/>
              </a:xfrm>
              <a:custGeom>
                <a:avLst/>
                <a:gdLst>
                  <a:gd name="T0" fmla="*/ 0 w 254"/>
                  <a:gd name="T1" fmla="*/ 254 h 254"/>
                  <a:gd name="T2" fmla="*/ 254 w 254"/>
                  <a:gd name="T3" fmla="*/ 254 h 254"/>
                  <a:gd name="T4" fmla="*/ 254 w 254"/>
                  <a:gd name="T5" fmla="*/ 0 h 254"/>
                  <a:gd name="T6" fmla="*/ 0 w 254"/>
                  <a:gd name="T7" fmla="*/ 254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4" h="254">
                    <a:moveTo>
                      <a:pt x="0" y="254"/>
                    </a:moveTo>
                    <a:lnTo>
                      <a:pt x="254" y="254"/>
                    </a:lnTo>
                    <a:lnTo>
                      <a:pt x="254" y="0"/>
                    </a:lnTo>
                    <a:lnTo>
                      <a:pt x="0" y="254"/>
                    </a:ln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28" name="WiFi"/>
            <p:cNvGrpSpPr>
              <a:grpSpLocks noChangeAspect="1"/>
            </p:cNvGrpSpPr>
            <p:nvPr/>
          </p:nvGrpSpPr>
          <p:grpSpPr>
            <a:xfrm>
              <a:off x="2189463" y="1308921"/>
              <a:ext cx="89601" cy="71363"/>
              <a:chOff x="5397426" y="4495757"/>
              <a:chExt cx="89601" cy="71363"/>
            </a:xfrm>
          </p:grpSpPr>
          <p:sp>
            <p:nvSpPr>
              <p:cNvPr id="29" name="WiFi Part 1"/>
              <p:cNvSpPr>
                <a:spLocks/>
              </p:cNvSpPr>
              <p:nvPr/>
            </p:nvSpPr>
            <p:spPr bwMode="auto">
              <a:xfrm>
                <a:off x="5397426" y="4495757"/>
                <a:ext cx="89601" cy="31717"/>
              </a:xfrm>
              <a:custGeom>
                <a:avLst/>
                <a:gdLst>
                  <a:gd name="T0" fmla="*/ 248 w 496"/>
                  <a:gd name="T1" fmla="*/ 0 h 175"/>
                  <a:gd name="T2" fmla="*/ 0 w 496"/>
                  <a:gd name="T3" fmla="*/ 86 h 175"/>
                  <a:gd name="T4" fmla="*/ 71 w 496"/>
                  <a:gd name="T5" fmla="*/ 175 h 175"/>
                  <a:gd name="T6" fmla="*/ 248 w 496"/>
                  <a:gd name="T7" fmla="*/ 113 h 175"/>
                  <a:gd name="T8" fmla="*/ 425 w 496"/>
                  <a:gd name="T9" fmla="*/ 175 h 175"/>
                  <a:gd name="T10" fmla="*/ 496 w 496"/>
                  <a:gd name="T11" fmla="*/ 86 h 175"/>
                  <a:gd name="T12" fmla="*/ 248 w 496"/>
                  <a:gd name="T13" fmla="*/ 0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96" h="175">
                    <a:moveTo>
                      <a:pt x="248" y="0"/>
                    </a:moveTo>
                    <a:cubicBezTo>
                      <a:pt x="104" y="0"/>
                      <a:pt x="10" y="79"/>
                      <a:pt x="0" y="86"/>
                    </a:cubicBezTo>
                    <a:lnTo>
                      <a:pt x="71" y="175"/>
                    </a:lnTo>
                    <a:cubicBezTo>
                      <a:pt x="80" y="168"/>
                      <a:pt x="147" y="113"/>
                      <a:pt x="248" y="113"/>
                    </a:cubicBezTo>
                    <a:cubicBezTo>
                      <a:pt x="348" y="113"/>
                      <a:pt x="416" y="168"/>
                      <a:pt x="425" y="175"/>
                    </a:cubicBezTo>
                    <a:lnTo>
                      <a:pt x="496" y="86"/>
                    </a:lnTo>
                    <a:cubicBezTo>
                      <a:pt x="487" y="79"/>
                      <a:pt x="391" y="0"/>
                      <a:pt x="248" y="0"/>
                    </a:cubicBez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0" name="WiFi Part 2"/>
              <p:cNvSpPr>
                <a:spLocks/>
              </p:cNvSpPr>
              <p:nvPr/>
            </p:nvSpPr>
            <p:spPr bwMode="auto">
              <a:xfrm>
                <a:off x="5410113" y="4516373"/>
                <a:ext cx="64227" cy="50747"/>
              </a:xfrm>
              <a:custGeom>
                <a:avLst/>
                <a:gdLst>
                  <a:gd name="T0" fmla="*/ 0 w 354"/>
                  <a:gd name="T1" fmla="*/ 62 h 282"/>
                  <a:gd name="T2" fmla="*/ 177 w 354"/>
                  <a:gd name="T3" fmla="*/ 282 h 282"/>
                  <a:gd name="T4" fmla="*/ 177 w 354"/>
                  <a:gd name="T5" fmla="*/ 282 h 282"/>
                  <a:gd name="T6" fmla="*/ 177 w 354"/>
                  <a:gd name="T7" fmla="*/ 282 h 282"/>
                  <a:gd name="T8" fmla="*/ 354 w 354"/>
                  <a:gd name="T9" fmla="*/ 62 h 282"/>
                  <a:gd name="T10" fmla="*/ 177 w 354"/>
                  <a:gd name="T11" fmla="*/ 0 h 282"/>
                  <a:gd name="T12" fmla="*/ 0 w 354"/>
                  <a:gd name="T13" fmla="*/ 62 h 2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54" h="282">
                    <a:moveTo>
                      <a:pt x="0" y="62"/>
                    </a:moveTo>
                    <a:lnTo>
                      <a:pt x="177" y="282"/>
                    </a:lnTo>
                    <a:lnTo>
                      <a:pt x="177" y="282"/>
                    </a:lnTo>
                    <a:lnTo>
                      <a:pt x="177" y="282"/>
                    </a:lnTo>
                    <a:lnTo>
                      <a:pt x="354" y="62"/>
                    </a:lnTo>
                    <a:cubicBezTo>
                      <a:pt x="345" y="55"/>
                      <a:pt x="278" y="0"/>
                      <a:pt x="177" y="0"/>
                    </a:cubicBezTo>
                    <a:cubicBezTo>
                      <a:pt x="77" y="0"/>
                      <a:pt x="9" y="55"/>
                      <a:pt x="0" y="62"/>
                    </a:cubicBezTo>
                    <a:close/>
                  </a:path>
                </a:pathLst>
              </a:custGeom>
              <a:solidFill>
                <a:srgbClr val="FFFFFF">
                  <a:alpha val="90000"/>
                </a:srgb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solidFill>
                    <a:prstClr val="black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8104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44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45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46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0" name="TextBox 49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52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61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2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5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75" name="그룹 74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76" name="모서리가 둥근 직사각형 75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77" name="TextBox 76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78" name="TextBox 77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5138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41" name="그룹 40"/>
          <p:cNvGrpSpPr/>
          <p:nvPr userDrawn="1"/>
        </p:nvGrpSpPr>
        <p:grpSpPr>
          <a:xfrm>
            <a:off x="180276" y="657225"/>
            <a:ext cx="7479788" cy="1805183"/>
            <a:chOff x="323850" y="1295400"/>
            <a:chExt cx="9274826" cy="1805183"/>
          </a:xfrm>
        </p:grpSpPr>
        <p:sp>
          <p:nvSpPr>
            <p:cNvPr id="54" name="직사각형 53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5" name="직선 연결선 54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23850" y="2494640"/>
              <a:ext cx="9266134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323850" y="3100583"/>
              <a:ext cx="9274826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 userDrawn="1"/>
        </p:nvSpPr>
        <p:spPr>
          <a:xfrm>
            <a:off x="2866274" y="772998"/>
            <a:ext cx="21687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latinLnBrk="0"/>
            <a:r>
              <a:rPr lang="en-US" altLang="ko-K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TOP Banner</a:t>
            </a:r>
            <a:endParaRPr lang="ko-KR" altLang="en-US" sz="10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01" y="1361298"/>
            <a:ext cx="1307708" cy="215444"/>
            <a:chOff x="190901" y="1300335"/>
            <a:chExt cx="1307708" cy="215444"/>
          </a:xfrm>
        </p:grpSpPr>
        <p:sp>
          <p:nvSpPr>
            <p:cNvPr id="61" name="모서리가 둥근 직사각형 60"/>
            <p:cNvSpPr/>
            <p:nvPr userDrawn="1"/>
          </p:nvSpPr>
          <p:spPr>
            <a:xfrm>
              <a:off x="190901" y="1300335"/>
              <a:ext cx="1307708" cy="215444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62" name="TextBox 61"/>
            <p:cNvSpPr txBox="1"/>
            <p:nvPr userDrawn="1"/>
          </p:nvSpPr>
          <p:spPr>
            <a:xfrm>
              <a:off x="482810" y="1307684"/>
              <a:ext cx="88357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 latinLnBrk="0"/>
              <a:r>
                <a:rPr lang="ko-KR" altLang="en-US" sz="7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배송 가능 지역   </a:t>
              </a:r>
            </a:p>
          </p:txBody>
        </p:sp>
      </p:grpSp>
      <p:sp>
        <p:nvSpPr>
          <p:cNvPr id="63" name="TextBox 62"/>
          <p:cNvSpPr txBox="1"/>
          <p:nvPr userDrawn="1"/>
        </p:nvSpPr>
        <p:spPr>
          <a:xfrm>
            <a:off x="421618" y="2045647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전체 카테고리</a:t>
            </a:r>
          </a:p>
        </p:txBody>
      </p:sp>
      <p:sp>
        <p:nvSpPr>
          <p:cNvPr id="64" name="TextBox 63"/>
          <p:cNvSpPr txBox="1"/>
          <p:nvPr userDrawn="1"/>
        </p:nvSpPr>
        <p:spPr>
          <a:xfrm>
            <a:off x="1655517" y="2045293"/>
            <a:ext cx="3728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900" b="1" dirty="0">
                <a:latin typeface="+mn-ea"/>
              </a:rPr>
              <a:t>신상품                 베스트                 알뜰쇼핑                 이벤트</a:t>
            </a:r>
          </a:p>
        </p:txBody>
      </p:sp>
      <p:sp>
        <p:nvSpPr>
          <p:cNvPr id="65" name="TextBox 64"/>
          <p:cNvSpPr txBox="1"/>
          <p:nvPr userDrawn="1"/>
        </p:nvSpPr>
        <p:spPr>
          <a:xfrm>
            <a:off x="5724095" y="1307650"/>
            <a:ext cx="19784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700" dirty="0">
                <a:latin typeface="+mn-ea"/>
              </a:rPr>
              <a:t>회원가입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로그인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>
                <a:latin typeface="+mn-ea"/>
              </a:rPr>
              <a:t>고객센터  </a:t>
            </a:r>
            <a:r>
              <a:rPr lang="en-US" altLang="ko-KR" sz="700" dirty="0">
                <a:latin typeface="+mn-ea"/>
              </a:rPr>
              <a:t>|  </a:t>
            </a:r>
            <a:r>
              <a:rPr lang="ko-KR" altLang="en-US" sz="700" dirty="0" err="1">
                <a:latin typeface="+mn-ea"/>
              </a:rPr>
              <a:t>매장찾기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66" name="그룹 65"/>
          <p:cNvGrpSpPr/>
          <p:nvPr userDrawn="1"/>
        </p:nvGrpSpPr>
        <p:grpSpPr>
          <a:xfrm>
            <a:off x="7356150" y="769450"/>
            <a:ext cx="251801" cy="251801"/>
            <a:chOff x="707191" y="1843141"/>
            <a:chExt cx="189182" cy="189182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  <p:pic>
          <p:nvPicPr>
            <p:cNvPr id="68" name="그림 67"/>
            <p:cNvPicPr>
              <a:picLocks noChangeAspect="1"/>
            </p:cNvPicPr>
            <p:nvPr/>
          </p:nvPicPr>
          <p:blipFill>
            <a:blip r:embed="rId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1843141"/>
              <a:ext cx="189182" cy="189182"/>
            </a:xfrm>
            <a:prstGeom prst="rect">
              <a:avLst/>
            </a:prstGeom>
          </p:spPr>
        </p:pic>
      </p:grpSp>
      <p:sp>
        <p:nvSpPr>
          <p:cNvPr id="69" name="직사각형 68"/>
          <p:cNvSpPr/>
          <p:nvPr userDrawn="1"/>
        </p:nvSpPr>
        <p:spPr>
          <a:xfrm>
            <a:off x="5695950" y="2042001"/>
            <a:ext cx="1533525" cy="2423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 userDrawn="1"/>
        </p:nvSpPr>
        <p:spPr>
          <a:xfrm>
            <a:off x="5711263" y="2051997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 latinLnBrk="0"/>
            <a:r>
              <a:rPr lang="ko-KR" altLang="en-US" sz="800" dirty="0">
                <a:latin typeface="+mn-ea"/>
              </a:rPr>
              <a:t>냉장 반찬 기획전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6952127" y="2062097"/>
            <a:ext cx="209512" cy="208470"/>
            <a:chOff x="707191" y="4221565"/>
            <a:chExt cx="190465" cy="189518"/>
          </a:xfrm>
        </p:grpSpPr>
        <p:pic>
          <p:nvPicPr>
            <p:cNvPr id="72" name="그림 71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/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pic>
        <p:nvPicPr>
          <p:cNvPr id="74" name="그림 73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322" y="2051979"/>
            <a:ext cx="222362" cy="222362"/>
          </a:xfrm>
          <a:prstGeom prst="rect">
            <a:avLst/>
          </a:prstGeom>
        </p:spPr>
      </p:pic>
      <p:pic>
        <p:nvPicPr>
          <p:cNvPr id="84" name="Picture 4" descr="íë²ê±° ë²í¼ ìì´ì½ì ëí ì´ë¯¸ì§ ê²ìê²°ê³¼">
            <a:extLst>
              <a:ext uri="{FF2B5EF4-FFF2-40B4-BE49-F238E27FC236}">
                <a16:creationId xmlns:a16="http://schemas.microsoft.com/office/drawing/2014/main" id="{312EDFE3-1FE5-41F9-9D9B-28AAFB0FA7F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88" t="11919" r="56869" b="54949"/>
          <a:stretch/>
        </p:blipFill>
        <p:spPr bwMode="auto">
          <a:xfrm>
            <a:off x="248613" y="2098411"/>
            <a:ext cx="167422" cy="14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05E5F940-4367-451A-84E1-368565D39A6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2336" y="1291855"/>
            <a:ext cx="2262730" cy="429254"/>
            <a:chOff x="8461375" y="109538"/>
            <a:chExt cx="1333500" cy="295275"/>
          </a:xfrm>
        </p:grpSpPr>
        <p:grpSp>
          <p:nvGrpSpPr>
            <p:cNvPr id="36" name="Image">
              <a:extLst>
                <a:ext uri="{FF2B5EF4-FFF2-40B4-BE49-F238E27FC236}">
                  <a16:creationId xmlns:a16="http://schemas.microsoft.com/office/drawing/2014/main" id="{E66E03FB-B186-4B8C-B062-E5A247736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461375" y="109538"/>
              <a:ext cx="1333500" cy="295275"/>
              <a:chOff x="508000" y="1397000"/>
              <a:chExt cx="1008112" cy="1008112"/>
            </a:xfrm>
          </p:grpSpPr>
          <p:sp>
            <p:nvSpPr>
              <p:cNvPr id="38" name="Border">
                <a:extLst>
                  <a:ext uri="{FF2B5EF4-FFF2-40B4-BE49-F238E27FC236}">
                    <a16:creationId xmlns:a16="http://schemas.microsoft.com/office/drawing/2014/main" id="{3C7AFEEE-134D-4FB1-930A-E9505C5D78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Line 2">
                <a:extLst>
                  <a:ext uri="{FF2B5EF4-FFF2-40B4-BE49-F238E27FC236}">
                    <a16:creationId xmlns:a16="http://schemas.microsoft.com/office/drawing/2014/main" id="{49D779BB-DB2C-4C09-96D8-0BB4C1BAC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0 w 1008112"/>
                  <a:gd name="connsiteY0" fmla="*/ 1008112 h 1008112"/>
                  <a:gd name="connsiteX1" fmla="*/ 1008112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0" y="1008112"/>
                    </a:moveTo>
                    <a:lnTo>
                      <a:pt x="1008112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Line 1">
                <a:extLst>
                  <a:ext uri="{FF2B5EF4-FFF2-40B4-BE49-F238E27FC236}">
                    <a16:creationId xmlns:a16="http://schemas.microsoft.com/office/drawing/2014/main" id="{9E8F05F6-E2D8-42B7-8B63-191E9F35A9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000" y="1397000"/>
                <a:ext cx="1008112" cy="1008112"/>
              </a:xfrm>
              <a:custGeom>
                <a:avLst/>
                <a:gdLst>
                  <a:gd name="connsiteX0" fmla="*/ 1008112 w 1008112"/>
                  <a:gd name="connsiteY0" fmla="*/ 1008112 h 1008112"/>
                  <a:gd name="connsiteX1" fmla="*/ 0 w 1008112"/>
                  <a:gd name="connsiteY1" fmla="*/ 0 h 1008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8112" h="1008112">
                    <a:moveTo>
                      <a:pt x="1008112" y="1008112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/>
                </a:pPr>
                <a:endParaRPr lang="en-US" sz="110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2EC19F3-1C58-4A67-8080-103EB8E10F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0500" y="195263"/>
              <a:ext cx="339148" cy="1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</a:t>
              </a:r>
              <a:r>
                <a:rPr lang="en-US" altLang="ko-KR" sz="1050" dirty="0">
                  <a:solidFill>
                    <a:srgbClr val="7F7F7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Logo</a:t>
              </a:r>
              <a:endParaRPr lang="ko-KR" altLang="en-US" sz="105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9808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C - 화면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41"/>
          <p:cNvSpPr>
            <a:spLocks noGrp="1"/>
          </p:cNvSpPr>
          <p:nvPr>
            <p:ph type="body" sz="quarter" idx="16" hasCustomPrompt="1"/>
          </p:nvPr>
        </p:nvSpPr>
        <p:spPr>
          <a:xfrm>
            <a:off x="7769993" y="106549"/>
            <a:ext cx="2057819" cy="147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화면경로입력</a:t>
            </a:r>
          </a:p>
        </p:txBody>
      </p:sp>
      <p:sp>
        <p:nvSpPr>
          <p:cNvPr id="11" name="텍스트 개체 틀 41"/>
          <p:cNvSpPr>
            <a:spLocks noGrp="1"/>
          </p:cNvSpPr>
          <p:nvPr>
            <p:ph type="body" sz="quarter" idx="17" hasCustomPrompt="1"/>
          </p:nvPr>
        </p:nvSpPr>
        <p:spPr>
          <a:xfrm>
            <a:off x="1156827" y="355601"/>
            <a:ext cx="2174769" cy="153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sp>
        <p:nvSpPr>
          <p:cNvPr id="12" name="텍스트 개체 틀 41"/>
          <p:cNvSpPr>
            <a:spLocks noGrp="1"/>
          </p:cNvSpPr>
          <p:nvPr>
            <p:ph type="body" sz="quarter" idx="18" hasCustomPrompt="1"/>
          </p:nvPr>
        </p:nvSpPr>
        <p:spPr>
          <a:xfrm>
            <a:off x="4494706" y="98574"/>
            <a:ext cx="2180226" cy="1515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/>
              <a:t>화면명입력</a:t>
            </a:r>
            <a:endParaRPr lang="ko-KR" altLang="en-US" dirty="0"/>
          </a:p>
        </p:txBody>
      </p:sp>
      <p:sp>
        <p:nvSpPr>
          <p:cNvPr id="14" name="제목 1"/>
          <p:cNvSpPr>
            <a:spLocks noGrp="1"/>
          </p:cNvSpPr>
          <p:nvPr>
            <p:ph type="title" hasCustomPrompt="1"/>
          </p:nvPr>
        </p:nvSpPr>
        <p:spPr>
          <a:xfrm>
            <a:off x="1149033" y="92600"/>
            <a:ext cx="2173938" cy="1604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marL="0" lvl="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</a:pPr>
            <a:r>
              <a:rPr lang="ko-KR" altLang="en-US" dirty="0"/>
              <a:t>구분입력</a:t>
            </a:r>
          </a:p>
        </p:txBody>
      </p:sp>
      <p:sp>
        <p:nvSpPr>
          <p:cNvPr id="16" name="텍스트 개체 틀 41"/>
          <p:cNvSpPr>
            <a:spLocks noGrp="1"/>
          </p:cNvSpPr>
          <p:nvPr>
            <p:ph type="body" sz="quarter" idx="19" hasCustomPrompt="1"/>
          </p:nvPr>
        </p:nvSpPr>
        <p:spPr>
          <a:xfrm>
            <a:off x="4496706" y="347741"/>
            <a:ext cx="2178226" cy="14396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algn="l" defTabSz="914400" rtl="0" eaLnBrk="1" latinLnBrk="1" hangingPunct="1"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/>
              <a:t>요구사항</a:t>
            </a:r>
            <a:r>
              <a:rPr lang="en-US" altLang="ko-KR" dirty="0"/>
              <a:t>ID</a:t>
            </a:r>
            <a:r>
              <a:rPr lang="ko-KR" altLang="en-US" dirty="0"/>
              <a:t>입력</a:t>
            </a:r>
          </a:p>
        </p:txBody>
      </p:sp>
      <p:grpSp>
        <p:nvGrpSpPr>
          <p:cNvPr id="92" name="그룹 91"/>
          <p:cNvGrpSpPr/>
          <p:nvPr userDrawn="1"/>
        </p:nvGrpSpPr>
        <p:grpSpPr>
          <a:xfrm>
            <a:off x="181129" y="5502911"/>
            <a:ext cx="7478936" cy="476250"/>
            <a:chOff x="323850" y="1295400"/>
            <a:chExt cx="9274826" cy="476250"/>
          </a:xfrm>
        </p:grpSpPr>
        <p:sp>
          <p:nvSpPr>
            <p:cNvPr id="93" name="직사각형 92"/>
            <p:cNvSpPr/>
            <p:nvPr/>
          </p:nvSpPr>
          <p:spPr>
            <a:xfrm>
              <a:off x="323850" y="1295400"/>
              <a:ext cx="9274826" cy="4762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4" name="직선 연결선 93"/>
            <p:cNvCxnSpPr/>
            <p:nvPr/>
          </p:nvCxnSpPr>
          <p:spPr>
            <a:xfrm>
              <a:off x="323850" y="1295400"/>
              <a:ext cx="927482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/>
            <p:cNvCxnSpPr/>
            <p:nvPr/>
          </p:nvCxnSpPr>
          <p:spPr>
            <a:xfrm>
              <a:off x="323850" y="1764335"/>
              <a:ext cx="9274826" cy="731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TextBox 95"/>
          <p:cNvSpPr txBox="1"/>
          <p:nvPr userDrawn="1"/>
        </p:nvSpPr>
        <p:spPr>
          <a:xfrm>
            <a:off x="239240" y="5632678"/>
            <a:ext cx="6300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회사소개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개인정보처리방침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이용약관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청소년보호방침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입점상담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</a:t>
            </a:r>
            <a:r>
              <a:rPr lang="en-US" altLang="ko-KR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|   </a:t>
            </a:r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광고신청</a:t>
            </a:r>
          </a:p>
        </p:txBody>
      </p:sp>
      <p:grpSp>
        <p:nvGrpSpPr>
          <p:cNvPr id="98" name="Drop-Down Box" descr="&lt;SmartSettings&gt;&lt;SmartResize enabled=&quot;True&quot; minWidth=&quot;18&quot; minHeight=&quot;7&quot; /&gt;&lt;/SmartSettings&gt;"/>
          <p:cNvGrpSpPr/>
          <p:nvPr userDrawn="1">
            <p:custDataLst>
              <p:tags r:id="rId1"/>
            </p:custDataLst>
          </p:nvPr>
        </p:nvGrpSpPr>
        <p:grpSpPr>
          <a:xfrm>
            <a:off x="6156689" y="5629276"/>
            <a:ext cx="1368150" cy="225703"/>
            <a:chOff x="595686" y="1268936"/>
            <a:chExt cx="1368150" cy="225703"/>
          </a:xfrm>
          <a:solidFill>
            <a:srgbClr val="FFFFFF"/>
          </a:solidFill>
        </p:grpSpPr>
        <p:sp>
          <p:nvSpPr>
            <p:cNvPr id="99" name="Text Box"/>
            <p:cNvSpPr/>
            <p:nvPr/>
          </p:nvSpPr>
          <p:spPr>
            <a:xfrm>
              <a:off x="595686" y="1268936"/>
              <a:ext cx="1368150" cy="225703"/>
            </a:xfrm>
            <a:prstGeom prst="rect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256032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FAMILY SITE</a:t>
              </a:r>
            </a:p>
          </p:txBody>
        </p:sp>
        <p:sp>
          <p:nvSpPr>
            <p:cNvPr id="100" name="Arrow Down"/>
            <p:cNvSpPr>
              <a:spLocks noChangeAspect="1"/>
            </p:cNvSpPr>
            <p:nvPr>
              <p:custDataLst>
                <p:tags r:id="rId2"/>
              </p:custDataLst>
            </p:nvPr>
          </p:nvSpPr>
          <p:spPr bwMode="auto">
            <a:xfrm flipH="1">
              <a:off x="1833595" y="1363700"/>
              <a:ext cx="64008" cy="36177"/>
            </a:xfrm>
            <a:custGeom>
              <a:avLst/>
              <a:gdLst>
                <a:gd name="T0" fmla="*/ 0 w 197"/>
                <a:gd name="T1" fmla="*/ 0 h 115"/>
                <a:gd name="T2" fmla="*/ 99 w 197"/>
                <a:gd name="T3" fmla="*/ 115 h 115"/>
                <a:gd name="T4" fmla="*/ 197 w 197"/>
                <a:gd name="T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7" h="115">
                  <a:moveTo>
                    <a:pt x="0" y="0"/>
                  </a:moveTo>
                  <a:lnTo>
                    <a:pt x="99" y="115"/>
                  </a:lnTo>
                  <a:lnTo>
                    <a:pt x="197" y="0"/>
                  </a:lnTo>
                </a:path>
              </a:pathLst>
            </a:custGeom>
            <a:grp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09" name="TextBox 108"/>
          <p:cNvSpPr txBox="1"/>
          <p:nvPr userDrawn="1"/>
        </p:nvSpPr>
        <p:spPr>
          <a:xfrm>
            <a:off x="241915" y="6162734"/>
            <a:ext cx="15134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OOOOOO</a:t>
            </a:r>
          </a:p>
          <a:p>
            <a:pPr defTabSz="457200" latinLnBrk="0"/>
            <a:r>
              <a:rPr lang="en-US" altLang="ko-KR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1500-1500</a:t>
            </a:r>
            <a:endParaRPr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0" name="TextBox 109"/>
          <p:cNvSpPr txBox="1"/>
          <p:nvPr userDrawn="1"/>
        </p:nvSpPr>
        <p:spPr>
          <a:xfrm>
            <a:off x="1625972" y="6117806"/>
            <a:ext cx="5904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대표자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서울특별시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구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OOO</a:t>
            </a:r>
            <a:r>
              <a:rPr lang="ko-KR" altLang="en-US" sz="800" baseline="0" dirty="0">
                <a:solidFill>
                  <a:prstClr val="black"/>
                </a:solidFill>
                <a:latin typeface="+mn-ea"/>
              </a:rPr>
              <a:t>동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  |  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사업자등록번호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OOO-OO-OOOO 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통신판매업 신고번호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2022-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서울중구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-OOOO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호 개인정보보호책임자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: OOO</a:t>
            </a:r>
          </a:p>
          <a:p>
            <a:pPr defTabSz="457200" latinLnBrk="0"/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소비자피해보상보험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SGI</a:t>
            </a:r>
            <a:r>
              <a:rPr lang="ko-KR" altLang="en-US" sz="800" dirty="0">
                <a:solidFill>
                  <a:prstClr val="black"/>
                </a:solidFill>
                <a:latin typeface="+mn-ea"/>
              </a:rPr>
              <a:t>서울보증 </a:t>
            </a:r>
            <a:r>
              <a:rPr lang="en-US" altLang="ko-KR" sz="800" dirty="0">
                <a:solidFill>
                  <a:prstClr val="black"/>
                </a:solidFill>
                <a:latin typeface="+mn-ea"/>
              </a:rPr>
              <a:t>Fax: OO-OOOO-OOOO |  sample</a:t>
            </a:r>
            <a:r>
              <a:rPr lang="en-US" altLang="ko-KR" sz="800" b="1" dirty="0">
                <a:solidFill>
                  <a:prstClr val="black"/>
                </a:solidFill>
                <a:latin typeface="+mn-ea"/>
              </a:rPr>
              <a:t>@samle.com</a:t>
            </a:r>
          </a:p>
          <a:p>
            <a:pPr defTabSz="457200" latinLnBrk="0"/>
            <a:r>
              <a:rPr lang="ko-KR" altLang="en-US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ⓒ</a:t>
            </a:r>
            <a:r>
              <a:rPr lang="en-US" altLang="ko-KR" sz="800" dirty="0">
                <a:solidFill>
                  <a:prstClr val="black">
                    <a:lumMod val="85000"/>
                    <a:lumOff val="15000"/>
                  </a:prstClr>
                </a:solidFill>
                <a:latin typeface="+mn-ea"/>
              </a:rPr>
              <a:t> OOOO. All Rights Reserved</a:t>
            </a:r>
            <a:endParaRPr lang="en-US" altLang="ko-KR" sz="8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4913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6"/>
          <p:cNvSpPr>
            <a:spLocks noChangeArrowheads="1"/>
          </p:cNvSpPr>
          <p:nvPr userDrawn="1"/>
        </p:nvSpPr>
        <p:spPr bwMode="auto">
          <a:xfrm>
            <a:off x="53068" y="580120"/>
            <a:ext cx="7699400" cy="6245225"/>
          </a:xfrm>
          <a:prstGeom prst="rect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defTabSz="457200" latinLnBrk="0">
              <a:defRPr/>
            </a:pPr>
            <a:endParaRPr lang="ko-KR" altLang="en-US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21" name="Rectangle 5"/>
          <p:cNvSpPr>
            <a:spLocks noChangeArrowheads="1"/>
          </p:cNvSpPr>
          <p:nvPr userDrawn="1"/>
        </p:nvSpPr>
        <p:spPr bwMode="auto">
          <a:xfrm>
            <a:off x="7792130" y="580121"/>
            <a:ext cx="2069646" cy="624522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wrap="none" lIns="91435" tIns="45717" rIns="91435" bIns="45717" anchor="ctr"/>
          <a:lstStyle/>
          <a:p>
            <a:pPr algn="ctr" defTabSz="457200" latinLnBrk="0">
              <a:defRPr/>
            </a:pPr>
            <a:endParaRPr lang="ko-KR" altLang="ko-KR" sz="1000" dirty="0">
              <a:solidFill>
                <a:prstClr val="black"/>
              </a:solidFill>
              <a:latin typeface="굴림" pitchFamily="50" charset="-127"/>
              <a:ea typeface="돋움" pitchFamily="50" charset="-127"/>
            </a:endParaRPr>
          </a:p>
        </p:txBody>
      </p:sp>
      <p:sp>
        <p:nvSpPr>
          <p:cNvPr id="8" name="Text Box 36"/>
          <p:cNvSpPr txBox="1">
            <a:spLocks noChangeArrowheads="1"/>
          </p:cNvSpPr>
          <p:nvPr userDrawn="1"/>
        </p:nvSpPr>
        <p:spPr bwMode="auto">
          <a:xfrm>
            <a:off x="7774947" y="317848"/>
            <a:ext cx="854075" cy="2308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457200" latinLnBrk="0">
              <a:spcBef>
                <a:spcPct val="50000"/>
              </a:spcBef>
              <a:defRPr/>
            </a:pPr>
            <a:fld id="{AA7CEB46-FB82-4C99-81C8-E9602E17FD21}" type="slidenum">
              <a:rPr lang="en-US" altLang="ko-KR" sz="900" smtClean="0">
                <a:solidFill>
                  <a:prstClr val="black"/>
                </a:solidFill>
              </a:rPr>
              <a:pPr defTabSz="457200" latinLnBrk="0">
                <a:spcBef>
                  <a:spcPct val="50000"/>
                </a:spcBef>
                <a:defRPr/>
              </a:pPr>
              <a:t>‹#›</a:t>
            </a:fld>
            <a:endParaRPr lang="en-US" altLang="ko-KR" sz="900" dirty="0">
              <a:solidFill>
                <a:prstClr val="black"/>
              </a:solidFill>
            </a:endParaRPr>
          </a:p>
        </p:txBody>
      </p:sp>
      <p:graphicFrame>
        <p:nvGraphicFramePr>
          <p:cNvPr id="6" name="Group 13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0906811"/>
              </p:ext>
            </p:extLst>
          </p:nvPr>
        </p:nvGraphicFramePr>
        <p:xfrm>
          <a:off x="53067" y="63990"/>
          <a:ext cx="9808709" cy="482600"/>
        </p:xfrm>
        <a:graphic>
          <a:graphicData uri="http://schemas.openxmlformats.org/drawingml/2006/table">
            <a:tbl>
              <a:tblPr/>
              <a:tblGrid>
                <a:gridCol w="1044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95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7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2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화면경로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요구사항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페이지번호</a:t>
                      </a: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46796" marB="46796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00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35" r:id="rId3"/>
    <p:sldLayoutId id="2147483745" r:id="rId4"/>
    <p:sldLayoutId id="2147483746" r:id="rId5"/>
    <p:sldLayoutId id="2147483744" r:id="rId6"/>
    <p:sldLayoutId id="2147483734" r:id="rId7"/>
    <p:sldLayoutId id="2147483737" r:id="rId8"/>
    <p:sldLayoutId id="2147483747" r:id="rId9"/>
    <p:sldLayoutId id="2147483748" r:id="rId10"/>
    <p:sldLayoutId id="2147483749" r:id="rId11"/>
    <p:sldLayoutId id="2147483750" r:id="rId12"/>
    <p:sldLayoutId id="2147483739" r:id="rId13"/>
    <p:sldLayoutId id="2147483740" r:id="rId14"/>
    <p:sldLayoutId id="2147483741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4.png"/><Relationship Id="rId26" Type="http://schemas.openxmlformats.org/officeDocument/2006/relationships/image" Target="../media/image29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4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8.svg"/><Relationship Id="rId2" Type="http://schemas.openxmlformats.org/officeDocument/2006/relationships/tags" Target="../tags/tag6.xml"/><Relationship Id="rId16" Type="http://schemas.openxmlformats.org/officeDocument/2006/relationships/image" Target="../media/image20.png"/><Relationship Id="rId20" Type="http://schemas.openxmlformats.org/officeDocument/2006/relationships/image" Target="../media/image23.svg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7.png"/><Relationship Id="rId5" Type="http://schemas.openxmlformats.org/officeDocument/2006/relationships/image" Target="../media/image7.png"/><Relationship Id="rId15" Type="http://schemas.openxmlformats.org/officeDocument/2006/relationships/image" Target="../media/image19.svg"/><Relationship Id="rId23" Type="http://schemas.openxmlformats.org/officeDocument/2006/relationships/image" Target="../media/image26.svg"/><Relationship Id="rId10" Type="http://schemas.openxmlformats.org/officeDocument/2006/relationships/image" Target="../media/image14.png"/><Relationship Id="rId19" Type="http://schemas.openxmlformats.org/officeDocument/2006/relationships/image" Target="../media/image22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5.png"/><Relationship Id="rId27" Type="http://schemas.openxmlformats.org/officeDocument/2006/relationships/image" Target="../media/image30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18" Type="http://schemas.openxmlformats.org/officeDocument/2006/relationships/image" Target="../media/image4.png"/><Relationship Id="rId26" Type="http://schemas.openxmlformats.org/officeDocument/2006/relationships/image" Target="../media/image29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4.pn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5" Type="http://schemas.openxmlformats.org/officeDocument/2006/relationships/image" Target="../media/image28.svg"/><Relationship Id="rId2" Type="http://schemas.openxmlformats.org/officeDocument/2006/relationships/tags" Target="../tags/tag8.xml"/><Relationship Id="rId16" Type="http://schemas.openxmlformats.org/officeDocument/2006/relationships/image" Target="../media/image20.png"/><Relationship Id="rId20" Type="http://schemas.openxmlformats.org/officeDocument/2006/relationships/image" Target="../media/image23.svg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24" Type="http://schemas.openxmlformats.org/officeDocument/2006/relationships/image" Target="../media/image27.png"/><Relationship Id="rId5" Type="http://schemas.openxmlformats.org/officeDocument/2006/relationships/image" Target="../media/image7.png"/><Relationship Id="rId15" Type="http://schemas.openxmlformats.org/officeDocument/2006/relationships/image" Target="../media/image19.svg"/><Relationship Id="rId23" Type="http://schemas.openxmlformats.org/officeDocument/2006/relationships/image" Target="../media/image26.svg"/><Relationship Id="rId28" Type="http://schemas.openxmlformats.org/officeDocument/2006/relationships/image" Target="../media/image31.png"/><Relationship Id="rId10" Type="http://schemas.openxmlformats.org/officeDocument/2006/relationships/image" Target="../media/image14.png"/><Relationship Id="rId19" Type="http://schemas.openxmlformats.org/officeDocument/2006/relationships/image" Target="../media/image22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13.svg"/><Relationship Id="rId14" Type="http://schemas.openxmlformats.org/officeDocument/2006/relationships/image" Target="../media/image18.png"/><Relationship Id="rId22" Type="http://schemas.openxmlformats.org/officeDocument/2006/relationships/image" Target="../media/image25.png"/><Relationship Id="rId27" Type="http://schemas.openxmlformats.org/officeDocument/2006/relationships/image" Target="../media/image3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6.svg"/><Relationship Id="rId3" Type="http://schemas.openxmlformats.org/officeDocument/2006/relationships/image" Target="../media/image4.png"/><Relationship Id="rId21" Type="http://schemas.openxmlformats.org/officeDocument/2006/relationships/image" Target="../media/image28.svg"/><Relationship Id="rId7" Type="http://schemas.openxmlformats.org/officeDocument/2006/relationships/image" Target="../media/image12.png"/><Relationship Id="rId12" Type="http://schemas.openxmlformats.org/officeDocument/2006/relationships/image" Target="../media/image30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1.sv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.svg"/><Relationship Id="rId11" Type="http://schemas.openxmlformats.org/officeDocument/2006/relationships/image" Target="../media/image29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19" Type="http://schemas.openxmlformats.org/officeDocument/2006/relationships/image" Target="../media/image32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3.png"/><Relationship Id="rId18" Type="http://schemas.openxmlformats.org/officeDocument/2006/relationships/image" Target="../media/image18.png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8.svg"/><Relationship Id="rId7" Type="http://schemas.openxmlformats.org/officeDocument/2006/relationships/image" Target="../media/image11.svg"/><Relationship Id="rId12" Type="http://schemas.openxmlformats.org/officeDocument/2006/relationships/image" Target="../media/image26.svg"/><Relationship Id="rId17" Type="http://schemas.openxmlformats.org/officeDocument/2006/relationships/image" Target="../media/image30.svg"/><Relationship Id="rId2" Type="http://schemas.openxmlformats.org/officeDocument/2006/relationships/tags" Target="../tags/tag10.xml"/><Relationship Id="rId16" Type="http://schemas.openxmlformats.org/officeDocument/2006/relationships/image" Target="../media/image29.png"/><Relationship Id="rId20" Type="http://schemas.openxmlformats.org/officeDocument/2006/relationships/image" Target="../media/image27.png"/><Relationship Id="rId1" Type="http://schemas.openxmlformats.org/officeDocument/2006/relationships/tags" Target="../tags/tag9.xml"/><Relationship Id="rId6" Type="http://schemas.openxmlformats.org/officeDocument/2006/relationships/image" Target="../media/image10.png"/><Relationship Id="rId11" Type="http://schemas.openxmlformats.org/officeDocument/2006/relationships/image" Target="../media/image25.png"/><Relationship Id="rId5" Type="http://schemas.openxmlformats.org/officeDocument/2006/relationships/image" Target="../media/image4.png"/><Relationship Id="rId15" Type="http://schemas.openxmlformats.org/officeDocument/2006/relationships/image" Target="../media/image15.svg"/><Relationship Id="rId23" Type="http://schemas.openxmlformats.org/officeDocument/2006/relationships/image" Target="../media/image21.svg"/><Relationship Id="rId10" Type="http://schemas.openxmlformats.org/officeDocument/2006/relationships/image" Target="../media/image32.png"/><Relationship Id="rId19" Type="http://schemas.openxmlformats.org/officeDocument/2006/relationships/image" Target="../media/image19.sv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3.svg"/><Relationship Id="rId14" Type="http://schemas.openxmlformats.org/officeDocument/2006/relationships/image" Target="../media/image14.png"/><Relationship Id="rId22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10.png"/><Relationship Id="rId18" Type="http://schemas.openxmlformats.org/officeDocument/2006/relationships/image" Target="../media/image15.svg"/><Relationship Id="rId26" Type="http://schemas.openxmlformats.org/officeDocument/2006/relationships/image" Target="../media/image21.svg"/><Relationship Id="rId3" Type="http://schemas.openxmlformats.org/officeDocument/2006/relationships/tags" Target="../tags/tag13.xml"/><Relationship Id="rId21" Type="http://schemas.openxmlformats.org/officeDocument/2006/relationships/image" Target="../media/image29.png"/><Relationship Id="rId7" Type="http://schemas.openxmlformats.org/officeDocument/2006/relationships/tags" Target="../tags/tag17.xml"/><Relationship Id="rId12" Type="http://schemas.openxmlformats.org/officeDocument/2006/relationships/image" Target="../media/image32.png"/><Relationship Id="rId17" Type="http://schemas.openxmlformats.org/officeDocument/2006/relationships/image" Target="../media/image14.png"/><Relationship Id="rId25" Type="http://schemas.openxmlformats.org/officeDocument/2006/relationships/image" Target="../media/image20.png"/><Relationship Id="rId2" Type="http://schemas.openxmlformats.org/officeDocument/2006/relationships/tags" Target="../tags/tag12.xml"/><Relationship Id="rId16" Type="http://schemas.openxmlformats.org/officeDocument/2006/relationships/image" Target="../media/image13.svg"/><Relationship Id="rId20" Type="http://schemas.openxmlformats.org/officeDocument/2006/relationships/image" Target="../media/image17.sv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4.png"/><Relationship Id="rId24" Type="http://schemas.openxmlformats.org/officeDocument/2006/relationships/image" Target="../media/image19.svg"/><Relationship Id="rId5" Type="http://schemas.openxmlformats.org/officeDocument/2006/relationships/tags" Target="../tags/tag15.xml"/><Relationship Id="rId15" Type="http://schemas.openxmlformats.org/officeDocument/2006/relationships/image" Target="../media/image12.png"/><Relationship Id="rId23" Type="http://schemas.openxmlformats.org/officeDocument/2006/relationships/image" Target="../media/image18.png"/><Relationship Id="rId10" Type="http://schemas.openxmlformats.org/officeDocument/2006/relationships/notesSlide" Target="../notesSlides/notesSlide5.xml"/><Relationship Id="rId19" Type="http://schemas.openxmlformats.org/officeDocument/2006/relationships/image" Target="../media/image16.png"/><Relationship Id="rId4" Type="http://schemas.openxmlformats.org/officeDocument/2006/relationships/tags" Target="../tags/tag14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11.svg"/><Relationship Id="rId22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notesSlide" Target="../notesSlides/notesSlide6.xml"/><Relationship Id="rId26" Type="http://schemas.openxmlformats.org/officeDocument/2006/relationships/image" Target="../media/image17.svg"/><Relationship Id="rId3" Type="http://schemas.openxmlformats.org/officeDocument/2006/relationships/tags" Target="../tags/tag21.xml"/><Relationship Id="rId21" Type="http://schemas.openxmlformats.org/officeDocument/2006/relationships/image" Target="../media/image11.svg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14.xml"/><Relationship Id="rId25" Type="http://schemas.openxmlformats.org/officeDocument/2006/relationships/image" Target="../media/image16.png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20" Type="http://schemas.openxmlformats.org/officeDocument/2006/relationships/image" Target="../media/image10.pn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24" Type="http://schemas.openxmlformats.org/officeDocument/2006/relationships/image" Target="../media/image13.svg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23" Type="http://schemas.openxmlformats.org/officeDocument/2006/relationships/image" Target="../media/image12.png"/><Relationship Id="rId10" Type="http://schemas.openxmlformats.org/officeDocument/2006/relationships/tags" Target="../tags/tag28.xml"/><Relationship Id="rId19" Type="http://schemas.openxmlformats.org/officeDocument/2006/relationships/image" Target="../media/image4.pn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Relationship Id="rId22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chart" Target="../charts/chart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4.png"/><Relationship Id="rId5" Type="http://schemas.openxmlformats.org/officeDocument/2006/relationships/tags" Target="../tags/tag39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38.xml"/><Relationship Id="rId9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33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chart" Target="../charts/chart2.xml"/><Relationship Id="rId2" Type="http://schemas.openxmlformats.org/officeDocument/2006/relationships/tags" Target="../tags/tag44.xml"/><Relationship Id="rId16" Type="http://schemas.openxmlformats.org/officeDocument/2006/relationships/image" Target="../media/image35.png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4.png"/><Relationship Id="rId5" Type="http://schemas.openxmlformats.org/officeDocument/2006/relationships/tags" Target="../tags/tag47.xml"/><Relationship Id="rId15" Type="http://schemas.openxmlformats.org/officeDocument/2006/relationships/image" Target="../media/image34.png"/><Relationship Id="rId10" Type="http://schemas.openxmlformats.org/officeDocument/2006/relationships/notesSlide" Target="../notesSlides/notesSlide9.xml"/><Relationship Id="rId4" Type="http://schemas.openxmlformats.org/officeDocument/2006/relationships/tags" Target="../tags/tag46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image" Target="../media/image34.png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chart" Target="../charts/chart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image" Target="../media/image4.png"/><Relationship Id="rId5" Type="http://schemas.openxmlformats.org/officeDocument/2006/relationships/tags" Target="../tags/tag55.xml"/><Relationship Id="rId10" Type="http://schemas.openxmlformats.org/officeDocument/2006/relationships/notesSlide" Target="../notesSlides/notesSlide10.xml"/><Relationship Id="rId4" Type="http://schemas.openxmlformats.org/officeDocument/2006/relationships/tags" Target="../tags/tag54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chart" Target="../charts/chart4.xml"/><Relationship Id="rId2" Type="http://schemas.openxmlformats.org/officeDocument/2006/relationships/tags" Target="../tags/tag60.xml"/><Relationship Id="rId16" Type="http://schemas.openxmlformats.org/officeDocument/2006/relationships/image" Target="../media/image4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notesSlide" Target="../notesSlides/notesSlide11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6"/>
          </p:nvPr>
        </p:nvSpPr>
        <p:spPr>
          <a:xfrm>
            <a:off x="7769993" y="80622"/>
            <a:ext cx="2057819" cy="147893"/>
          </a:xfrm>
        </p:spPr>
        <p:txBody>
          <a:bodyPr/>
          <a:lstStyle/>
          <a:p>
            <a:r>
              <a:rPr lang="en-US" altLang="ko-KR" dirty="0"/>
              <a:t>/d/</a:t>
            </a:r>
            <a:r>
              <a:rPr lang="en-US" altLang="ko-KR" dirty="0" err="1"/>
              <a:t>boosik</a:t>
            </a:r>
            <a:r>
              <a:rPr lang="en-US" altLang="ko-KR" dirty="0"/>
              <a:t>/</a:t>
            </a:r>
            <a:r>
              <a:rPr lang="en-US" altLang="ko-KR" dirty="0" err="1"/>
              <a:t>index.html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576138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주간 투표 일자 알림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완료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주차별 투표 결과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iframe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최신 결과 하이라이트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결과 상세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카카오톡 로그인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(SSO)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결과들에 대한 반응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댓글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D4A3F00F-EA0F-8C10-B666-CEDDE81E7861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</a:t>
            </a:r>
            <a:endParaRPr 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F940E4E-8208-66D3-57BB-525D068A9245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995CE00-CF0A-BC00-6B46-38CEB05194F4}"/>
              </a:ext>
            </a:extLst>
          </p:cNvPr>
          <p:cNvSpPr/>
          <p:nvPr/>
        </p:nvSpPr>
        <p:spPr bwMode="auto">
          <a:xfrm>
            <a:off x="241110" y="1331253"/>
            <a:ext cx="7360932" cy="419549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/>
            <a:endParaRPr lang="ko-KR" altLang="en-US" sz="700" b="1" dirty="0" err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71" name="Text Box 4">
            <a:extLst>
              <a:ext uri="{FF2B5EF4-FFF2-40B4-BE49-F238E27FC236}">
                <a16:creationId xmlns:a16="http://schemas.microsoft.com/office/drawing/2014/main" id="{4ECD9500-3CBC-7F72-249F-004D2879A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8659" y="1037969"/>
            <a:ext cx="1039406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3" name="Text Box 4">
            <a:extLst>
              <a:ext uri="{FF2B5EF4-FFF2-40B4-BE49-F238E27FC236}">
                <a16:creationId xmlns:a16="http://schemas.microsoft.com/office/drawing/2014/main" id="{5C4F82F7-16AD-A27A-644E-222EB11EB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0114" y="5734684"/>
            <a:ext cx="1039410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1A1DCA96-19A0-C7C1-39A0-EC0F6FAAE8F5}"/>
              </a:ext>
            </a:extLst>
          </p:cNvPr>
          <p:cNvSpPr/>
          <p:nvPr/>
        </p:nvSpPr>
        <p:spPr>
          <a:xfrm>
            <a:off x="1491551" y="4427740"/>
            <a:ext cx="4918084" cy="1005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E2BA8AE6-1491-33A7-9A56-ACB34904A3C7}"/>
              </a:ext>
            </a:extLst>
          </p:cNvPr>
          <p:cNvSpPr/>
          <p:nvPr/>
        </p:nvSpPr>
        <p:spPr>
          <a:xfrm>
            <a:off x="1483955" y="1465493"/>
            <a:ext cx="4918072" cy="165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sp>
        <p:nvSpPr>
          <p:cNvPr id="83" name="Border">
            <a:extLst>
              <a:ext uri="{FF2B5EF4-FFF2-40B4-BE49-F238E27FC236}">
                <a16:creationId xmlns:a16="http://schemas.microsoft.com/office/drawing/2014/main" id="{758D1CD6-C387-9782-A55A-5527765A427F}"/>
              </a:ext>
            </a:extLst>
          </p:cNvPr>
          <p:cNvSpPr>
            <a:spLocks/>
          </p:cNvSpPr>
          <p:nvPr/>
        </p:nvSpPr>
        <p:spPr bwMode="auto">
          <a:xfrm>
            <a:off x="1483955" y="1775103"/>
            <a:ext cx="2630290" cy="58255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0B1F22DF-F5E1-9721-ACDC-6CE06F37F86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70969" y="1990481"/>
            <a:ext cx="868197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5" name="Border">
            <a:extLst>
              <a:ext uri="{FF2B5EF4-FFF2-40B4-BE49-F238E27FC236}">
                <a16:creationId xmlns:a16="http://schemas.microsoft.com/office/drawing/2014/main" id="{FDB87B1B-B497-BE4D-7A88-08C7A684A6D3}"/>
              </a:ext>
            </a:extLst>
          </p:cNvPr>
          <p:cNvSpPr>
            <a:spLocks/>
          </p:cNvSpPr>
          <p:nvPr/>
        </p:nvSpPr>
        <p:spPr bwMode="auto">
          <a:xfrm>
            <a:off x="4044099" y="1775103"/>
            <a:ext cx="2361792" cy="58255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A32830DA-25C1-AA00-3783-749F834321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60218" y="1990481"/>
            <a:ext cx="868197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43657623-681B-A88F-B131-CEBB93C07A79}"/>
              </a:ext>
            </a:extLst>
          </p:cNvPr>
          <p:cNvSpPr/>
          <p:nvPr/>
        </p:nvSpPr>
        <p:spPr>
          <a:xfrm>
            <a:off x="241110" y="990138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117CADD4-1137-AF34-AF36-C3E4EDA5B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381817"/>
              </p:ext>
            </p:extLst>
          </p:nvPr>
        </p:nvGraphicFramePr>
        <p:xfrm>
          <a:off x="1511007" y="4445414"/>
          <a:ext cx="489862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358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88427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핫식스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육개장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</a:tbl>
          </a:graphicData>
        </a:graphic>
      </p:graphicFrame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6ECC06-6038-AAF1-4BD3-B99C4BFD3D10}"/>
              </a:ext>
            </a:extLst>
          </p:cNvPr>
          <p:cNvGrpSpPr/>
          <p:nvPr/>
        </p:nvGrpSpPr>
        <p:grpSpPr>
          <a:xfrm>
            <a:off x="6309924" y="4444390"/>
            <a:ext cx="95967" cy="989049"/>
            <a:chOff x="8697416" y="3436678"/>
            <a:chExt cx="108000" cy="1491751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9091EF7-EE3F-10FF-E419-00B1FEF7E867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3DFA13DF-2717-99BA-088E-9B27F2EF2821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0CF11B6E-243E-6786-8332-2858177213BE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006E288E-FFFA-0B4A-9057-9BA644AF8146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03" name="그룹 235">
              <a:extLst>
                <a:ext uri="{FF2B5EF4-FFF2-40B4-BE49-F238E27FC236}">
                  <a16:creationId xmlns:a16="http://schemas.microsoft.com/office/drawing/2014/main" id="{B36AB434-FEB6-EF7B-9B8A-B1D7E84AC212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A7C6A2EB-A8D6-9C8F-2622-F411E7D3E877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0E8BAFAE-9CD0-675A-7538-9243F08F94A8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281C1BE2-47AD-25A0-A985-BF69DDF52D9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pic>
        <p:nvPicPr>
          <p:cNvPr id="107" name="그림 106">
            <a:extLst>
              <a:ext uri="{FF2B5EF4-FFF2-40B4-BE49-F238E27FC236}">
                <a16:creationId xmlns:a16="http://schemas.microsoft.com/office/drawing/2014/main" id="{50D47834-B15D-C82B-9996-9B33D84293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4711903"/>
            <a:ext cx="219641" cy="219641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4CAE21C7-E64F-9079-447C-AED3ECFCD2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4941675"/>
            <a:ext cx="219641" cy="219641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DDBC16E2-B0EC-A9E2-9BEE-E003B3E927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162" y="5184909"/>
            <a:ext cx="219641" cy="219641"/>
          </a:xfrm>
          <a:prstGeom prst="rect">
            <a:avLst/>
          </a:prstGeom>
        </p:spPr>
      </p:pic>
      <p:pic>
        <p:nvPicPr>
          <p:cNvPr id="111" name="그래픽 110" descr="배지 1 단색으로 채워진">
            <a:extLst>
              <a:ext uri="{FF2B5EF4-FFF2-40B4-BE49-F238E27FC236}">
                <a16:creationId xmlns:a16="http://schemas.microsoft.com/office/drawing/2014/main" id="{AD387439-CF6F-D565-6FD1-4FBA487DA8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45366" y="1435097"/>
            <a:ext cx="246185" cy="246185"/>
          </a:xfrm>
          <a:prstGeom prst="rect">
            <a:avLst/>
          </a:prstGeom>
        </p:spPr>
      </p:pic>
      <p:pic>
        <p:nvPicPr>
          <p:cNvPr id="113" name="그래픽 112" descr="배지 단색으로 채워진">
            <a:extLst>
              <a:ext uri="{FF2B5EF4-FFF2-40B4-BE49-F238E27FC236}">
                <a16:creationId xmlns:a16="http://schemas.microsoft.com/office/drawing/2014/main" id="{2A086018-B861-3E05-02EE-A70DAA7035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57252" y="1044256"/>
            <a:ext cx="246185" cy="246185"/>
          </a:xfrm>
          <a:prstGeom prst="rect">
            <a:avLst/>
          </a:prstGeom>
        </p:spPr>
      </p:pic>
      <p:pic>
        <p:nvPicPr>
          <p:cNvPr id="115" name="그래픽 114" descr="배지 3 단색으로 채워진">
            <a:extLst>
              <a:ext uri="{FF2B5EF4-FFF2-40B4-BE49-F238E27FC236}">
                <a16:creationId xmlns:a16="http://schemas.microsoft.com/office/drawing/2014/main" id="{7C58B5BE-AF9B-1A66-3C7B-6F3FC5D9B7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34837" y="1734235"/>
            <a:ext cx="246185" cy="246185"/>
          </a:xfrm>
          <a:prstGeom prst="rect">
            <a:avLst/>
          </a:prstGeom>
        </p:spPr>
      </p:pic>
      <p:pic>
        <p:nvPicPr>
          <p:cNvPr id="117" name="그래픽 116" descr="배지 4 단색으로 채워진">
            <a:extLst>
              <a:ext uri="{FF2B5EF4-FFF2-40B4-BE49-F238E27FC236}">
                <a16:creationId xmlns:a16="http://schemas.microsoft.com/office/drawing/2014/main" id="{D0579422-19A1-93E3-B5A2-3E7B4A4A95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24086" y="1753722"/>
            <a:ext cx="246185" cy="246185"/>
          </a:xfrm>
          <a:prstGeom prst="rect">
            <a:avLst/>
          </a:prstGeom>
        </p:spPr>
      </p:pic>
      <p:pic>
        <p:nvPicPr>
          <p:cNvPr id="121" name="그래픽 120" descr="배지 6 단색으로 채워진">
            <a:extLst>
              <a:ext uri="{FF2B5EF4-FFF2-40B4-BE49-F238E27FC236}">
                <a16:creationId xmlns:a16="http://schemas.microsoft.com/office/drawing/2014/main" id="{68FB6744-6B72-08DA-539E-3FC5F8F6595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12479" y="4901266"/>
            <a:ext cx="246185" cy="246185"/>
          </a:xfrm>
          <a:prstGeom prst="rect">
            <a:avLst/>
          </a:prstGeom>
        </p:spPr>
      </p:pic>
      <p:pic>
        <p:nvPicPr>
          <p:cNvPr id="123" name="그래픽 122" descr="배지 7 단색으로 채워진">
            <a:extLst>
              <a:ext uri="{FF2B5EF4-FFF2-40B4-BE49-F238E27FC236}">
                <a16:creationId xmlns:a16="http://schemas.microsoft.com/office/drawing/2014/main" id="{6451B4A6-E641-D5FF-E175-66BDCE3884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99683" y="4689638"/>
            <a:ext cx="246185" cy="246185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BD031E5F-4EE2-E71C-F62C-BDEF80A812F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296" y="1071488"/>
            <a:ext cx="142662" cy="142662"/>
          </a:xfrm>
          <a:prstGeom prst="rect">
            <a:avLst/>
          </a:prstGeom>
        </p:spPr>
      </p:pic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5FF7B4FE-0983-B951-6C80-092C8EABF047}"/>
              </a:ext>
            </a:extLst>
          </p:cNvPr>
          <p:cNvSpPr/>
          <p:nvPr/>
        </p:nvSpPr>
        <p:spPr>
          <a:xfrm>
            <a:off x="241110" y="552547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1" name="그래픽 130" descr="배지 7 단색으로 채워진">
            <a:extLst>
              <a:ext uri="{FF2B5EF4-FFF2-40B4-BE49-F238E27FC236}">
                <a16:creationId xmlns:a16="http://schemas.microsoft.com/office/drawing/2014/main" id="{22971285-BFC1-1D7E-550D-D4906620A55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99683" y="4932395"/>
            <a:ext cx="246185" cy="246185"/>
          </a:xfrm>
          <a:prstGeom prst="rect">
            <a:avLst/>
          </a:prstGeom>
        </p:spPr>
      </p:pic>
      <p:pic>
        <p:nvPicPr>
          <p:cNvPr id="132" name="그래픽 131" descr="배지 7 단색으로 채워진">
            <a:extLst>
              <a:ext uri="{FF2B5EF4-FFF2-40B4-BE49-F238E27FC236}">
                <a16:creationId xmlns:a16="http://schemas.microsoft.com/office/drawing/2014/main" id="{19C920B0-5668-6C54-E559-CDEF7ADBA8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99683" y="5175164"/>
            <a:ext cx="246185" cy="246185"/>
          </a:xfrm>
          <a:prstGeom prst="rect">
            <a:avLst/>
          </a:prstGeom>
        </p:spPr>
      </p:pic>
      <p:pic>
        <p:nvPicPr>
          <p:cNvPr id="125" name="그래픽 124" descr="배지 8 단색으로 채워진">
            <a:extLst>
              <a:ext uri="{FF2B5EF4-FFF2-40B4-BE49-F238E27FC236}">
                <a16:creationId xmlns:a16="http://schemas.microsoft.com/office/drawing/2014/main" id="{EF80E41B-DC16-8808-984B-9B67E85003D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199312" y="790722"/>
            <a:ext cx="246185" cy="246185"/>
          </a:xfrm>
          <a:prstGeom prst="rect">
            <a:avLst/>
          </a:prstGeom>
        </p:spPr>
      </p:pic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808C4CBF-871A-D397-009B-B2BC6FB6EF08}"/>
              </a:ext>
            </a:extLst>
          </p:cNvPr>
          <p:cNvGrpSpPr/>
          <p:nvPr/>
        </p:nvGrpSpPr>
        <p:grpSpPr>
          <a:xfrm>
            <a:off x="7268248" y="1016987"/>
            <a:ext cx="268248" cy="268248"/>
            <a:chOff x="2114611" y="5573840"/>
            <a:chExt cx="368584" cy="368584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B6F98EB-1177-7125-177D-48F6249E99F2}"/>
                </a:ext>
              </a:extLst>
            </p:cNvPr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14680A83-CDF1-2276-B269-A71A59BD1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622EF6AB-120F-23BD-64E1-46E8F62D1A44}"/>
              </a:ext>
            </a:extLst>
          </p:cNvPr>
          <p:cNvCxnSpPr/>
          <p:nvPr/>
        </p:nvCxnSpPr>
        <p:spPr>
          <a:xfrm>
            <a:off x="7171319" y="1044256"/>
            <a:ext cx="0" cy="24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0" name="그래픽 139" descr="배지 9 단색으로 채워진">
            <a:extLst>
              <a:ext uri="{FF2B5EF4-FFF2-40B4-BE49-F238E27FC236}">
                <a16:creationId xmlns:a16="http://schemas.microsoft.com/office/drawing/2014/main" id="{CB77A893-D87F-B49D-BD93-C7EBF981BAD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05635" y="1041652"/>
            <a:ext cx="246185" cy="24618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B52A4A-6AEF-33FD-E714-F3C44BEC76BD}"/>
              </a:ext>
            </a:extLst>
          </p:cNvPr>
          <p:cNvSpPr/>
          <p:nvPr/>
        </p:nvSpPr>
        <p:spPr>
          <a:xfrm>
            <a:off x="1462534" y="2508607"/>
            <a:ext cx="4918084" cy="304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실시간 투표 그래프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C3EA0BB-14D9-285D-ED1C-B3E97A60F8CC}"/>
              </a:ext>
            </a:extLst>
          </p:cNvPr>
          <p:cNvSpPr/>
          <p:nvPr/>
        </p:nvSpPr>
        <p:spPr>
          <a:xfrm>
            <a:off x="5549154" y="4688749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+3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D892C1-9317-CE3B-7CBF-8698178B770C}"/>
              </a:ext>
            </a:extLst>
          </p:cNvPr>
          <p:cNvSpPr/>
          <p:nvPr/>
        </p:nvSpPr>
        <p:spPr>
          <a:xfrm>
            <a:off x="5549154" y="4930532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+1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1B2CE518-8BED-0EF1-74D5-37E079340868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5985014" y="4905750"/>
            <a:ext cx="858620" cy="135326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그래픽 19" descr="배지 10 단색으로 채워진">
            <a:extLst>
              <a:ext uri="{FF2B5EF4-FFF2-40B4-BE49-F238E27FC236}">
                <a16:creationId xmlns:a16="http://schemas.microsoft.com/office/drawing/2014/main" id="{97BBAB67-CB29-945D-17E4-56CF3547543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22063" y="5899358"/>
            <a:ext cx="246185" cy="246185"/>
          </a:xfrm>
          <a:prstGeom prst="rect">
            <a:avLst/>
          </a:prstGeom>
        </p:spPr>
      </p:pic>
      <p:pic>
        <p:nvPicPr>
          <p:cNvPr id="119" name="그래픽 118" descr="배지 5 단색으로 채워진">
            <a:extLst>
              <a:ext uri="{FF2B5EF4-FFF2-40B4-BE49-F238E27FC236}">
                <a16:creationId xmlns:a16="http://schemas.microsoft.com/office/drawing/2014/main" id="{D9A9DE69-1A71-A3E6-FF15-415CA169598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40305" y="4607535"/>
            <a:ext cx="246185" cy="24618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8A5FB857-9CD8-AD10-D3F6-650A723766A7}"/>
              </a:ext>
            </a:extLst>
          </p:cNvPr>
          <p:cNvSpPr/>
          <p:nvPr/>
        </p:nvSpPr>
        <p:spPr>
          <a:xfrm>
            <a:off x="1701256" y="2911779"/>
            <a:ext cx="1085910" cy="108591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B8964CF-53C5-C383-4607-54343D3F039F}"/>
              </a:ext>
            </a:extLst>
          </p:cNvPr>
          <p:cNvSpPr/>
          <p:nvPr/>
        </p:nvSpPr>
        <p:spPr>
          <a:xfrm>
            <a:off x="3478629" y="2911779"/>
            <a:ext cx="1085910" cy="108591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424C801-8180-0241-735A-ED2AEBD9C0B0}"/>
              </a:ext>
            </a:extLst>
          </p:cNvPr>
          <p:cNvSpPr/>
          <p:nvPr/>
        </p:nvSpPr>
        <p:spPr>
          <a:xfrm>
            <a:off x="5256002" y="2911779"/>
            <a:ext cx="1085910" cy="108591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327A68C-513B-1FBD-E228-B232485D6A67}"/>
              </a:ext>
            </a:extLst>
          </p:cNvPr>
          <p:cNvSpPr/>
          <p:nvPr/>
        </p:nvSpPr>
        <p:spPr>
          <a:xfrm>
            <a:off x="1728781" y="4013444"/>
            <a:ext cx="1070319" cy="30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스낵류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899F48-A6C5-CB8A-11A0-5ECB669FA5A0}"/>
              </a:ext>
            </a:extLst>
          </p:cNvPr>
          <p:cNvSpPr/>
          <p:nvPr/>
        </p:nvSpPr>
        <p:spPr>
          <a:xfrm>
            <a:off x="3490563" y="3993735"/>
            <a:ext cx="1070319" cy="30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음료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7174C2-5B02-D780-917C-8CDF2E694848}"/>
              </a:ext>
            </a:extLst>
          </p:cNvPr>
          <p:cNvSpPr/>
          <p:nvPr/>
        </p:nvSpPr>
        <p:spPr>
          <a:xfrm>
            <a:off x="5299032" y="3993735"/>
            <a:ext cx="1070319" cy="30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그 외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763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D1328-4AE7-E2E6-1180-F3DF90DC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AB32380F-9D38-514E-38E5-F1D5E079379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69993" y="80622"/>
            <a:ext cx="2057819" cy="147893"/>
          </a:xfrm>
        </p:spPr>
        <p:txBody>
          <a:bodyPr/>
          <a:lstStyle/>
          <a:p>
            <a:r>
              <a:rPr lang="en-US" altLang="ko-KR" dirty="0"/>
              <a:t>/d/</a:t>
            </a:r>
            <a:r>
              <a:rPr lang="en-US" altLang="ko-KR" dirty="0" err="1"/>
              <a:t>boosik</a:t>
            </a:r>
            <a:r>
              <a:rPr lang="en-US" altLang="ko-KR" dirty="0"/>
              <a:t>/</a:t>
            </a:r>
            <a:r>
              <a:rPr lang="en-US" altLang="ko-KR" dirty="0" err="1"/>
              <a:t>index.html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2397399-89BA-DC9F-BCB0-43EB6D421A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E62A10C8-9BC8-AAA8-EC0B-22C0C6313D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index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80E9D90D-FA32-338E-C585-8281324DD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30D902D3-FF7D-8E8C-E80C-F721EFCAC9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F31959BB-B88E-6C67-5061-852BC230761C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주간 투표 일자 알림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로그인 완료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부식 등록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페이지 이동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주차별 투표 결과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iframe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최신 결과 하이라이트</a:t>
                      </a:r>
                      <a:endParaRPr lang="en-US" altLang="ko-KR" sz="80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결과 상세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카카오톡 로그인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회원가입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(SSO)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 페이지 이동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결과들에 대한 반응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댓글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9F7A51D-D563-1D8E-3FF5-93DE6B9C92F9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1</a:t>
            </a:r>
            <a:endParaRPr 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BA6E8D4-EB02-C0B2-96F2-6FF47E86E3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1" name="Text Box 4">
            <a:extLst>
              <a:ext uri="{FF2B5EF4-FFF2-40B4-BE49-F238E27FC236}">
                <a16:creationId xmlns:a16="http://schemas.microsoft.com/office/drawing/2014/main" id="{D8795382-D837-A744-6377-846C64D54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258" y="1037969"/>
            <a:ext cx="1039406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Header</a:t>
            </a:r>
            <a:endParaRPr lang="en-US" altLang="ko-KR" sz="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3" name="Text Box 4">
            <a:extLst>
              <a:ext uri="{FF2B5EF4-FFF2-40B4-BE49-F238E27FC236}">
                <a16:creationId xmlns:a16="http://schemas.microsoft.com/office/drawing/2014/main" id="{683E89C6-6A53-1687-AF12-0E966CDA2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713" y="5734684"/>
            <a:ext cx="1039410" cy="1331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lnSpc>
                <a:spcPct val="120000"/>
              </a:lnSpc>
              <a:defRPr/>
            </a:pPr>
            <a:r>
              <a:rPr lang="en-US" altLang="ko-KR" sz="800" dirty="0">
                <a:solidFill>
                  <a:srgbClr val="000000"/>
                </a:solidFill>
                <a:latin typeface="+mn-ea"/>
                <a:ea typeface="+mn-ea"/>
              </a:rPr>
              <a:t>Footer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C18DA5C-0D02-39B9-704E-2C51BB4074DD}"/>
              </a:ext>
            </a:extLst>
          </p:cNvPr>
          <p:cNvSpPr/>
          <p:nvPr/>
        </p:nvSpPr>
        <p:spPr>
          <a:xfrm>
            <a:off x="430150" y="4427740"/>
            <a:ext cx="4918084" cy="1005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154ED78-64B5-FEEA-2F99-2ADFF06E8068}"/>
              </a:ext>
            </a:extLst>
          </p:cNvPr>
          <p:cNvSpPr/>
          <p:nvPr/>
        </p:nvSpPr>
        <p:spPr>
          <a:xfrm>
            <a:off x="422554" y="1465493"/>
            <a:ext cx="4918072" cy="165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sp>
        <p:nvSpPr>
          <p:cNvPr id="83" name="Border">
            <a:extLst>
              <a:ext uri="{FF2B5EF4-FFF2-40B4-BE49-F238E27FC236}">
                <a16:creationId xmlns:a16="http://schemas.microsoft.com/office/drawing/2014/main" id="{5EA8BF1A-9AE4-C401-147F-59294590490F}"/>
              </a:ext>
            </a:extLst>
          </p:cNvPr>
          <p:cNvSpPr>
            <a:spLocks/>
          </p:cNvSpPr>
          <p:nvPr/>
        </p:nvSpPr>
        <p:spPr bwMode="auto">
          <a:xfrm>
            <a:off x="422554" y="1775103"/>
            <a:ext cx="2630290" cy="58255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396368EF-FE08-B33F-DC63-7C1FA81442CF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309568" y="1990481"/>
            <a:ext cx="868197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부식 등록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5" name="Border">
            <a:extLst>
              <a:ext uri="{FF2B5EF4-FFF2-40B4-BE49-F238E27FC236}">
                <a16:creationId xmlns:a16="http://schemas.microsoft.com/office/drawing/2014/main" id="{DF53EBF2-0F21-B0CB-15DF-678126D7193D}"/>
              </a:ext>
            </a:extLst>
          </p:cNvPr>
          <p:cNvSpPr>
            <a:spLocks/>
          </p:cNvSpPr>
          <p:nvPr/>
        </p:nvSpPr>
        <p:spPr bwMode="auto">
          <a:xfrm>
            <a:off x="2982698" y="1775103"/>
            <a:ext cx="2361792" cy="582550"/>
          </a:xfrm>
          <a:prstGeom prst="rect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>
              <a:solidFill>
                <a:prstClr val="white">
                  <a:lumMod val="50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Label" descr="&lt;SmartSettings&gt;&lt;SmartResize anchorLeft=&quot;Relative&quot; anchorTop=&quot;None&quot; anchorRight=&quot;Relative&quot; anchorBottom=&quot;None&quot; /&gt;&lt;/SmartSettings&gt;">
            <a:extLst>
              <a:ext uri="{FF2B5EF4-FFF2-40B4-BE49-F238E27FC236}">
                <a16:creationId xmlns:a16="http://schemas.microsoft.com/office/drawing/2014/main" id="{BC285EB2-817D-5126-4F8A-A2F7042F265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98817" y="1990481"/>
            <a:ext cx="868197" cy="212366"/>
          </a:xfrm>
          <a:prstGeom prst="rect">
            <a:avLst/>
          </a:prstGeom>
          <a:noFill/>
        </p:spPr>
        <p:txBody>
          <a:bodyPr wrap="square" lIns="0" tIns="36576" rIns="0" bIns="36576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투표하기</a:t>
            </a:r>
            <a:endParaRPr lang="en-US" sz="900" b="1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6790300A-F7B1-D817-815D-84D3314EF062}"/>
              </a:ext>
            </a:extLst>
          </p:cNvPr>
          <p:cNvSpPr/>
          <p:nvPr/>
        </p:nvSpPr>
        <p:spPr>
          <a:xfrm>
            <a:off x="-820291" y="990138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4E81990D-5777-A3CC-E340-FD1C22A48D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381466"/>
              </p:ext>
            </p:extLst>
          </p:nvPr>
        </p:nvGraphicFramePr>
        <p:xfrm>
          <a:off x="449606" y="4445414"/>
          <a:ext cx="489862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358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884270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핫식스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육개장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</a:tbl>
          </a:graphicData>
        </a:graphic>
      </p:graphicFrame>
      <p:grpSp>
        <p:nvGrpSpPr>
          <p:cNvPr id="98" name="그룹 97">
            <a:extLst>
              <a:ext uri="{FF2B5EF4-FFF2-40B4-BE49-F238E27FC236}">
                <a16:creationId xmlns:a16="http://schemas.microsoft.com/office/drawing/2014/main" id="{ECF7DF87-4B5D-BCA8-23BC-AF6CDD973D3D}"/>
              </a:ext>
            </a:extLst>
          </p:cNvPr>
          <p:cNvGrpSpPr/>
          <p:nvPr/>
        </p:nvGrpSpPr>
        <p:grpSpPr>
          <a:xfrm>
            <a:off x="5248523" y="4444390"/>
            <a:ext cx="95967" cy="989049"/>
            <a:chOff x="8697416" y="3436678"/>
            <a:chExt cx="108000" cy="1491751"/>
          </a:xfrm>
        </p:grpSpPr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CF2AA0AE-3101-2884-01AB-964E3F785E60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6FE9A170-EEAC-DAD3-F4B6-9589A85FE38B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75CEE252-1FB0-1102-D4CA-58EFCFC6C761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1C20224D-E536-FEE0-AFDB-583A2DFF51CA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03" name="그룹 235">
              <a:extLst>
                <a:ext uri="{FF2B5EF4-FFF2-40B4-BE49-F238E27FC236}">
                  <a16:creationId xmlns:a16="http://schemas.microsoft.com/office/drawing/2014/main" id="{CBCDB189-9F9E-14C9-C84B-D5BC7D9FE4B8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117FBE2A-C791-1370-18EA-2B7CFF9B3713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734BD6F8-511A-2936-72F9-7A62BD4FE0CC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151483B2-8CBB-28A1-14D5-4A73287C90F8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pic>
        <p:nvPicPr>
          <p:cNvPr id="107" name="그림 106">
            <a:extLst>
              <a:ext uri="{FF2B5EF4-FFF2-40B4-BE49-F238E27FC236}">
                <a16:creationId xmlns:a16="http://schemas.microsoft.com/office/drawing/2014/main" id="{9F83D901-C3E2-C06E-2C24-107B9A3513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761" y="4711903"/>
            <a:ext cx="219641" cy="219641"/>
          </a:xfrm>
          <a:prstGeom prst="rect">
            <a:avLst/>
          </a:prstGeom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0E24434F-FEC9-0B5A-8063-F496BD7B086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761" y="4941675"/>
            <a:ext cx="219641" cy="219641"/>
          </a:xfrm>
          <a:prstGeom prst="rect">
            <a:avLst/>
          </a:prstGeom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82E471D3-E420-5446-C91B-45C48A59C5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8761" y="5184909"/>
            <a:ext cx="219641" cy="219641"/>
          </a:xfrm>
          <a:prstGeom prst="rect">
            <a:avLst/>
          </a:prstGeom>
        </p:spPr>
      </p:pic>
      <p:pic>
        <p:nvPicPr>
          <p:cNvPr id="111" name="그래픽 110" descr="배지 1 단색으로 채워진">
            <a:extLst>
              <a:ext uri="{FF2B5EF4-FFF2-40B4-BE49-F238E27FC236}">
                <a16:creationId xmlns:a16="http://schemas.microsoft.com/office/drawing/2014/main" id="{2C6D5747-6D7E-0C25-3750-E192165BA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3965" y="1435097"/>
            <a:ext cx="246185" cy="246185"/>
          </a:xfrm>
          <a:prstGeom prst="rect">
            <a:avLst/>
          </a:prstGeom>
        </p:spPr>
      </p:pic>
      <p:pic>
        <p:nvPicPr>
          <p:cNvPr id="113" name="그래픽 112" descr="배지 단색으로 채워진">
            <a:extLst>
              <a:ext uri="{FF2B5EF4-FFF2-40B4-BE49-F238E27FC236}">
                <a16:creationId xmlns:a16="http://schemas.microsoft.com/office/drawing/2014/main" id="{E79A5448-8651-2C3B-1358-284D073A421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95851" y="1044256"/>
            <a:ext cx="246185" cy="246185"/>
          </a:xfrm>
          <a:prstGeom prst="rect">
            <a:avLst/>
          </a:prstGeom>
        </p:spPr>
      </p:pic>
      <p:pic>
        <p:nvPicPr>
          <p:cNvPr id="115" name="그래픽 114" descr="배지 3 단색으로 채워진">
            <a:extLst>
              <a:ext uri="{FF2B5EF4-FFF2-40B4-BE49-F238E27FC236}">
                <a16:creationId xmlns:a16="http://schemas.microsoft.com/office/drawing/2014/main" id="{CC0E9357-16BB-BAE5-C9F7-A87400476E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73436" y="1734235"/>
            <a:ext cx="246185" cy="246185"/>
          </a:xfrm>
          <a:prstGeom prst="rect">
            <a:avLst/>
          </a:prstGeom>
        </p:spPr>
      </p:pic>
      <p:pic>
        <p:nvPicPr>
          <p:cNvPr id="117" name="그래픽 116" descr="배지 4 단색으로 채워진">
            <a:extLst>
              <a:ext uri="{FF2B5EF4-FFF2-40B4-BE49-F238E27FC236}">
                <a16:creationId xmlns:a16="http://schemas.microsoft.com/office/drawing/2014/main" id="{FE650C7C-5E83-569B-3EBB-54FD54646E8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62685" y="1753722"/>
            <a:ext cx="246185" cy="246185"/>
          </a:xfrm>
          <a:prstGeom prst="rect">
            <a:avLst/>
          </a:prstGeom>
        </p:spPr>
      </p:pic>
      <p:pic>
        <p:nvPicPr>
          <p:cNvPr id="121" name="그래픽 120" descr="배지 6 단색으로 채워진">
            <a:extLst>
              <a:ext uri="{FF2B5EF4-FFF2-40B4-BE49-F238E27FC236}">
                <a16:creationId xmlns:a16="http://schemas.microsoft.com/office/drawing/2014/main" id="{AAD7CF41-FC96-0AC0-6148-9F774E2C95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1078" y="4901266"/>
            <a:ext cx="246185" cy="246185"/>
          </a:xfrm>
          <a:prstGeom prst="rect">
            <a:avLst/>
          </a:prstGeom>
        </p:spPr>
      </p:pic>
      <p:pic>
        <p:nvPicPr>
          <p:cNvPr id="123" name="그래픽 122" descr="배지 7 단색으로 채워진">
            <a:extLst>
              <a:ext uri="{FF2B5EF4-FFF2-40B4-BE49-F238E27FC236}">
                <a16:creationId xmlns:a16="http://schemas.microsoft.com/office/drawing/2014/main" id="{AE2FE107-5FCC-2400-1AB2-AD095D6EA5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38282" y="4689638"/>
            <a:ext cx="246185" cy="246185"/>
          </a:xfrm>
          <a:prstGeom prst="rect">
            <a:avLst/>
          </a:prstGeom>
        </p:spPr>
      </p:pic>
      <p:pic>
        <p:nvPicPr>
          <p:cNvPr id="128" name="그림 127">
            <a:extLst>
              <a:ext uri="{FF2B5EF4-FFF2-40B4-BE49-F238E27FC236}">
                <a16:creationId xmlns:a16="http://schemas.microsoft.com/office/drawing/2014/main" id="{1D8D22C8-3B2E-E7F5-D3EB-ABBD95F0E5C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895" y="1071488"/>
            <a:ext cx="142662" cy="142662"/>
          </a:xfrm>
          <a:prstGeom prst="rect">
            <a:avLst/>
          </a:prstGeom>
        </p:spPr>
      </p:pic>
      <p:pic>
        <p:nvPicPr>
          <p:cNvPr id="131" name="그래픽 130" descr="배지 7 단색으로 채워진">
            <a:extLst>
              <a:ext uri="{FF2B5EF4-FFF2-40B4-BE49-F238E27FC236}">
                <a16:creationId xmlns:a16="http://schemas.microsoft.com/office/drawing/2014/main" id="{7702D45F-1330-690B-96EF-463AACEDE8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38282" y="4932395"/>
            <a:ext cx="246185" cy="246185"/>
          </a:xfrm>
          <a:prstGeom prst="rect">
            <a:avLst/>
          </a:prstGeom>
        </p:spPr>
      </p:pic>
      <p:pic>
        <p:nvPicPr>
          <p:cNvPr id="132" name="그래픽 131" descr="배지 7 단색으로 채워진">
            <a:extLst>
              <a:ext uri="{FF2B5EF4-FFF2-40B4-BE49-F238E27FC236}">
                <a16:creationId xmlns:a16="http://schemas.microsoft.com/office/drawing/2014/main" id="{F359683D-D071-A475-EA89-F6937C7505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38282" y="5175164"/>
            <a:ext cx="246185" cy="246185"/>
          </a:xfrm>
          <a:prstGeom prst="rect">
            <a:avLst/>
          </a:prstGeom>
        </p:spPr>
      </p:pic>
      <p:pic>
        <p:nvPicPr>
          <p:cNvPr id="125" name="그래픽 124" descr="배지 8 단색으로 채워진">
            <a:extLst>
              <a:ext uri="{FF2B5EF4-FFF2-40B4-BE49-F238E27FC236}">
                <a16:creationId xmlns:a16="http://schemas.microsoft.com/office/drawing/2014/main" id="{22FFACAC-1FD4-371F-EBAB-C7BF81E0AC0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37911" y="790722"/>
            <a:ext cx="246185" cy="246185"/>
          </a:xfrm>
          <a:prstGeom prst="rect">
            <a:avLst/>
          </a:prstGeom>
        </p:spPr>
      </p:pic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FE0B540-E559-1B07-676C-DC1E34ADE866}"/>
              </a:ext>
            </a:extLst>
          </p:cNvPr>
          <p:cNvGrpSpPr/>
          <p:nvPr/>
        </p:nvGrpSpPr>
        <p:grpSpPr>
          <a:xfrm>
            <a:off x="6206847" y="1016987"/>
            <a:ext cx="268248" cy="268248"/>
            <a:chOff x="2114611" y="5573840"/>
            <a:chExt cx="368584" cy="368584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F3506BE-8F51-9DC2-9440-C9CCAB01315B}"/>
                </a:ext>
              </a:extLst>
            </p:cNvPr>
            <p:cNvSpPr/>
            <p:nvPr/>
          </p:nvSpPr>
          <p:spPr>
            <a:xfrm>
              <a:off x="2114611" y="5573840"/>
              <a:ext cx="368584" cy="368584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E190A1F4-DB3C-DF49-72E6-26737C3182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print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903" y="5664442"/>
              <a:ext cx="216000" cy="216000"/>
            </a:xfrm>
            <a:prstGeom prst="rect">
              <a:avLst/>
            </a:prstGeom>
            <a:noFill/>
          </p:spPr>
        </p:pic>
      </p:grp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34BE0ADA-C98C-DFB3-E828-B8CE51E418A9}"/>
              </a:ext>
            </a:extLst>
          </p:cNvPr>
          <p:cNvCxnSpPr/>
          <p:nvPr/>
        </p:nvCxnSpPr>
        <p:spPr>
          <a:xfrm>
            <a:off x="6109918" y="1044256"/>
            <a:ext cx="0" cy="2409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0" name="그래픽 139" descr="배지 9 단색으로 채워진">
            <a:extLst>
              <a:ext uri="{FF2B5EF4-FFF2-40B4-BE49-F238E27FC236}">
                <a16:creationId xmlns:a16="http://schemas.microsoft.com/office/drawing/2014/main" id="{73E66151-5717-60D8-2E14-067F4ABF2DD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644234" y="1041652"/>
            <a:ext cx="246185" cy="246185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8050F905-4D44-1E79-5226-672E54FC3B38}"/>
              </a:ext>
            </a:extLst>
          </p:cNvPr>
          <p:cNvSpPr/>
          <p:nvPr/>
        </p:nvSpPr>
        <p:spPr>
          <a:xfrm>
            <a:off x="401133" y="2508607"/>
            <a:ext cx="4918084" cy="3045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실시간 투표 그래프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D354F14-65A2-5FA2-91B2-F24C2EA04758}"/>
              </a:ext>
            </a:extLst>
          </p:cNvPr>
          <p:cNvSpPr/>
          <p:nvPr/>
        </p:nvSpPr>
        <p:spPr>
          <a:xfrm>
            <a:off x="4487753" y="4688749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+3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F813822-6432-BF3F-E463-106DA17AB20C}"/>
              </a:ext>
            </a:extLst>
          </p:cNvPr>
          <p:cNvSpPr/>
          <p:nvPr/>
        </p:nvSpPr>
        <p:spPr>
          <a:xfrm>
            <a:off x="4487753" y="4930532"/>
            <a:ext cx="377074" cy="222542"/>
          </a:xfrm>
          <a:prstGeom prst="round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+1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B406845F-89B2-4C80-8AAD-98C92DCA1C47}"/>
              </a:ext>
            </a:extLst>
          </p:cNvPr>
          <p:cNvCxnSpPr>
            <a:cxnSpLocks/>
            <a:stCxn id="3" idx="2"/>
          </p:cNvCxnSpPr>
          <p:nvPr/>
        </p:nvCxnSpPr>
        <p:spPr>
          <a:xfrm rot="16200000" flipH="1">
            <a:off x="4923613" y="4905750"/>
            <a:ext cx="858620" cy="1353267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그래픽 19" descr="배지 10 단색으로 채워진">
            <a:extLst>
              <a:ext uri="{FF2B5EF4-FFF2-40B4-BE49-F238E27FC236}">
                <a16:creationId xmlns:a16="http://schemas.microsoft.com/office/drawing/2014/main" id="{7920C360-50DF-BEDF-AB51-0B0F30B485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60662" y="5899358"/>
            <a:ext cx="246185" cy="246185"/>
          </a:xfrm>
          <a:prstGeom prst="rect">
            <a:avLst/>
          </a:prstGeom>
        </p:spPr>
      </p:pic>
      <p:pic>
        <p:nvPicPr>
          <p:cNvPr id="119" name="그래픽 118" descr="배지 5 단색으로 채워진">
            <a:extLst>
              <a:ext uri="{FF2B5EF4-FFF2-40B4-BE49-F238E27FC236}">
                <a16:creationId xmlns:a16="http://schemas.microsoft.com/office/drawing/2014/main" id="{F57B85F6-77BB-1932-B229-80001596365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78904" y="4607535"/>
            <a:ext cx="246185" cy="246185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0490408A-EFFE-128A-36A6-52D38F999A85}"/>
              </a:ext>
            </a:extLst>
          </p:cNvPr>
          <p:cNvSpPr/>
          <p:nvPr/>
        </p:nvSpPr>
        <p:spPr>
          <a:xfrm>
            <a:off x="639855" y="2911779"/>
            <a:ext cx="1085910" cy="108591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E076DA-A6F6-60EB-627E-3FC625EABC6D}"/>
              </a:ext>
            </a:extLst>
          </p:cNvPr>
          <p:cNvSpPr/>
          <p:nvPr/>
        </p:nvSpPr>
        <p:spPr>
          <a:xfrm>
            <a:off x="2417228" y="2911779"/>
            <a:ext cx="1085910" cy="108591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D89395F-E2AC-DD22-F537-AECF8B74A566}"/>
              </a:ext>
            </a:extLst>
          </p:cNvPr>
          <p:cNvSpPr/>
          <p:nvPr/>
        </p:nvSpPr>
        <p:spPr>
          <a:xfrm>
            <a:off x="4194601" y="2911779"/>
            <a:ext cx="1085910" cy="108591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F1DBB0-81C3-84D8-A6F7-A78BEA95C32D}"/>
              </a:ext>
            </a:extLst>
          </p:cNvPr>
          <p:cNvSpPr/>
          <p:nvPr/>
        </p:nvSpPr>
        <p:spPr>
          <a:xfrm>
            <a:off x="667380" y="4013444"/>
            <a:ext cx="1070319" cy="30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>
                <a:solidFill>
                  <a:schemeClr val="tx1"/>
                </a:solidFill>
              </a:rPr>
              <a:t>스낵류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3C0F4D1-F848-899B-7E41-F73928A1E5CF}"/>
              </a:ext>
            </a:extLst>
          </p:cNvPr>
          <p:cNvSpPr/>
          <p:nvPr/>
        </p:nvSpPr>
        <p:spPr>
          <a:xfrm>
            <a:off x="2429162" y="3993735"/>
            <a:ext cx="1070319" cy="30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음료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50613FD-8DC5-479D-3D01-A60B09EEBB0B}"/>
              </a:ext>
            </a:extLst>
          </p:cNvPr>
          <p:cNvSpPr/>
          <p:nvPr/>
        </p:nvSpPr>
        <p:spPr>
          <a:xfrm>
            <a:off x="4237631" y="3993735"/>
            <a:ext cx="1070319" cy="30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그 외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pic>
        <p:nvPicPr>
          <p:cNvPr id="4" name="그림 3" descr="스크린샷, 직사각형, 라인, 다채로움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7233A4F-050A-DF99-80CF-58E6DC973E34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4609" y="1987453"/>
            <a:ext cx="1961606" cy="435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169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BE0BD-4052-0E7D-69DF-3350034A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3E93AE1-905C-F471-B62B-FA3B18BB4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/d/boosik/sub/additem.html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32CB75F-76C8-57B1-D751-5FF6DEAE56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FA8BC090-D64A-30B5-5692-35282F3B0B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DF125979-EE94-0045-AEB7-108059996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1145BE9-6424-A496-FBF0-7A0BFB1833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C962516E-ED7E-27AA-E0D9-927E07D2E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6879300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메인화면으로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그냥 내 정보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상자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이마트에서 크롤링한 가격 정보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내가 고른 부식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menu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검색하여 선택한 제품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투표에 메뉴 추가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중복 검색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사람이 추가한 메뉴들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iframe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메인페이지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감정에 호소하기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 area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C6D94356-41E2-5600-FBEE-8C1DAC122036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4BE19B4-E81F-DE63-5EF7-589D0E600A77}"/>
              </a:ext>
            </a:extLst>
          </p:cNvPr>
          <p:cNvSpPr/>
          <p:nvPr/>
        </p:nvSpPr>
        <p:spPr>
          <a:xfrm>
            <a:off x="40898" y="589282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393170-DF22-2B9C-A549-0FB8ACAB13A8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17F49E-3B00-E73E-5896-750B6FEDDE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76B897-2150-4D45-29C3-A22E2D6A4F11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sp>
        <p:nvSpPr>
          <p:cNvPr id="5" name="Text Box">
            <a:extLst>
              <a:ext uri="{FF2B5EF4-FFF2-40B4-BE49-F238E27FC236}">
                <a16:creationId xmlns:a16="http://schemas.microsoft.com/office/drawing/2014/main" id="{3AAD2048-57F0-3C49-44DA-E206306576E5}"/>
              </a:ext>
            </a:extLst>
          </p:cNvPr>
          <p:cNvSpPr/>
          <p:nvPr/>
        </p:nvSpPr>
        <p:spPr>
          <a:xfrm>
            <a:off x="2401210" y="1680080"/>
            <a:ext cx="329332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211A46C-03CA-F136-CFAF-E0C75C92CA0F}"/>
              </a:ext>
            </a:extLst>
          </p:cNvPr>
          <p:cNvGrpSpPr/>
          <p:nvPr/>
        </p:nvGrpSpPr>
        <p:grpSpPr>
          <a:xfrm>
            <a:off x="5396712" y="1691415"/>
            <a:ext cx="209512" cy="208470"/>
            <a:chOff x="707191" y="4221565"/>
            <a:chExt cx="190465" cy="18951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2CA65EB-FC4C-248A-73DF-213E5FBC1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D049EE-4279-23A5-EFBC-ED13E1B17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3FEE0CE-2DF5-8D70-1D87-F073A8B054EC}"/>
              </a:ext>
            </a:extLst>
          </p:cNvPr>
          <p:cNvSpPr/>
          <p:nvPr/>
        </p:nvSpPr>
        <p:spPr>
          <a:xfrm>
            <a:off x="1491557" y="2397442"/>
            <a:ext cx="4918071" cy="36721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41F77A-1AD4-24CF-389E-3FEFC1D72E0A}"/>
              </a:ext>
            </a:extLst>
          </p:cNvPr>
          <p:cNvSpPr txBox="1"/>
          <p:nvPr/>
        </p:nvSpPr>
        <p:spPr>
          <a:xfrm>
            <a:off x="1506325" y="2074237"/>
            <a:ext cx="1735428" cy="32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추가할 부식 </a:t>
            </a:r>
            <a:r>
              <a:rPr kumimoji="1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pic>
        <p:nvPicPr>
          <p:cNvPr id="33" name="그래픽 32" descr="배지 1 단색으로 채워진">
            <a:extLst>
              <a:ext uri="{FF2B5EF4-FFF2-40B4-BE49-F238E27FC236}">
                <a16:creationId xmlns:a16="http://schemas.microsoft.com/office/drawing/2014/main" id="{A15FD485-F4C4-F232-3541-E1E901204D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23538" y="737500"/>
            <a:ext cx="197363" cy="197363"/>
          </a:xfrm>
          <a:prstGeom prst="rect">
            <a:avLst/>
          </a:prstGeom>
        </p:spPr>
      </p:pic>
      <p:pic>
        <p:nvPicPr>
          <p:cNvPr id="35" name="그래픽 34" descr="배지 단색으로 채워진">
            <a:extLst>
              <a:ext uri="{FF2B5EF4-FFF2-40B4-BE49-F238E27FC236}">
                <a16:creationId xmlns:a16="http://schemas.microsoft.com/office/drawing/2014/main" id="{7DB3FD9B-B3CD-2F41-E437-59356E76D8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4831" y="737500"/>
            <a:ext cx="197363" cy="197363"/>
          </a:xfrm>
          <a:prstGeom prst="rect">
            <a:avLst/>
          </a:prstGeom>
        </p:spPr>
      </p:pic>
      <p:pic>
        <p:nvPicPr>
          <p:cNvPr id="37" name="그래픽 36" descr="배지 3 단색으로 채워진">
            <a:extLst>
              <a:ext uri="{FF2B5EF4-FFF2-40B4-BE49-F238E27FC236}">
                <a16:creationId xmlns:a16="http://schemas.microsoft.com/office/drawing/2014/main" id="{922452C2-B1F8-AA0B-2F53-20D2EFF26BD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0829" y="1688276"/>
            <a:ext cx="197363" cy="197363"/>
          </a:xfrm>
          <a:prstGeom prst="rect">
            <a:avLst/>
          </a:prstGeom>
        </p:spPr>
      </p:pic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C2847713-03DB-3224-E9F7-05D819C18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379661"/>
              </p:ext>
            </p:extLst>
          </p:nvPr>
        </p:nvGraphicFramePr>
        <p:xfrm>
          <a:off x="1491551" y="2397778"/>
          <a:ext cx="491807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9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4000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먹어보고 싶어요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pic>
        <p:nvPicPr>
          <p:cNvPr id="41" name="그래픽 40" descr="배지 5 단색으로 채워진">
            <a:extLst>
              <a:ext uri="{FF2B5EF4-FFF2-40B4-BE49-F238E27FC236}">
                <a16:creationId xmlns:a16="http://schemas.microsoft.com/office/drawing/2014/main" id="{80C84EA7-E215-74D2-1A1C-34B80B3635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95504" y="2237909"/>
            <a:ext cx="197363" cy="197363"/>
          </a:xfrm>
          <a:prstGeom prst="rect">
            <a:avLst/>
          </a:prstGeom>
        </p:spPr>
      </p:pic>
      <p:pic>
        <p:nvPicPr>
          <p:cNvPr id="43" name="그래픽 42" descr="배지 6 단색으로 채워진">
            <a:extLst>
              <a:ext uri="{FF2B5EF4-FFF2-40B4-BE49-F238E27FC236}">
                <a16:creationId xmlns:a16="http://schemas.microsoft.com/office/drawing/2014/main" id="{7A5FAE94-B2E1-D167-A7BE-E742AFC1DBA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599029" y="2670701"/>
            <a:ext cx="197363" cy="197363"/>
          </a:xfrm>
          <a:prstGeom prst="rect">
            <a:avLst/>
          </a:prstGeom>
        </p:spPr>
      </p:pic>
      <p:pic>
        <p:nvPicPr>
          <p:cNvPr id="45" name="그래픽 44" descr="배지 7 단색으로 채워진">
            <a:extLst>
              <a:ext uri="{FF2B5EF4-FFF2-40B4-BE49-F238E27FC236}">
                <a16:creationId xmlns:a16="http://schemas.microsoft.com/office/drawing/2014/main" id="{59B537FA-BAE3-60E5-68FD-67A2B24708A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75904" y="6305757"/>
            <a:ext cx="197363" cy="197363"/>
          </a:xfrm>
          <a:prstGeom prst="rect">
            <a:avLst/>
          </a:prstGeom>
        </p:spPr>
      </p:pic>
      <p:pic>
        <p:nvPicPr>
          <p:cNvPr id="49" name="그래픽 48" descr="배지 9 단색으로 채워진">
            <a:extLst>
              <a:ext uri="{FF2B5EF4-FFF2-40B4-BE49-F238E27FC236}">
                <a16:creationId xmlns:a16="http://schemas.microsoft.com/office/drawing/2014/main" id="{37BD46C4-5E9A-8E9C-0234-C7AA990C3D9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391465" y="1279244"/>
            <a:ext cx="197363" cy="197363"/>
          </a:xfrm>
          <a:prstGeom prst="rect">
            <a:avLst/>
          </a:prstGeom>
        </p:spPr>
      </p:pic>
      <p:grpSp>
        <p:nvGrpSpPr>
          <p:cNvPr id="52" name="그룹 51">
            <a:extLst>
              <a:ext uri="{FF2B5EF4-FFF2-40B4-BE49-F238E27FC236}">
                <a16:creationId xmlns:a16="http://schemas.microsoft.com/office/drawing/2014/main" id="{E98B25A8-9FF0-DB7B-9378-CACE7CF30A13}"/>
              </a:ext>
            </a:extLst>
          </p:cNvPr>
          <p:cNvGrpSpPr/>
          <p:nvPr/>
        </p:nvGrpSpPr>
        <p:grpSpPr>
          <a:xfrm>
            <a:off x="1588831" y="1291546"/>
            <a:ext cx="190465" cy="189518"/>
            <a:chOff x="707191" y="5113600"/>
            <a:chExt cx="190465" cy="189518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50839601-FE8A-E494-72BF-970E02DC03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54" name="그림 53">
              <a:extLst>
                <a:ext uri="{FF2B5EF4-FFF2-40B4-BE49-F238E27FC236}">
                  <a16:creationId xmlns:a16="http://schemas.microsoft.com/office/drawing/2014/main" id="{FD7EEB30-4CD7-87F0-F457-419EE9C0B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57" name="그래픽 56" descr="배지 10 단색으로 채워진">
            <a:extLst>
              <a:ext uri="{FF2B5EF4-FFF2-40B4-BE49-F238E27FC236}">
                <a16:creationId xmlns:a16="http://schemas.microsoft.com/office/drawing/2014/main" id="{336B6498-B8FF-01FA-3064-57AEF21614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53000" y="2669775"/>
            <a:ext cx="194624" cy="194624"/>
          </a:xfrm>
          <a:prstGeom prst="rect">
            <a:avLst/>
          </a:prstGeom>
        </p:spPr>
      </p:pic>
      <p:sp>
        <p:nvSpPr>
          <p:cNvPr id="42" name="Rectangle 89">
            <a:extLst>
              <a:ext uri="{FF2B5EF4-FFF2-40B4-BE49-F238E27FC236}">
                <a16:creationId xmlns:a16="http://schemas.microsoft.com/office/drawing/2014/main" id="{9D8E6CD9-8F22-996E-47CA-170DF2A3E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06" y="6276504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A08816-6EA4-93AB-E553-BBE52173A090}"/>
              </a:ext>
            </a:extLst>
          </p:cNvPr>
          <p:cNvSpPr txBox="1"/>
          <p:nvPr/>
        </p:nvSpPr>
        <p:spPr>
          <a:xfrm>
            <a:off x="3180159" y="1196475"/>
            <a:ext cx="1735428" cy="35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부식등록</a:t>
            </a:r>
            <a:endParaRPr kumimoji="1" lang="en-US" altLang="ko-KR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1546FD0-0A1F-A186-71A2-D076C55462C4}"/>
              </a:ext>
            </a:extLst>
          </p:cNvPr>
          <p:cNvSpPr/>
          <p:nvPr/>
        </p:nvSpPr>
        <p:spPr>
          <a:xfrm>
            <a:off x="1495815" y="5919043"/>
            <a:ext cx="4918072" cy="165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</p:spTree>
    <p:extLst>
      <p:ext uri="{BB962C8B-B14F-4D97-AF65-F5344CB8AC3E}">
        <p14:creationId xmlns:p14="http://schemas.microsoft.com/office/powerpoint/2010/main" val="2671865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68C68-9589-0FCE-D65D-84CE70221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A8CB21A-5F51-49D3-498C-CB869B5AB2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/d/boosik/sub/additem.html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2C19DA0F-DC7E-0E4B-DDA6-90A7938717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6797062E-9E1C-E789-1EA1-03E2BFE842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additem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70459A5E-5082-23EB-FAA5-06E9527B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A0C1C9C1-337F-507C-F267-FEA1D98D42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02963E3A-0BD0-E31B-6887-E7CB1337432A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메인화면으로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그냥 내 정보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기능 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x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 상자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이마트에서 크롤링한 가격 정보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내가 고른 부식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menu 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들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검색하여 선택한 제품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투표에 메뉴 추가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중복 검색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모든 사람이 추가한 메뉴들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iframe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메인페이지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감정에 호소하기 </a:t>
                      </a:r>
                      <a:r>
                        <a:rPr lang="en-US" altLang="ko-KR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 area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A40A08B-DFF1-342C-CCCC-6D6D710D86C8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D1AB741-9560-2B13-6809-E2E621D7C279}"/>
              </a:ext>
            </a:extLst>
          </p:cNvPr>
          <p:cNvSpPr/>
          <p:nvPr/>
        </p:nvSpPr>
        <p:spPr>
          <a:xfrm>
            <a:off x="40898" y="589282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DB5B55-66CA-14F0-8795-F255D7D16E97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457E8B-A4F6-59A5-08EE-2AFDB0D8488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EB8DFF-EA29-9833-964B-5D427750A705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C89FBDE-D2BE-FDBE-083B-A28FB67EECF4}"/>
              </a:ext>
            </a:extLst>
          </p:cNvPr>
          <p:cNvGrpSpPr/>
          <p:nvPr/>
        </p:nvGrpSpPr>
        <p:grpSpPr>
          <a:xfrm>
            <a:off x="2401210" y="1909925"/>
            <a:ext cx="3293326" cy="225703"/>
            <a:chOff x="-3703032" y="486221"/>
            <a:chExt cx="3293326" cy="225703"/>
          </a:xfrm>
        </p:grpSpPr>
        <p:sp>
          <p:nvSpPr>
            <p:cNvPr id="29" name="Box">
              <a:extLst>
                <a:ext uri="{FF2B5EF4-FFF2-40B4-BE49-F238E27FC236}">
                  <a16:creationId xmlns:a16="http://schemas.microsoft.com/office/drawing/2014/main" id="{A76E671F-23CD-E809-6E45-B81DE9F3FDA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-3703032" y="486221"/>
              <a:ext cx="3293326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50800" rIns="91440" bIns="50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200"/>
                </a:spcAft>
              </a:pPr>
              <a:r>
                <a:rPr lang="ko-KR" alt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예감 </a:t>
              </a:r>
              <a:r>
                <a: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/ 4,000</a:t>
              </a:r>
              <a:endParaRPr lang="en-US" sz="800" noProof="1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31" name="Selection Overlay">
              <a:extLst>
                <a:ext uri="{FF2B5EF4-FFF2-40B4-BE49-F238E27FC236}">
                  <a16:creationId xmlns:a16="http://schemas.microsoft.com/office/drawing/2014/main" id="{C43AD1E8-A2FA-2294-6765-1FAE4C7B4DB0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-3703032" y="519043"/>
              <a:ext cx="3293326" cy="165672"/>
            </a:xfrm>
            <a:prstGeom prst="rect">
              <a:avLst/>
            </a:prstGeom>
            <a:solidFill>
              <a:srgbClr val="5B9BD5">
                <a:alpha val="21961"/>
              </a:srgb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33" name="그래픽 32" descr="배지 1 단색으로 채워진">
            <a:extLst>
              <a:ext uri="{FF2B5EF4-FFF2-40B4-BE49-F238E27FC236}">
                <a16:creationId xmlns:a16="http://schemas.microsoft.com/office/drawing/2014/main" id="{0A19E5A7-2985-9FB6-FE43-4E938C57C0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23538" y="737500"/>
            <a:ext cx="197363" cy="197363"/>
          </a:xfrm>
          <a:prstGeom prst="rect">
            <a:avLst/>
          </a:prstGeom>
        </p:spPr>
      </p:pic>
      <p:pic>
        <p:nvPicPr>
          <p:cNvPr id="35" name="그래픽 34" descr="배지 단색으로 채워진">
            <a:extLst>
              <a:ext uri="{FF2B5EF4-FFF2-40B4-BE49-F238E27FC236}">
                <a16:creationId xmlns:a16="http://schemas.microsoft.com/office/drawing/2014/main" id="{3A327B11-C971-E135-4C08-7F71B28D1BC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4831" y="737500"/>
            <a:ext cx="197363" cy="1973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345D54-1C2C-1DB3-0772-61108F22B333}"/>
              </a:ext>
            </a:extLst>
          </p:cNvPr>
          <p:cNvSpPr txBox="1"/>
          <p:nvPr/>
        </p:nvSpPr>
        <p:spPr>
          <a:xfrm>
            <a:off x="3180159" y="1196475"/>
            <a:ext cx="1735428" cy="35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부식등록</a:t>
            </a:r>
            <a:endParaRPr kumimoji="1" lang="en-US" altLang="ko-KR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F557A39-175C-8662-F389-6E99C485170F}"/>
              </a:ext>
            </a:extLst>
          </p:cNvPr>
          <p:cNvGrpSpPr/>
          <p:nvPr/>
        </p:nvGrpSpPr>
        <p:grpSpPr>
          <a:xfrm>
            <a:off x="1588831" y="1291546"/>
            <a:ext cx="190465" cy="189518"/>
            <a:chOff x="707191" y="5113600"/>
            <a:chExt cx="190465" cy="1895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FA2992A-6021-9558-67B2-3E1CBADAB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E34F5A03-6DFD-7014-EC33-FCDFE7082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22" name="그래픽 21" descr="배지 9 단색으로 채워진">
            <a:extLst>
              <a:ext uri="{FF2B5EF4-FFF2-40B4-BE49-F238E27FC236}">
                <a16:creationId xmlns:a16="http://schemas.microsoft.com/office/drawing/2014/main" id="{786998E5-A0D9-1A16-D7A9-FE8A9E1FA0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91465" y="1279244"/>
            <a:ext cx="197363" cy="197363"/>
          </a:xfrm>
          <a:prstGeom prst="rect">
            <a:avLst/>
          </a:prstGeom>
        </p:spPr>
      </p:pic>
      <p:sp>
        <p:nvSpPr>
          <p:cNvPr id="23" name="Text Box">
            <a:extLst>
              <a:ext uri="{FF2B5EF4-FFF2-40B4-BE49-F238E27FC236}">
                <a16:creationId xmlns:a16="http://schemas.microsoft.com/office/drawing/2014/main" id="{5FD36033-44D9-4D03-6163-30CC4AF8AABB}"/>
              </a:ext>
            </a:extLst>
          </p:cNvPr>
          <p:cNvSpPr/>
          <p:nvPr/>
        </p:nvSpPr>
        <p:spPr>
          <a:xfrm>
            <a:off x="2401210" y="1680080"/>
            <a:ext cx="3293326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3656FB-B3AB-14EC-F7E0-49A22F055DB9}"/>
              </a:ext>
            </a:extLst>
          </p:cNvPr>
          <p:cNvGrpSpPr/>
          <p:nvPr/>
        </p:nvGrpSpPr>
        <p:grpSpPr>
          <a:xfrm>
            <a:off x="5396712" y="1691415"/>
            <a:ext cx="209512" cy="208470"/>
            <a:chOff x="707191" y="4221565"/>
            <a:chExt cx="190465" cy="189518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45D13304-443D-AA97-7355-C4529A54C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4221901"/>
              <a:ext cx="189182" cy="18918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1E48AAD2-BF0E-3295-F52A-AC32CD1F0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4221565"/>
              <a:ext cx="189182" cy="189182"/>
            </a:xfrm>
            <a:prstGeom prst="rect">
              <a:avLst/>
            </a:prstGeom>
          </p:spPr>
        </p:pic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4F86AF3-7C34-E46F-2881-EEE49F54B6C9}"/>
              </a:ext>
            </a:extLst>
          </p:cNvPr>
          <p:cNvSpPr/>
          <p:nvPr/>
        </p:nvSpPr>
        <p:spPr>
          <a:xfrm>
            <a:off x="1491557" y="2397442"/>
            <a:ext cx="4918071" cy="36721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7E1B50-F0B4-E863-ADC2-56772BCADCF9}"/>
              </a:ext>
            </a:extLst>
          </p:cNvPr>
          <p:cNvSpPr txBox="1"/>
          <p:nvPr/>
        </p:nvSpPr>
        <p:spPr>
          <a:xfrm>
            <a:off x="1506325" y="2074237"/>
            <a:ext cx="1735428" cy="32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추가할 부식 </a:t>
            </a:r>
            <a:r>
              <a:rPr kumimoji="1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pic>
        <p:nvPicPr>
          <p:cNvPr id="34" name="그래픽 33" descr="배지 3 단색으로 채워진">
            <a:extLst>
              <a:ext uri="{FF2B5EF4-FFF2-40B4-BE49-F238E27FC236}">
                <a16:creationId xmlns:a16="http://schemas.microsoft.com/office/drawing/2014/main" id="{D198F250-3A15-BB6D-AD38-3024CE1318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40829" y="1688276"/>
            <a:ext cx="197363" cy="197363"/>
          </a:xfrm>
          <a:prstGeom prst="rect">
            <a:avLst/>
          </a:prstGeom>
        </p:spPr>
      </p:pic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EC65649B-5354-415B-634A-4C93BE1FC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9578"/>
              </p:ext>
            </p:extLst>
          </p:nvPr>
        </p:nvGraphicFramePr>
        <p:xfrm>
          <a:off x="1491551" y="2397778"/>
          <a:ext cx="4918072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896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268071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1461105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4000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  먹어보고 싶어요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</a:tbl>
          </a:graphicData>
        </a:graphic>
      </p:graphicFrame>
      <p:pic>
        <p:nvPicPr>
          <p:cNvPr id="40" name="그래픽 39" descr="배지 5 단색으로 채워진">
            <a:extLst>
              <a:ext uri="{FF2B5EF4-FFF2-40B4-BE49-F238E27FC236}">
                <a16:creationId xmlns:a16="http://schemas.microsoft.com/office/drawing/2014/main" id="{960CE025-1B76-72C5-C4C3-706D26E3F1D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95504" y="2237909"/>
            <a:ext cx="197363" cy="197363"/>
          </a:xfrm>
          <a:prstGeom prst="rect">
            <a:avLst/>
          </a:prstGeom>
        </p:spPr>
      </p:pic>
      <p:pic>
        <p:nvPicPr>
          <p:cNvPr id="44" name="그래픽 43" descr="배지 6 단색으로 채워진">
            <a:extLst>
              <a:ext uri="{FF2B5EF4-FFF2-40B4-BE49-F238E27FC236}">
                <a16:creationId xmlns:a16="http://schemas.microsoft.com/office/drawing/2014/main" id="{E12E79D3-85DC-C147-1907-04FC8C92E27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599029" y="2670701"/>
            <a:ext cx="197363" cy="197363"/>
          </a:xfrm>
          <a:prstGeom prst="rect">
            <a:avLst/>
          </a:prstGeom>
        </p:spPr>
      </p:pic>
      <p:pic>
        <p:nvPicPr>
          <p:cNvPr id="46" name="그래픽 45" descr="배지 10 단색으로 채워진">
            <a:extLst>
              <a:ext uri="{FF2B5EF4-FFF2-40B4-BE49-F238E27FC236}">
                <a16:creationId xmlns:a16="http://schemas.microsoft.com/office/drawing/2014/main" id="{124E654B-A717-4B14-28DF-93571F899D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53000" y="2669775"/>
            <a:ext cx="194624" cy="194624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AA7A3BAB-D699-48B1-1907-0E3D92F52F8F}"/>
              </a:ext>
            </a:extLst>
          </p:cNvPr>
          <p:cNvSpPr/>
          <p:nvPr/>
        </p:nvSpPr>
        <p:spPr>
          <a:xfrm>
            <a:off x="1495815" y="5919043"/>
            <a:ext cx="4918072" cy="1658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부식 등록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 / </a:t>
            </a:r>
            <a:r>
              <a:rPr kumimoji="1" lang="ko-KR" altLang="en-US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투표 기간</a:t>
            </a:r>
            <a:r>
              <a:rPr kumimoji="1" lang="en-US" altLang="ko-KR" sz="8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00.00 ~ 00.00</a:t>
            </a:r>
          </a:p>
        </p:txBody>
      </p:sp>
      <p:pic>
        <p:nvPicPr>
          <p:cNvPr id="51" name="그래픽 50" descr="배지 7 단색으로 채워진">
            <a:extLst>
              <a:ext uri="{FF2B5EF4-FFF2-40B4-BE49-F238E27FC236}">
                <a16:creationId xmlns:a16="http://schemas.microsoft.com/office/drawing/2014/main" id="{B5B43B01-72FE-1B13-434F-05A8434D75F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75904" y="6305757"/>
            <a:ext cx="197363" cy="197363"/>
          </a:xfrm>
          <a:prstGeom prst="rect">
            <a:avLst/>
          </a:prstGeom>
        </p:spPr>
      </p:pic>
      <p:sp>
        <p:nvSpPr>
          <p:cNvPr id="55" name="Rectangle 89">
            <a:extLst>
              <a:ext uri="{FF2B5EF4-FFF2-40B4-BE49-F238E27FC236}">
                <a16:creationId xmlns:a16="http://schemas.microsoft.com/office/drawing/2014/main" id="{96B984C2-A371-616F-AD78-48A3A1BFF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06" y="6276504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schemeClr val="bg1"/>
                </a:solidFill>
              </a:rPr>
              <a:t>등록</a:t>
            </a:r>
          </a:p>
        </p:txBody>
      </p:sp>
    </p:spTree>
    <p:extLst>
      <p:ext uri="{BB962C8B-B14F-4D97-AF65-F5344CB8AC3E}">
        <p14:creationId xmlns:p14="http://schemas.microsoft.com/office/powerpoint/2010/main" val="800722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7CBE-750A-A6B0-4039-DC78B86C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FEB1998-C63B-F069-7897-D764F5FDC8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/d/boosik/sub/vote.html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CB0FC1CF-533A-EEB7-7111-2D0BA92D4A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vote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A3CD55D-98E6-DBEB-D3E5-F4C36A8B6A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투표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B21600E0-5F0B-ABA4-CC9F-31C4DEA5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289BB56B-F3CB-5EFB-44EA-BB9F2798B98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121A3DFB-CDDB-7E39-B609-3395EC0DB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10559"/>
              </p:ext>
            </p:extLst>
          </p:nvPr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메인화면 이동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뒤로가기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메인화면 이동</a:t>
                      </a: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버튼 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/checkbox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가격 총계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제출 버튼 </a:t>
                      </a:r>
                      <a:r>
                        <a:rPr lang="en-US" altLang="ko-KR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50000</a:t>
                      </a: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 이하만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금액 초과 메시지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수량</a:t>
                      </a: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0CC5446D-EECF-FDD0-CD10-16E385197B52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C733B59-0946-143C-9D33-BC2AF54B2EF0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022A65-1714-3008-0B78-5393457EF2EC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A6E7D9D-BB45-368A-67D0-64A3C02030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94177B-6A1F-7CDD-2309-21F26D9FEEBA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3B9F8F0-A0BD-30AE-7E53-6F3A387BA71A}"/>
              </a:ext>
            </a:extLst>
          </p:cNvPr>
          <p:cNvSpPr/>
          <p:nvPr/>
        </p:nvSpPr>
        <p:spPr>
          <a:xfrm>
            <a:off x="1491551" y="1771714"/>
            <a:ext cx="4918072" cy="42978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16131DC-194D-8E7D-F264-D905938F9FF4}"/>
              </a:ext>
            </a:extLst>
          </p:cNvPr>
          <p:cNvGrpSpPr/>
          <p:nvPr/>
        </p:nvGrpSpPr>
        <p:grpSpPr>
          <a:xfrm>
            <a:off x="6270389" y="1764971"/>
            <a:ext cx="146052" cy="3895504"/>
            <a:chOff x="8697416" y="3436678"/>
            <a:chExt cx="108000" cy="149175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B99C54C-77F1-E3B1-4CA0-2E89EEE7F758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FD4E22-3F58-5861-3723-C479691435A0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57C65AF-6743-6744-19C0-24C8DB21A291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CB2ED4C-986A-0DBE-3648-D40D83E83BF7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1" name="그룹 235">
              <a:extLst>
                <a:ext uri="{FF2B5EF4-FFF2-40B4-BE49-F238E27FC236}">
                  <a16:creationId xmlns:a16="http://schemas.microsoft.com/office/drawing/2014/main" id="{6B84BD30-4874-285E-0AC7-800E39887F2F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DA986D1D-4D7C-2C84-F9F0-A3450A39483B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C0058CAF-E736-E881-00F7-20A1A0702ED3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9241583D-4E29-63D1-8DBF-2C322EB6C374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66E1439-D16A-D35E-59F0-0727A7510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564412"/>
              </p:ext>
            </p:extLst>
          </p:nvPr>
        </p:nvGraphicFramePr>
        <p:xfrm>
          <a:off x="1491550" y="1785906"/>
          <a:ext cx="4778839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739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52915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  <a:gridCol w="2677357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  <a:gridCol w="486590">
                  <a:extLst>
                    <a:ext uri="{9D8B030D-6E8A-4147-A177-3AD203B41FA5}">
                      <a16:colId xmlns:a16="http://schemas.microsoft.com/office/drawing/2014/main" val="2562424380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가격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누군가의 호소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좋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싫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1200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정말 맛있어요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68EBA988-5156-77C6-77F8-62EF8FCE6283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837EFAC8-C94A-7C9E-3255-6E040C77F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50B1385-8326-E46C-B2D3-D65426D5C8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59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ECB03C73-43DC-9452-2D1B-DCDB07ABB9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851671" y="209238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1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BEBD7F0-013A-52D1-E32F-CA33AE04ADBC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5851671" y="2324001"/>
            <a:ext cx="131556" cy="131556"/>
            <a:chOff x="554563" y="2632644"/>
            <a:chExt cx="131556" cy="131556"/>
          </a:xfrm>
        </p:grpSpPr>
        <p:sp>
          <p:nvSpPr>
            <p:cNvPr id="62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1FE8F8-33E4-4A8D-2C85-0C0BCE37B84B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6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45439850-F15A-37DE-899F-04D1E8734E03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5" name="Accept">
            <a:extLst>
              <a:ext uri="{FF2B5EF4-FFF2-40B4-BE49-F238E27FC236}">
                <a16:creationId xmlns:a16="http://schemas.microsoft.com/office/drawing/2014/main" id="{4DC5D0AA-A683-7354-87BC-AB97166C2866}"/>
              </a:ext>
            </a:extLst>
          </p:cNvPr>
          <p:cNvSpPr>
            <a:spLocks noChangeAspect="1"/>
          </p:cNvSpPr>
          <p:nvPr/>
        </p:nvSpPr>
        <p:spPr bwMode="auto">
          <a:xfrm>
            <a:off x="5888167" y="2130681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484F78-A85C-E2B6-D286-79EAAC785906}"/>
              </a:ext>
            </a:extLst>
          </p:cNvPr>
          <p:cNvSpPr/>
          <p:nvPr/>
        </p:nvSpPr>
        <p:spPr>
          <a:xfrm>
            <a:off x="1491557" y="5667218"/>
            <a:ext cx="4918072" cy="4091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100">
                <a:solidFill>
                  <a:schemeClr val="bg1">
                    <a:lumMod val="95000"/>
                  </a:schemeClr>
                </a:solidFill>
                <a:latin typeface="+mn-ea"/>
              </a:rPr>
              <a:t>: 2,400\</a:t>
            </a:r>
          </a:p>
        </p:txBody>
      </p:sp>
      <p:sp>
        <p:nvSpPr>
          <p:cNvPr id="35" name="Rectangle 89">
            <a:extLst>
              <a:ext uri="{FF2B5EF4-FFF2-40B4-BE49-F238E27FC236}">
                <a16:creationId xmlns:a16="http://schemas.microsoft.com/office/drawing/2014/main" id="{521EAFCE-F13B-F5E5-3C8E-556545FE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06" y="6276504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등록</a:t>
            </a:r>
          </a:p>
        </p:txBody>
      </p:sp>
      <p:pic>
        <p:nvPicPr>
          <p:cNvPr id="37" name="그래픽 36" descr="배지 1 단색으로 채워진">
            <a:extLst>
              <a:ext uri="{FF2B5EF4-FFF2-40B4-BE49-F238E27FC236}">
                <a16:creationId xmlns:a16="http://schemas.microsoft.com/office/drawing/2014/main" id="{283E6EFC-C40C-A920-1E9C-05633738501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90881" y="724012"/>
            <a:ext cx="211942" cy="211942"/>
          </a:xfrm>
          <a:prstGeom prst="rect">
            <a:avLst/>
          </a:prstGeom>
        </p:spPr>
      </p:pic>
      <p:pic>
        <p:nvPicPr>
          <p:cNvPr id="39" name="그래픽 38" descr="배지 단색으로 채워진">
            <a:extLst>
              <a:ext uri="{FF2B5EF4-FFF2-40B4-BE49-F238E27FC236}">
                <a16:creationId xmlns:a16="http://schemas.microsoft.com/office/drawing/2014/main" id="{D9FF93E8-A9B7-AC15-46C9-0212F5F5AD9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pic>
        <p:nvPicPr>
          <p:cNvPr id="41" name="그래픽 40" descr="배지 3 단색으로 채워진">
            <a:extLst>
              <a:ext uri="{FF2B5EF4-FFF2-40B4-BE49-F238E27FC236}">
                <a16:creationId xmlns:a16="http://schemas.microsoft.com/office/drawing/2014/main" id="{1AD67CDF-7C75-B011-DA04-0D10B40754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85466" y="2031111"/>
            <a:ext cx="211942" cy="211942"/>
          </a:xfrm>
          <a:prstGeom prst="rect">
            <a:avLst/>
          </a:prstGeom>
        </p:spPr>
      </p:pic>
      <p:pic>
        <p:nvPicPr>
          <p:cNvPr id="43" name="그래픽 42" descr="배지 4 단색으로 채워진">
            <a:extLst>
              <a:ext uri="{FF2B5EF4-FFF2-40B4-BE49-F238E27FC236}">
                <a16:creationId xmlns:a16="http://schemas.microsoft.com/office/drawing/2014/main" id="{F78E6A08-F0D9-81D3-0C04-3FE550FDC99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31271" y="5765810"/>
            <a:ext cx="211942" cy="211942"/>
          </a:xfrm>
          <a:prstGeom prst="rect">
            <a:avLst/>
          </a:prstGeom>
        </p:spPr>
      </p:pic>
      <p:pic>
        <p:nvPicPr>
          <p:cNvPr id="45" name="그래픽 44" descr="배지 5 단색으로 채워진">
            <a:extLst>
              <a:ext uri="{FF2B5EF4-FFF2-40B4-BE49-F238E27FC236}">
                <a16:creationId xmlns:a16="http://schemas.microsoft.com/office/drawing/2014/main" id="{7AF61D0C-7539-338D-7CE8-E14F070B71E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36461" y="6292959"/>
            <a:ext cx="211942" cy="211942"/>
          </a:xfrm>
          <a:prstGeom prst="rect">
            <a:avLst/>
          </a:prstGeom>
        </p:spPr>
      </p:pic>
      <p:pic>
        <p:nvPicPr>
          <p:cNvPr id="47" name="그래픽 46" descr="배지 6 단색으로 채워진">
            <a:extLst>
              <a:ext uri="{FF2B5EF4-FFF2-40B4-BE49-F238E27FC236}">
                <a16:creationId xmlns:a16="http://schemas.microsoft.com/office/drawing/2014/main" id="{70B25E9D-12F3-14D6-5B36-EFE6D78111F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697023" y="3041978"/>
            <a:ext cx="211942" cy="211942"/>
          </a:xfrm>
          <a:prstGeom prst="rect">
            <a:avLst/>
          </a:prstGeom>
        </p:spPr>
      </p:pic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A81754D-3B80-400B-ADCF-FA74C784881D}"/>
              </a:ext>
            </a:extLst>
          </p:cNvPr>
          <p:cNvSpPr/>
          <p:nvPr/>
        </p:nvSpPr>
        <p:spPr>
          <a:xfrm>
            <a:off x="2635624" y="3278516"/>
            <a:ext cx="2439954" cy="1364082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금액초과 메시지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29" name="그래픽 28" descr="배지 7 단색으로 채워진">
            <a:extLst>
              <a:ext uri="{FF2B5EF4-FFF2-40B4-BE49-F238E27FC236}">
                <a16:creationId xmlns:a16="http://schemas.microsoft.com/office/drawing/2014/main" id="{58A90648-127A-586B-43BF-B07234E6B91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96852" y="2039261"/>
            <a:ext cx="211942" cy="211942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5649B62-BE25-576A-20C9-9726041EC6E7}"/>
              </a:ext>
            </a:extLst>
          </p:cNvPr>
          <p:cNvSpPr/>
          <p:nvPr/>
        </p:nvSpPr>
        <p:spPr>
          <a:xfrm>
            <a:off x="1680733" y="5244353"/>
            <a:ext cx="892138" cy="189302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자동선택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2" name="Box" descr="&lt;SmartSettings&gt;&lt;SmartResize anchorLeft=&quot;Absolute&quot; anchorTop=&quot;None&quot; anchorRight=&quot;None&quot; anchorBottom=&quot;None&quot; /&gt;&lt;/SmartSettings&gt;">
            <a:extLst>
              <a:ext uri="{FF2B5EF4-FFF2-40B4-BE49-F238E27FC236}">
                <a16:creationId xmlns:a16="http://schemas.microsoft.com/office/drawing/2014/main" id="{FF1FFDA6-6F54-5B26-14B9-8D919774446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073056" y="209238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00" dirty="0">
              <a:solidFill>
                <a:srgbClr val="5F5F5F"/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33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387DB8A2-A47A-7A90-7BA2-B1D5B5EA1F43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073056" y="2324001"/>
            <a:ext cx="131556" cy="131556"/>
            <a:chOff x="554563" y="2632644"/>
            <a:chExt cx="131556" cy="131556"/>
          </a:xfrm>
        </p:grpSpPr>
        <p:sp>
          <p:nvSpPr>
            <p:cNvPr id="34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977A4E10-5AFB-70D3-C36B-6DDDB9F90389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FE2A3773-BBE0-E206-4530-2359A0B024D9}"/>
                </a:ext>
              </a:extLst>
            </p:cNvPr>
            <p:cNvSpPr>
              <a:spLocks noEditPoints="1"/>
            </p:cNvSpPr>
            <p:nvPr>
              <p:custDataLst>
                <p:tags r:id="rId6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8" name="Accept">
            <a:extLst>
              <a:ext uri="{FF2B5EF4-FFF2-40B4-BE49-F238E27FC236}">
                <a16:creationId xmlns:a16="http://schemas.microsoft.com/office/drawing/2014/main" id="{A241B53F-EB60-391B-1949-FE0FBDAE746F}"/>
              </a:ext>
            </a:extLst>
          </p:cNvPr>
          <p:cNvSpPr>
            <a:spLocks noChangeAspect="1"/>
          </p:cNvSpPr>
          <p:nvPr/>
        </p:nvSpPr>
        <p:spPr bwMode="auto">
          <a:xfrm>
            <a:off x="6109552" y="2363675"/>
            <a:ext cx="58826" cy="52208"/>
          </a:xfrm>
          <a:custGeom>
            <a:avLst/>
            <a:gdLst>
              <a:gd name="T0" fmla="*/ 504 w 525"/>
              <a:gd name="T1" fmla="*/ 3 h 467"/>
              <a:gd name="T2" fmla="*/ 495 w 525"/>
              <a:gd name="T3" fmla="*/ 9 h 467"/>
              <a:gd name="T4" fmla="*/ 223 w 525"/>
              <a:gd name="T5" fmla="*/ 431 h 467"/>
              <a:gd name="T6" fmla="*/ 35 w 525"/>
              <a:gd name="T7" fmla="*/ 262 h 467"/>
              <a:gd name="T8" fmla="*/ 18 w 525"/>
              <a:gd name="T9" fmla="*/ 282 h 467"/>
              <a:gd name="T10" fmla="*/ 217 w 525"/>
              <a:gd name="T11" fmla="*/ 462 h 467"/>
              <a:gd name="T12" fmla="*/ 237 w 525"/>
              <a:gd name="T13" fmla="*/ 459 h 467"/>
              <a:gd name="T14" fmla="*/ 518 w 525"/>
              <a:gd name="T15" fmla="*/ 23 h 467"/>
              <a:gd name="T16" fmla="*/ 504 w 525"/>
              <a:gd name="T17" fmla="*/ 3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25" h="467">
                <a:moveTo>
                  <a:pt x="504" y="3"/>
                </a:moveTo>
                <a:cubicBezTo>
                  <a:pt x="500" y="3"/>
                  <a:pt x="497" y="6"/>
                  <a:pt x="495" y="9"/>
                </a:cubicBezTo>
                <a:lnTo>
                  <a:pt x="223" y="431"/>
                </a:lnTo>
                <a:lnTo>
                  <a:pt x="35" y="262"/>
                </a:lnTo>
                <a:cubicBezTo>
                  <a:pt x="22" y="245"/>
                  <a:pt x="0" y="271"/>
                  <a:pt x="18" y="282"/>
                </a:cubicBezTo>
                <a:lnTo>
                  <a:pt x="217" y="462"/>
                </a:lnTo>
                <a:cubicBezTo>
                  <a:pt x="223" y="467"/>
                  <a:pt x="232" y="466"/>
                  <a:pt x="237" y="459"/>
                </a:cubicBezTo>
                <a:lnTo>
                  <a:pt x="518" y="23"/>
                </a:lnTo>
                <a:cubicBezTo>
                  <a:pt x="525" y="13"/>
                  <a:pt x="515" y="0"/>
                  <a:pt x="504" y="3"/>
                </a:cubicBezTo>
                <a:close/>
              </a:path>
            </a:pathLst>
          </a:cu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b="1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F77BA6-FC97-F9DF-6289-BD8CAC00D3D5}"/>
              </a:ext>
            </a:extLst>
          </p:cNvPr>
          <p:cNvSpPr txBox="1"/>
          <p:nvPr/>
        </p:nvSpPr>
        <p:spPr>
          <a:xfrm>
            <a:off x="1492558" y="1443316"/>
            <a:ext cx="1735428" cy="32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나의 부식 </a:t>
            </a:r>
            <a:r>
              <a:rPr kumimoji="1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BACF37-5781-B7C3-91C3-719C51725B33}"/>
              </a:ext>
            </a:extLst>
          </p:cNvPr>
          <p:cNvSpPr txBox="1"/>
          <p:nvPr/>
        </p:nvSpPr>
        <p:spPr>
          <a:xfrm>
            <a:off x="3180159" y="1196475"/>
            <a:ext cx="1735428" cy="35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투표 하기</a:t>
            </a:r>
            <a:endParaRPr kumimoji="1" lang="en-US" altLang="ko-KR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5633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8B6DA-CBDE-45E5-8235-493C6BCAB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34EA4DC6-A3E4-7581-05CD-094DB7559D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/d/boosik/sub/vote_result.html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7A7D575-5D99-2A0C-4633-02E0816E4B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vote_result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0E505EA-5A1E-3462-C2D9-3E215E8850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투표 결과 상세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470CF2F-E453-CE7E-A66F-70B354635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6D42D0BC-2B67-B484-6130-9C7F9061D59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94C6968-F078-D94E-0A4E-C24F73CEB46D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EA53D08F-4DA8-A363-959E-4F3A60D33EF3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BC6727E-7D97-D175-8D9E-0CEC74D5DD5F}"/>
              </a:ext>
            </a:extLst>
          </p:cNvPr>
          <p:cNvSpPr/>
          <p:nvPr/>
        </p:nvSpPr>
        <p:spPr>
          <a:xfrm>
            <a:off x="66128" y="594567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B0876-C487-E997-33AF-8D53F867E95A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42D4A5-A8EA-4534-11FF-10959C88E19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4AF08B-61B4-66D8-B21E-5C9843D9DA8C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구서영</a:t>
            </a:r>
          </a:p>
        </p:txBody>
      </p:sp>
      <p:pic>
        <p:nvPicPr>
          <p:cNvPr id="5" name="그래픽 4" descr="배지 1 단색으로 채워진">
            <a:extLst>
              <a:ext uri="{FF2B5EF4-FFF2-40B4-BE49-F238E27FC236}">
                <a16:creationId xmlns:a16="http://schemas.microsoft.com/office/drawing/2014/main" id="{E8069DE9-064A-C340-E799-2FC8C38B4C5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790881" y="724012"/>
            <a:ext cx="211942" cy="211942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B179C4B1-EC46-983D-99BE-DD94BD979886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6B50630-767F-6B3B-204B-A5CB4CA2B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554377E-23AD-9AE7-CD25-BB4D57F919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pic>
        <p:nvPicPr>
          <p:cNvPr id="22" name="그래픽 21" descr="배지 단색으로 채워진">
            <a:extLst>
              <a:ext uri="{FF2B5EF4-FFF2-40B4-BE49-F238E27FC236}">
                <a16:creationId xmlns:a16="http://schemas.microsoft.com/office/drawing/2014/main" id="{25B85721-CAFD-D384-53F5-1DD318D011B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9597346C-E121-A4E9-DB93-F4C9D6F208F9}"/>
              </a:ext>
            </a:extLst>
          </p:cNvPr>
          <p:cNvSpPr/>
          <p:nvPr/>
        </p:nvSpPr>
        <p:spPr>
          <a:xfrm>
            <a:off x="1491551" y="1800049"/>
            <a:ext cx="4918072" cy="426955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3890868-6BDE-C5C5-E1C5-EB87B42FC08D}"/>
              </a:ext>
            </a:extLst>
          </p:cNvPr>
          <p:cNvGrpSpPr/>
          <p:nvPr/>
        </p:nvGrpSpPr>
        <p:grpSpPr>
          <a:xfrm>
            <a:off x="6274136" y="1800049"/>
            <a:ext cx="126355" cy="1935746"/>
            <a:chOff x="8697416" y="3436678"/>
            <a:chExt cx="108000" cy="1491751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6D607CC-C51C-9EF0-2AE5-350677D20B5D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CD1F8A85-90C2-2CC1-B73A-47C3928C46F3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14B11F8-8F73-C53C-E858-6C496F169B0D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EBD0CFA2-3544-5870-52C1-7826A08B5379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29" name="그룹 235">
              <a:extLst>
                <a:ext uri="{FF2B5EF4-FFF2-40B4-BE49-F238E27FC236}">
                  <a16:creationId xmlns:a16="http://schemas.microsoft.com/office/drawing/2014/main" id="{CFC48EAC-A286-B867-7E4B-3CAC6A42725E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31" name="직선 연결선 30">
                <a:extLst>
                  <a:ext uri="{FF2B5EF4-FFF2-40B4-BE49-F238E27FC236}">
                    <a16:creationId xmlns:a16="http://schemas.microsoft.com/office/drawing/2014/main" id="{304DD7D5-89C1-860B-29C4-42108B430908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17183D2B-70A6-BFC1-EC11-F8C480736E59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A4D313D5-FB14-7288-3EF9-D50279F725AF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20B4C2D-9530-28FE-B6B5-1B3224FDE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419971"/>
              </p:ext>
            </p:extLst>
          </p:nvPr>
        </p:nvGraphicFramePr>
        <p:xfrm>
          <a:off x="1491551" y="1805995"/>
          <a:ext cx="477883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499">
                  <a:extLst>
                    <a:ext uri="{9D8B030D-6E8A-4147-A177-3AD203B41FA5}">
                      <a16:colId xmlns:a16="http://schemas.microsoft.com/office/drawing/2014/main" val="307767174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746139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순위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투표율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홈런볼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663215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357095"/>
                  </a:ext>
                </a:extLst>
              </a:tr>
            </a:tbl>
          </a:graphicData>
        </a:graphic>
      </p:graphicFrame>
      <p:grpSp>
        <p:nvGrpSpPr>
          <p:cNvPr id="36" name="그룹 35">
            <a:extLst>
              <a:ext uri="{FF2B5EF4-FFF2-40B4-BE49-F238E27FC236}">
                <a16:creationId xmlns:a16="http://schemas.microsoft.com/office/drawing/2014/main" id="{921AB324-AC2D-53BF-35DD-B8192FA59F96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8C412528-C3BD-BECF-81FF-9F08CA53B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7C35E3A6-D937-F44E-1591-A00492FB71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973F8F3-A2AA-8F2B-F4D1-9D46BD344DB2}"/>
              </a:ext>
            </a:extLst>
          </p:cNvPr>
          <p:cNvSpPr/>
          <p:nvPr/>
        </p:nvSpPr>
        <p:spPr>
          <a:xfrm>
            <a:off x="1491557" y="3661767"/>
            <a:ext cx="4918072" cy="409126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총계</a:t>
            </a:r>
            <a:r>
              <a:rPr kumimoji="1" lang="en-US" altLang="ko-KR" sz="11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: 42,400\</a:t>
            </a: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E63B185C-4012-BB2F-D0AD-C68B936BA4B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55369" y="1105064"/>
            <a:ext cx="211942" cy="211942"/>
          </a:xfrm>
          <a:prstGeom prst="rect">
            <a:avLst/>
          </a:prstGeom>
        </p:spPr>
      </p:pic>
      <p:pic>
        <p:nvPicPr>
          <p:cNvPr id="47" name="그래픽 46" descr="배지 4 단색으로 채워진">
            <a:extLst>
              <a:ext uri="{FF2B5EF4-FFF2-40B4-BE49-F238E27FC236}">
                <a16:creationId xmlns:a16="http://schemas.microsoft.com/office/drawing/2014/main" id="{F294004D-3379-9F03-5307-1B1CE5944F0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231271" y="5765810"/>
            <a:ext cx="211942" cy="211942"/>
          </a:xfrm>
          <a:prstGeom prst="rect">
            <a:avLst/>
          </a:prstGeom>
        </p:spPr>
      </p:pic>
      <p:sp>
        <p:nvSpPr>
          <p:cNvPr id="50" name="직사각형 49">
            <a:extLst>
              <a:ext uri="{FF2B5EF4-FFF2-40B4-BE49-F238E27FC236}">
                <a16:creationId xmlns:a16="http://schemas.microsoft.com/office/drawing/2014/main" id="{2E140C97-B1F6-8A67-536A-52BECA8E210A}"/>
              </a:ext>
            </a:extLst>
          </p:cNvPr>
          <p:cNvSpPr/>
          <p:nvPr/>
        </p:nvSpPr>
        <p:spPr>
          <a:xfrm>
            <a:off x="3630706" y="2111744"/>
            <a:ext cx="2196353" cy="872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802489-2B11-5E16-A7BA-15FB63834A87}"/>
              </a:ext>
            </a:extLst>
          </p:cNvPr>
          <p:cNvSpPr/>
          <p:nvPr/>
        </p:nvSpPr>
        <p:spPr>
          <a:xfrm>
            <a:off x="3630706" y="2111744"/>
            <a:ext cx="1484219" cy="8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E50E5EA-6DD5-7A8B-B70D-E04D5FE63720}"/>
              </a:ext>
            </a:extLst>
          </p:cNvPr>
          <p:cNvSpPr txBox="1"/>
          <p:nvPr/>
        </p:nvSpPr>
        <p:spPr>
          <a:xfrm>
            <a:off x="5778873" y="2047651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</a:t>
            </a:r>
            <a:r>
              <a:rPr lang="ko-KR" altLang="en-US" sz="800" b="0" dirty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6F984C7-E872-7336-11C1-0358A81BD79A}"/>
              </a:ext>
            </a:extLst>
          </p:cNvPr>
          <p:cNvSpPr/>
          <p:nvPr/>
        </p:nvSpPr>
        <p:spPr>
          <a:xfrm>
            <a:off x="1586142" y="4159624"/>
            <a:ext cx="4684247" cy="181812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916EE-6446-A860-151E-9982682397DA}"/>
              </a:ext>
            </a:extLst>
          </p:cNvPr>
          <p:cNvSpPr txBox="1"/>
          <p:nvPr/>
        </p:nvSpPr>
        <p:spPr>
          <a:xfrm>
            <a:off x="5055957" y="2047651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60%</a:t>
            </a:r>
            <a:endParaRPr lang="ko-KR" altLang="en-US" sz="800" b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431454-E88C-36FF-10C2-27ABBE09C51D}"/>
              </a:ext>
            </a:extLst>
          </p:cNvPr>
          <p:cNvSpPr txBox="1"/>
          <p:nvPr/>
        </p:nvSpPr>
        <p:spPr>
          <a:xfrm>
            <a:off x="1492558" y="1443316"/>
            <a:ext cx="1735428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우리 부식 </a:t>
            </a:r>
            <a:r>
              <a:rPr kumimoji="1" lang="en-US" altLang="ko-KR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menu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776DF1-EC61-8CA8-6BD0-344565E73FA0}"/>
              </a:ext>
            </a:extLst>
          </p:cNvPr>
          <p:cNvSpPr txBox="1"/>
          <p:nvPr/>
        </p:nvSpPr>
        <p:spPr>
          <a:xfrm>
            <a:off x="3180159" y="1196475"/>
            <a:ext cx="1735428" cy="35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투표 하기</a:t>
            </a:r>
            <a:endParaRPr kumimoji="1" lang="en-US" altLang="ko-KR" sz="16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95861B5-B92A-9A5F-CE5A-FE01E881C004}"/>
              </a:ext>
            </a:extLst>
          </p:cNvPr>
          <p:cNvSpPr/>
          <p:nvPr/>
        </p:nvSpPr>
        <p:spPr>
          <a:xfrm>
            <a:off x="3642430" y="2374673"/>
            <a:ext cx="2196353" cy="8725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58D801D-9B76-4810-14BB-C7C404645677}"/>
              </a:ext>
            </a:extLst>
          </p:cNvPr>
          <p:cNvSpPr/>
          <p:nvPr/>
        </p:nvSpPr>
        <p:spPr>
          <a:xfrm>
            <a:off x="3642431" y="2374673"/>
            <a:ext cx="1304222" cy="872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A38D2C-8BCE-F832-E8D2-ACC6ADFE713B}"/>
              </a:ext>
            </a:extLst>
          </p:cNvPr>
          <p:cNvSpPr txBox="1"/>
          <p:nvPr/>
        </p:nvSpPr>
        <p:spPr>
          <a:xfrm>
            <a:off x="5790597" y="2310580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 b="0" dirty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5</a:t>
            </a:r>
            <a:r>
              <a:rPr lang="ko-KR" altLang="en-US" sz="800" b="0" dirty="0">
                <a:solidFill>
                  <a:schemeClr val="tx1"/>
                </a:solidFill>
                <a:latin typeface="Noto Sans KR Light" panose="020B0200000000000000" pitchFamily="50" charset="-127"/>
                <a:ea typeface="Noto Sans KR Light" panose="020B0200000000000000" pitchFamily="50" charset="-127"/>
              </a:rPr>
              <a:t>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762F0A-A217-36CE-8F6D-9646F693DA89}"/>
              </a:ext>
            </a:extLst>
          </p:cNvPr>
          <p:cNvSpPr txBox="1"/>
          <p:nvPr/>
        </p:nvSpPr>
        <p:spPr>
          <a:xfrm>
            <a:off x="5067681" y="2310580"/>
            <a:ext cx="52632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800" dirty="0">
                <a:latin typeface="Noto Sans KR Light" panose="020B0200000000000000" pitchFamily="50" charset="-127"/>
                <a:ea typeface="Noto Sans KR Light" panose="020B0200000000000000" pitchFamily="50" charset="-127"/>
              </a:rPr>
              <a:t>50%</a:t>
            </a:r>
            <a:endParaRPr lang="ko-KR" altLang="en-US" sz="800" b="0" dirty="0">
              <a:solidFill>
                <a:schemeClr val="tx1"/>
              </a:solidFill>
              <a:latin typeface="Noto Sans KR Light" panose="020B0200000000000000" pitchFamily="50" charset="-127"/>
              <a:ea typeface="Noto Sans KR Light" panose="020B0200000000000000" pitchFamily="50" charset="-127"/>
            </a:endParaRPr>
          </a:p>
        </p:txBody>
      </p:sp>
      <p:grpSp>
        <p:nvGrpSpPr>
          <p:cNvPr id="46" name="Popover">
            <a:extLst>
              <a:ext uri="{FF2B5EF4-FFF2-40B4-BE49-F238E27FC236}">
                <a16:creationId xmlns:a16="http://schemas.microsoft.com/office/drawing/2014/main" id="{B59A1508-95A8-2445-2335-998D33AF1F62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122052" y="4291244"/>
            <a:ext cx="1549600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48" name="Box">
              <a:extLst>
                <a:ext uri="{FF2B5EF4-FFF2-40B4-BE49-F238E27FC236}">
                  <a16:creationId xmlns:a16="http://schemas.microsoft.com/office/drawing/2014/main" id="{33D0BFAD-8290-A948-72AD-2E15F64C18B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ko-KR" alt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솔의 눈 마시고 싶어요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Arrow">
              <a:extLst>
                <a:ext uri="{FF2B5EF4-FFF2-40B4-BE49-F238E27FC236}">
                  <a16:creationId xmlns:a16="http://schemas.microsoft.com/office/drawing/2014/main" id="{2EB6C2B8-26C6-5C84-A1E7-21CE02B52CC9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2" name="Gap">
              <a:extLst>
                <a:ext uri="{FF2B5EF4-FFF2-40B4-BE49-F238E27FC236}">
                  <a16:creationId xmlns:a16="http://schemas.microsoft.com/office/drawing/2014/main" id="{25FFFA0F-D94D-807B-F13B-454E8833EBE9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A0794EC-D97C-216D-6B0E-4FDFA2FB9EFD}"/>
              </a:ext>
            </a:extLst>
          </p:cNvPr>
          <p:cNvGrpSpPr/>
          <p:nvPr/>
        </p:nvGrpSpPr>
        <p:grpSpPr>
          <a:xfrm>
            <a:off x="1742679" y="4320389"/>
            <a:ext cx="222835" cy="215445"/>
            <a:chOff x="4225583" y="1668825"/>
            <a:chExt cx="705855" cy="682446"/>
          </a:xfrm>
        </p:grpSpPr>
        <p:sp>
          <p:nvSpPr>
            <p:cNvPr id="55" name="Border">
              <a:extLst>
                <a:ext uri="{FF2B5EF4-FFF2-40B4-BE49-F238E27FC236}">
                  <a16:creationId xmlns:a16="http://schemas.microsoft.com/office/drawing/2014/main" id="{13A0F4F9-6B32-3F8C-EB29-4E12ACD1D1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6" name="Line">
              <a:extLst>
                <a:ext uri="{FF2B5EF4-FFF2-40B4-BE49-F238E27FC236}">
                  <a16:creationId xmlns:a16="http://schemas.microsoft.com/office/drawing/2014/main" id="{389A3DB4-951E-A3ED-A3B1-930F107D8712}"/>
                </a:ext>
              </a:extLst>
            </p:cNvPr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Line">
              <a:extLst>
                <a:ext uri="{FF2B5EF4-FFF2-40B4-BE49-F238E27FC236}">
                  <a16:creationId xmlns:a16="http://schemas.microsoft.com/office/drawing/2014/main" id="{B6AE9D4D-3C72-91FE-F0D2-B3A8253D77B0}"/>
                </a:ext>
              </a:extLst>
            </p:cNvPr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Popover">
            <a:extLst>
              <a:ext uri="{FF2B5EF4-FFF2-40B4-BE49-F238E27FC236}">
                <a16:creationId xmlns:a16="http://schemas.microsoft.com/office/drawing/2014/main" id="{1C51EF28-36A5-D702-E0AA-23E21049052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169137" y="4620284"/>
            <a:ext cx="866807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59" name="Box">
              <a:extLst>
                <a:ext uri="{FF2B5EF4-FFF2-40B4-BE49-F238E27FC236}">
                  <a16:creationId xmlns:a16="http://schemas.microsoft.com/office/drawing/2014/main" id="{FB0770CA-0416-5D7D-6AD6-95582DF3910C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Aft>
                  <a:spcPts val="300"/>
                </a:spcAft>
              </a:pPr>
              <a:r>
                <a:rPr lang="ko-KR" alt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그건 좀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0" name="Arrow">
              <a:extLst>
                <a:ext uri="{FF2B5EF4-FFF2-40B4-BE49-F238E27FC236}">
                  <a16:creationId xmlns:a16="http://schemas.microsoft.com/office/drawing/2014/main" id="{1CEDD95E-14BE-08DE-84A1-352DFCE08F3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1" name="Gap">
              <a:extLst>
                <a:ext uri="{FF2B5EF4-FFF2-40B4-BE49-F238E27FC236}">
                  <a16:creationId xmlns:a16="http://schemas.microsoft.com/office/drawing/2014/main" id="{39DE5C26-6075-5982-3966-7E5E02C844C8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D0AC6A74-1900-919D-9826-D5E0AD8F7C03}"/>
              </a:ext>
            </a:extLst>
          </p:cNvPr>
          <p:cNvGrpSpPr/>
          <p:nvPr/>
        </p:nvGrpSpPr>
        <p:grpSpPr>
          <a:xfrm>
            <a:off x="1732086" y="4649429"/>
            <a:ext cx="222835" cy="215445"/>
            <a:chOff x="4225583" y="1668825"/>
            <a:chExt cx="705855" cy="682446"/>
          </a:xfrm>
        </p:grpSpPr>
        <p:sp>
          <p:nvSpPr>
            <p:cNvPr id="63" name="Border">
              <a:extLst>
                <a:ext uri="{FF2B5EF4-FFF2-40B4-BE49-F238E27FC236}">
                  <a16:creationId xmlns:a16="http://schemas.microsoft.com/office/drawing/2014/main" id="{76572199-3A5B-B07B-080F-86C1CA646F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225583" y="1668825"/>
              <a:ext cx="705855" cy="682446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4" name="Line">
              <a:extLst>
                <a:ext uri="{FF2B5EF4-FFF2-40B4-BE49-F238E27FC236}">
                  <a16:creationId xmlns:a16="http://schemas.microsoft.com/office/drawing/2014/main" id="{D094101D-9E98-35AA-6E62-9ADBB16C571F}"/>
                </a:ext>
              </a:extLst>
            </p:cNvPr>
            <p:cNvCxnSpPr/>
            <p:nvPr/>
          </p:nvCxnSpPr>
          <p:spPr>
            <a:xfrm>
              <a:off x="4327964" y="1767811"/>
              <a:ext cx="501094" cy="484475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Line">
              <a:extLst>
                <a:ext uri="{FF2B5EF4-FFF2-40B4-BE49-F238E27FC236}">
                  <a16:creationId xmlns:a16="http://schemas.microsoft.com/office/drawing/2014/main" id="{7666676B-9186-85DF-7088-8DEBC3F8641F}"/>
                </a:ext>
              </a:extLst>
            </p:cNvPr>
            <p:cNvCxnSpPr/>
            <p:nvPr/>
          </p:nvCxnSpPr>
          <p:spPr>
            <a:xfrm flipV="1">
              <a:off x="4327964" y="1767811"/>
              <a:ext cx="501094" cy="484474"/>
            </a:xfrm>
            <a:prstGeom prst="line">
              <a:avLst/>
            </a:prstGeom>
            <a:ln w="6350">
              <a:solidFill>
                <a:srgbClr val="808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Popover">
            <a:extLst>
              <a:ext uri="{FF2B5EF4-FFF2-40B4-BE49-F238E27FC236}">
                <a16:creationId xmlns:a16="http://schemas.microsoft.com/office/drawing/2014/main" id="{63B6D6F6-6EF1-3642-B099-3ED8F4E50D8D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2136007" y="4931820"/>
            <a:ext cx="1549600" cy="273736"/>
            <a:chOff x="2375433" y="1801905"/>
            <a:chExt cx="1549600" cy="898157"/>
          </a:xfrm>
          <a:solidFill>
            <a:srgbClr val="FFFFFF"/>
          </a:solidFill>
        </p:grpSpPr>
        <p:sp>
          <p:nvSpPr>
            <p:cNvPr id="67" name="Box">
              <a:extLst>
                <a:ext uri="{FF2B5EF4-FFF2-40B4-BE49-F238E27FC236}">
                  <a16:creationId xmlns:a16="http://schemas.microsoft.com/office/drawing/2014/main" id="{85B78459-3837-D48F-8C06-F0A7BBD9761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</a:pP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Arrow">
              <a:extLst>
                <a:ext uri="{FF2B5EF4-FFF2-40B4-BE49-F238E27FC236}">
                  <a16:creationId xmlns:a16="http://schemas.microsoft.com/office/drawing/2014/main" id="{C95EC9BE-709C-5F7E-78B3-9F8607500427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 rot="16200000">
              <a:off x="2332531" y="2194427"/>
              <a:ext cx="198915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69" name="Gap">
              <a:extLst>
                <a:ext uri="{FF2B5EF4-FFF2-40B4-BE49-F238E27FC236}">
                  <a16:creationId xmlns:a16="http://schemas.microsoft.com/office/drawing/2014/main" id="{1D32EEDA-5AA0-83F8-40F7-86817952391A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Popover">
            <a:extLst>
              <a:ext uri="{FF2B5EF4-FFF2-40B4-BE49-F238E27FC236}">
                <a16:creationId xmlns:a16="http://schemas.microsoft.com/office/drawing/2014/main" id="{A5F2BECB-AF20-3166-01B6-B97DE47505A7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 rot="10800000">
            <a:off x="4636377" y="5305712"/>
            <a:ext cx="1549601" cy="273736"/>
            <a:chOff x="2375432" y="1801905"/>
            <a:chExt cx="1549601" cy="898157"/>
          </a:xfrm>
          <a:solidFill>
            <a:srgbClr val="FFFFFF"/>
          </a:solidFill>
        </p:grpSpPr>
        <p:sp>
          <p:nvSpPr>
            <p:cNvPr id="71" name="Box">
              <a:extLst>
                <a:ext uri="{FF2B5EF4-FFF2-40B4-BE49-F238E27FC236}">
                  <a16:creationId xmlns:a16="http://schemas.microsoft.com/office/drawing/2014/main" id="{43B3959F-A25F-B37B-C574-794E6E83019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0800000">
              <a:off x="2488545" y="1801905"/>
              <a:ext cx="1436488" cy="898157"/>
            </a:xfrm>
            <a:prstGeom prst="roundRect">
              <a:avLst>
                <a:gd name="adj" fmla="val 3078"/>
              </a:avLst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28016" tIns="45720" rIns="128016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300"/>
                </a:spcAft>
              </a:pP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rrow">
              <a:extLst>
                <a:ext uri="{FF2B5EF4-FFF2-40B4-BE49-F238E27FC236}">
                  <a16:creationId xmlns:a16="http://schemas.microsoft.com/office/drawing/2014/main" id="{48EA82C8-32EA-4E51-46C8-86F364ECD38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2332531" y="2194427"/>
              <a:ext cx="198914" cy="113112"/>
            </a:xfrm>
            <a:prstGeom prst="triangle">
              <a:avLst/>
            </a:prstGeom>
            <a:grp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73" name="Gap">
              <a:extLst>
                <a:ext uri="{FF2B5EF4-FFF2-40B4-BE49-F238E27FC236}">
                  <a16:creationId xmlns:a16="http://schemas.microsoft.com/office/drawing/2014/main" id="{58E45D2C-3EA0-5A3F-221B-09C5DF4349E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rot="5400000">
              <a:off x="2396470" y="2250985"/>
              <a:ext cx="184150" cy="0"/>
            </a:xfrm>
            <a:prstGeom prst="line">
              <a:avLst/>
            </a:prstGeom>
            <a:grpFill/>
            <a:ln w="635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 Box">
            <a:extLst>
              <a:ext uri="{FF2B5EF4-FFF2-40B4-BE49-F238E27FC236}">
                <a16:creationId xmlns:a16="http://schemas.microsoft.com/office/drawing/2014/main" id="{B9035D9B-7A15-DD8F-5EC7-552437E75D49}"/>
              </a:ext>
            </a:extLst>
          </p:cNvPr>
          <p:cNvSpPr/>
          <p:nvPr/>
        </p:nvSpPr>
        <p:spPr>
          <a:xfrm>
            <a:off x="1586136" y="5749946"/>
            <a:ext cx="468424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메시지를 입력 </a:t>
            </a:r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하시오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</a:t>
            </a:r>
            <a:endParaRPr lang="en-US" sz="8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7" name="Rectangle 89">
            <a:extLst>
              <a:ext uri="{FF2B5EF4-FFF2-40B4-BE49-F238E27FC236}">
                <a16:creationId xmlns:a16="http://schemas.microsoft.com/office/drawing/2014/main" id="{E353FD43-CD96-AF28-9276-12270F9AC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3840" y="5747252"/>
            <a:ext cx="566539" cy="22839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chemeClr val="bg1"/>
                </a:solidFill>
              </a:rPr>
              <a:t>전송</a:t>
            </a:r>
          </a:p>
        </p:txBody>
      </p:sp>
    </p:spTree>
    <p:extLst>
      <p:ext uri="{BB962C8B-B14F-4D97-AF65-F5344CB8AC3E}">
        <p14:creationId xmlns:p14="http://schemas.microsoft.com/office/powerpoint/2010/main" val="4205569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F022-75F4-38FC-E2B2-92109AF3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2C08ECA-6D91-4BDC-5A77-FF6A8172BB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/d/boosik/sub/result_list.html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A8709420-994D-BECD-9954-F0512DC522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result_list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839FE660-736C-CAFC-42D1-0075C61BC9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주차별 투표 결과 리스트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0AD4168B-0B3B-8D1D-5FFF-37FF84A5D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3E8D8353-D342-24B2-ADEE-6F9CE96D02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6C3798F1-A0CB-0F1D-56A4-588FFA8598D5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8B7B1CAF-338D-A4FD-A714-EC91030BC647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5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0A0D50B-6AF5-3F60-19D4-4762536A02DA}"/>
              </a:ext>
            </a:extLst>
          </p:cNvPr>
          <p:cNvSpPr/>
          <p:nvPr/>
        </p:nvSpPr>
        <p:spPr>
          <a:xfrm>
            <a:off x="45720" y="585006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4410774-AE5B-D2E7-8E54-6030C12AD3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968810"/>
              </p:ext>
            </p:extLst>
          </p:nvPr>
        </p:nvGraphicFramePr>
        <p:xfrm>
          <a:off x="1556868" y="1735375"/>
          <a:ext cx="4918072" cy="366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384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899688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235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주차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선정 부식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list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04-28 ~ 05-02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몬스터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, ....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29580">
                <a:tc gridSpan="2"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  <a:p>
                      <a:pPr algn="ctr" latinLnBrk="1"/>
                      <a:endParaRPr lang="en-US" altLang="ko-KR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  <a:p>
                      <a:pPr algn="ctr" latinLnBrk="1"/>
                      <a:endParaRPr lang="en-US" altLang="ko-KR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04-21 ~ 04~25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381243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39195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409809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260270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096962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968970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530458"/>
                  </a:ext>
                </a:extLst>
              </a:tr>
              <a:tr h="235861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0868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6DE8E9F8-A345-389D-1006-67282187CC84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FDC8D54B-2EA2-09BC-B737-6F8D26B0C5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10C7AFE9-38E3-7222-CBC5-5FCEC7101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5AC7D7A-8BB3-15F9-2577-1F9748C7119D}"/>
              </a:ext>
            </a:extLst>
          </p:cNvPr>
          <p:cNvGrpSpPr/>
          <p:nvPr/>
        </p:nvGrpSpPr>
        <p:grpSpPr>
          <a:xfrm>
            <a:off x="1491551" y="1116444"/>
            <a:ext cx="190465" cy="189518"/>
            <a:chOff x="707191" y="5113600"/>
            <a:chExt cx="190465" cy="189518"/>
          </a:xfrm>
        </p:grpSpPr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608EAD4-AA7E-F5AC-9864-65F4683B2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5113936"/>
              <a:ext cx="189182" cy="189182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2E55B1D3-EF3B-E4EB-528B-780FB2D7C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5113600"/>
              <a:ext cx="189182" cy="189182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99B7099C-8B84-B93E-1427-BDBDBDC6F45D}"/>
              </a:ext>
            </a:extLst>
          </p:cNvPr>
          <p:cNvSpPr txBox="1"/>
          <p:nvPr/>
        </p:nvSpPr>
        <p:spPr>
          <a:xfrm>
            <a:off x="3180159" y="1196475"/>
            <a:ext cx="1735428" cy="35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kumimoji="1" lang="ko-KR" altLang="en-US" sz="1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주차별</a:t>
            </a:r>
            <a:r>
              <a:rPr kumimoji="1" lang="ko-KR" alt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선정 </a:t>
            </a:r>
            <a:r>
              <a:rPr kumimoji="1" lang="en-US" altLang="ko-KR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List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88C6B2D-09F0-958E-88D0-9CD32759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65586"/>
              </p:ext>
            </p:extLst>
          </p:nvPr>
        </p:nvGraphicFramePr>
        <p:xfrm>
          <a:off x="2575250" y="2227246"/>
          <a:ext cx="3876856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7705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2869151">
                  <a:extLst>
                    <a:ext uri="{9D8B030D-6E8A-4147-A177-3AD203B41FA5}">
                      <a16:colId xmlns:a16="http://schemas.microsoft.com/office/drawing/2014/main" val="2925361572"/>
                    </a:ext>
                  </a:extLst>
                </a:gridCol>
              </a:tblGrid>
              <a:tr h="122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제품명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호소하기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2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먹어보고 싶어요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21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포카칩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  정말 맛있어요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702392"/>
                  </a:ext>
                </a:extLst>
              </a:tr>
              <a:tr h="122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745750"/>
                  </a:ext>
                </a:extLst>
              </a:tr>
              <a:tr h="1221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…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879403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051F4C5B-3095-FEEC-C125-D246147B0916}"/>
              </a:ext>
            </a:extLst>
          </p:cNvPr>
          <p:cNvGrpSpPr/>
          <p:nvPr/>
        </p:nvGrpSpPr>
        <p:grpSpPr>
          <a:xfrm>
            <a:off x="6319328" y="1975607"/>
            <a:ext cx="150956" cy="3427748"/>
            <a:chOff x="8697416" y="3436678"/>
            <a:chExt cx="108000" cy="1491751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B53ECA9-5381-B5D6-A3D8-E3001B8A7903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9AEBD0-F156-6C03-1B1C-20C00D6F07E1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0890785-7611-A04F-1B04-82E78E890395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1C0C3A3-C5CF-E5EF-1A91-C523CD5A5C1D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11" name="그룹 235">
              <a:extLst>
                <a:ext uri="{FF2B5EF4-FFF2-40B4-BE49-F238E27FC236}">
                  <a16:creationId xmlns:a16="http://schemas.microsoft.com/office/drawing/2014/main" id="{583AA928-00E1-EC9E-F324-546841D7E970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0A8BC9E7-3FF7-91EA-0718-C043FAF40FD1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96E71024-5F9A-2245-550F-CD2220B5768A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24" name="직선 연결선 20">
                <a:extLst>
                  <a:ext uri="{FF2B5EF4-FFF2-40B4-BE49-F238E27FC236}">
                    <a16:creationId xmlns:a16="http://schemas.microsoft.com/office/drawing/2014/main" id="{B9DDD46D-93C7-F64E-680F-44354FDD1E01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A8ADEAF-CAD3-9F6A-5516-4C199644C5E7}"/>
              </a:ext>
            </a:extLst>
          </p:cNvPr>
          <p:cNvGrpSpPr/>
          <p:nvPr/>
        </p:nvGrpSpPr>
        <p:grpSpPr>
          <a:xfrm>
            <a:off x="6210299" y="2471675"/>
            <a:ext cx="109027" cy="974771"/>
            <a:chOff x="8697416" y="3436678"/>
            <a:chExt cx="108000" cy="1491751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D14EE7E-8278-12E6-8F81-C1DB27D68522}"/>
                </a:ext>
              </a:extLst>
            </p:cNvPr>
            <p:cNvSpPr/>
            <p:nvPr/>
          </p:nvSpPr>
          <p:spPr>
            <a:xfrm rot="5400000">
              <a:off x="8031416" y="4140464"/>
              <a:ext cx="1440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25400" dist="12700" dir="16200000">
                <a:sysClr val="window" lastClr="FFFFFF">
                  <a:lumMod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CB84ED2-1D16-37C7-4BDC-40E846B03B24}"/>
                </a:ext>
              </a:extLst>
            </p:cNvPr>
            <p:cNvSpPr/>
            <p:nvPr/>
          </p:nvSpPr>
          <p:spPr>
            <a:xfrm rot="5400000">
              <a:off x="8697416" y="3436678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◀</a:t>
              </a: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1E2C043-6562-8C6D-A68E-E220044D3935}"/>
                </a:ext>
              </a:extLst>
            </p:cNvPr>
            <p:cNvSpPr/>
            <p:nvPr/>
          </p:nvSpPr>
          <p:spPr>
            <a:xfrm rot="5400000">
              <a:off x="8697416" y="4820429"/>
              <a:ext cx="108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38100" dist="50800" dir="5400000">
                <a:sysClr val="windowText" lastClr="000000">
                  <a:lumMod val="50000"/>
                  <a:lumOff val="50000"/>
                  <a:alpha val="50000"/>
                </a:sys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600" b="1" kern="0" dirty="0">
                  <a:solidFill>
                    <a:sysClr val="windowText" lastClr="000000"/>
                  </a:solidFill>
                  <a:latin typeface="+mn-ea"/>
                </a:rPr>
                <a:t>▶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5620D3B-E84A-E284-CF63-EBB39595FC85}"/>
                </a:ext>
              </a:extLst>
            </p:cNvPr>
            <p:cNvSpPr/>
            <p:nvPr/>
          </p:nvSpPr>
          <p:spPr>
            <a:xfrm rot="5400000">
              <a:off x="8625416" y="3648788"/>
              <a:ext cx="252000" cy="108000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317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innerShdw blurRad="63500" dist="50800" dir="21594000">
                <a:prstClr val="black">
                  <a:alpha val="22000"/>
                </a:prstClr>
              </a:innerShdw>
            </a:effectLst>
          </p:spPr>
          <p:txBody>
            <a:bodyPr lIns="36000" tIns="36000" rIns="36000" bIns="3600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600" b="1" kern="0" dirty="0">
                <a:solidFill>
                  <a:sysClr val="windowText" lastClr="000000"/>
                </a:solidFill>
                <a:latin typeface="+mn-ea"/>
              </a:endParaRPr>
            </a:p>
          </p:txBody>
        </p:sp>
        <p:grpSp>
          <p:nvGrpSpPr>
            <p:cNvPr id="35" name="그룹 235">
              <a:extLst>
                <a:ext uri="{FF2B5EF4-FFF2-40B4-BE49-F238E27FC236}">
                  <a16:creationId xmlns:a16="http://schemas.microsoft.com/office/drawing/2014/main" id="{1403BBFB-161C-95F0-B991-F1EA247D2236}"/>
                </a:ext>
              </a:extLst>
            </p:cNvPr>
            <p:cNvGrpSpPr/>
            <p:nvPr/>
          </p:nvGrpSpPr>
          <p:grpSpPr>
            <a:xfrm rot="5400000">
              <a:off x="8714903" y="3679971"/>
              <a:ext cx="73026" cy="36001"/>
              <a:chOff x="5284792" y="4695447"/>
              <a:chExt cx="73026" cy="71438"/>
            </a:xfrm>
          </p:grpSpPr>
          <p:cxnSp>
            <p:nvCxnSpPr>
              <p:cNvPr id="36" name="직선 연결선 18">
                <a:extLst>
                  <a:ext uri="{FF2B5EF4-FFF2-40B4-BE49-F238E27FC236}">
                    <a16:creationId xmlns:a16="http://schemas.microsoft.com/office/drawing/2014/main" id="{B1503F22-8EC3-6A8F-C469-59E594061959}"/>
                  </a:ext>
                </a:extLst>
              </p:cNvPr>
              <p:cNvCxnSpPr/>
              <p:nvPr/>
            </p:nvCxnSpPr>
            <p:spPr>
              <a:xfrm rot="5400000">
                <a:off x="5249867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7" name="직선 연결선 19">
                <a:extLst>
                  <a:ext uri="{FF2B5EF4-FFF2-40B4-BE49-F238E27FC236}">
                    <a16:creationId xmlns:a16="http://schemas.microsoft.com/office/drawing/2014/main" id="{2F37C5F1-7F3A-3ED7-EBC1-E4284EA7A350}"/>
                  </a:ext>
                </a:extLst>
              </p:cNvPr>
              <p:cNvCxnSpPr/>
              <p:nvPr/>
            </p:nvCxnSpPr>
            <p:spPr>
              <a:xfrm rot="5400000">
                <a:off x="5285586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  <p:cxnSp>
            <p:nvCxnSpPr>
              <p:cNvPr id="38" name="직선 연결선 20">
                <a:extLst>
                  <a:ext uri="{FF2B5EF4-FFF2-40B4-BE49-F238E27FC236}">
                    <a16:creationId xmlns:a16="http://schemas.microsoft.com/office/drawing/2014/main" id="{433CECB2-B7DE-EA26-2F7D-258CADDC231A}"/>
                  </a:ext>
                </a:extLst>
              </p:cNvPr>
              <p:cNvCxnSpPr/>
              <p:nvPr/>
            </p:nvCxnSpPr>
            <p:spPr>
              <a:xfrm rot="5400000">
                <a:off x="5321305" y="4730372"/>
                <a:ext cx="71438" cy="1588"/>
              </a:xfrm>
              <a:prstGeom prst="line">
                <a:avLst/>
              </a:prstGeom>
              <a:noFill/>
              <a:ln w="9525" cap="flat" cmpd="sng" algn="ctr">
                <a:solidFill>
                  <a:sysClr val="windowText" lastClr="000000">
                    <a:lumMod val="75000"/>
                    <a:lumOff val="25000"/>
                  </a:sysClr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251274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0757D-C89B-9191-3076-95B04D6C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251766A-4325-706E-0783-1D3DC86A5A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A3D197D-B1FC-43A3-8374-34F1A1538D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BEABD252-0714-EC33-27BC-8DA3728C15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B5CABD4-BED6-9488-C8CE-9294CCFF5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D309165-49DC-1ECC-0EDB-5E9491AD18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38F03F6B-EE44-BA10-06DD-35E4CA7BD309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F845190F-396E-054F-1389-3E972D89690B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18E43E7-52BF-38AB-43C6-F96A289AB4D1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7470BC-7BFE-484C-1E16-A0EED21CD742}"/>
              </a:ext>
            </a:extLst>
          </p:cNvPr>
          <p:cNvSpPr/>
          <p:nvPr/>
        </p:nvSpPr>
        <p:spPr>
          <a:xfrm>
            <a:off x="241110" y="659427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DE8562C-0626-FF74-60C7-7814D84D9FD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740777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C59723-CAFC-087A-B2E6-FC3261DDC343}"/>
              </a:ext>
            </a:extLst>
          </p:cNvPr>
          <p:cNvSpPr txBox="1"/>
          <p:nvPr/>
        </p:nvSpPr>
        <p:spPr>
          <a:xfrm>
            <a:off x="7009149" y="7068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A43F72-9BD4-EADE-A20F-3F94C1F77AEB}"/>
              </a:ext>
            </a:extLst>
          </p:cNvPr>
          <p:cNvSpPr/>
          <p:nvPr/>
        </p:nvSpPr>
        <p:spPr>
          <a:xfrm>
            <a:off x="241110" y="1000542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8FA8D30-78F0-B0BE-2259-60305E417294}"/>
              </a:ext>
            </a:extLst>
          </p:cNvPr>
          <p:cNvSpPr/>
          <p:nvPr/>
        </p:nvSpPr>
        <p:spPr>
          <a:xfrm>
            <a:off x="1452282" y="1343979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A584FC-D2E8-10D9-DB6A-4239324B39F6}"/>
              </a:ext>
            </a:extLst>
          </p:cNvPr>
          <p:cNvSpPr/>
          <p:nvPr/>
        </p:nvSpPr>
        <p:spPr>
          <a:xfrm>
            <a:off x="4953000" y="1343979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51FB59-A2B2-A4EF-1385-40623FE5A16A}"/>
              </a:ext>
            </a:extLst>
          </p:cNvPr>
          <p:cNvSpPr/>
          <p:nvPr/>
        </p:nvSpPr>
        <p:spPr>
          <a:xfrm>
            <a:off x="1452282" y="2978499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6C9A8B0D-4404-1039-5FE5-F2EE401276E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450518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B1B1E7-6A8A-0B52-2DF2-E20067791536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5849B57B-1F85-3F4A-2A7E-C0A5F000FF96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1AD8835E-EA9F-6479-0D45-15E6D254D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374146"/>
              </p:ext>
            </p:extLst>
          </p:nvPr>
        </p:nvGraphicFramePr>
        <p:xfrm>
          <a:off x="1452282" y="3163189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B40F7B96-FE2C-2CCD-6128-DFC2C2941D27}"/>
              </a:ext>
            </a:extLst>
          </p:cNvPr>
          <p:cNvGrpSpPr/>
          <p:nvPr/>
        </p:nvGrpSpPr>
        <p:grpSpPr>
          <a:xfrm>
            <a:off x="1574372" y="3201859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4BFF215F-A1B0-9CD5-6E70-0818B3BC046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ED667BE4-DFC2-F5EF-85E6-40CED33ECB5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9046E93-5B21-8BF4-AE9C-3F672A58A99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3710137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5BA47E9-A0DA-10BE-02BA-455862AC4C3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75862126-A027-6008-23E7-238B507B495A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0410452-BE5C-AFE4-1D2A-1B6D3C923485}"/>
              </a:ext>
            </a:extLst>
          </p:cNvPr>
          <p:cNvSpPr/>
          <p:nvPr/>
        </p:nvSpPr>
        <p:spPr>
          <a:xfrm>
            <a:off x="1452282" y="2978499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83F8E98-0776-3073-3C48-88A60640F6ED}"/>
              </a:ext>
            </a:extLst>
          </p:cNvPr>
          <p:cNvSpPr/>
          <p:nvPr/>
        </p:nvSpPr>
        <p:spPr>
          <a:xfrm>
            <a:off x="4952998" y="1352534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187C0DA-5BB6-9CDE-7369-0504EA8C2E46}"/>
              </a:ext>
            </a:extLst>
          </p:cNvPr>
          <p:cNvSpPr/>
          <p:nvPr/>
        </p:nvSpPr>
        <p:spPr>
          <a:xfrm>
            <a:off x="1452281" y="1352534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28A22289-38A3-B437-ED27-78866575DFD4}"/>
              </a:ext>
            </a:extLst>
          </p:cNvPr>
          <p:cNvGrpSpPr/>
          <p:nvPr/>
        </p:nvGrpSpPr>
        <p:grpSpPr>
          <a:xfrm>
            <a:off x="1574372" y="3953435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DBE21F5-70B7-BB0D-8ED1-D31CA0F73945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AB9BE158-5E7F-A42C-B1B5-29BDE610D62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EE0C54A-2558-642D-CC33-BEDBAF456F1C}"/>
              </a:ext>
            </a:extLst>
          </p:cNvPr>
          <p:cNvCxnSpPr/>
          <p:nvPr/>
        </p:nvCxnSpPr>
        <p:spPr>
          <a:xfrm>
            <a:off x="1640150" y="2581108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BBE40B8E-939E-B0C6-454B-6DB6547428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917747"/>
              </p:ext>
            </p:extLst>
          </p:nvPr>
        </p:nvGraphicFramePr>
        <p:xfrm>
          <a:off x="1651000" y="1433127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2482DC34-63CA-088D-80EB-AF2983C0BE4B}"/>
              </a:ext>
            </a:extLst>
          </p:cNvPr>
          <p:cNvGrpSpPr/>
          <p:nvPr/>
        </p:nvGrpSpPr>
        <p:grpSpPr>
          <a:xfrm>
            <a:off x="5040066" y="1600932"/>
            <a:ext cx="1446386" cy="1145219"/>
            <a:chOff x="5040066" y="1611092"/>
            <a:chExt cx="1446386" cy="1145219"/>
          </a:xfrm>
        </p:grpSpPr>
        <p:sp>
          <p:nvSpPr>
            <p:cNvPr id="46" name="Rectangle 89">
              <a:extLst>
                <a:ext uri="{FF2B5EF4-FFF2-40B4-BE49-F238E27FC236}">
                  <a16:creationId xmlns:a16="http://schemas.microsoft.com/office/drawing/2014/main" id="{2CD091C3-B4FD-C599-412B-3AD8ED889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066" y="161109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 dirty="0">
                  <a:solidFill>
                    <a:schemeClr val="bg1"/>
                  </a:solidFill>
                </a:rPr>
                <a:t>화이트 리스트 관리</a:t>
              </a:r>
            </a:p>
          </p:txBody>
        </p:sp>
        <p:sp>
          <p:nvSpPr>
            <p:cNvPr id="62" name="Rectangle 89">
              <a:extLst>
                <a:ext uri="{FF2B5EF4-FFF2-40B4-BE49-F238E27FC236}">
                  <a16:creationId xmlns:a16="http://schemas.microsoft.com/office/drawing/2014/main" id="{E1F1C275-3D60-D044-69E8-2025F1E63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066" y="1917597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크롤링 사이트 </a:t>
              </a:r>
              <a:r>
                <a:rPr kumimoji="0" lang="en-US" altLang="ko-KR" sz="700" kern="0">
                  <a:solidFill>
                    <a:schemeClr val="bg1"/>
                  </a:solidFill>
                </a:rPr>
                <a:t>URL </a:t>
              </a:r>
              <a:r>
                <a:rPr kumimoji="0" lang="ko-KR" altLang="en-US" sz="700" kern="0">
                  <a:solidFill>
                    <a:schemeClr val="bg1"/>
                  </a:solidFill>
                </a:rPr>
                <a:t>지정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63" name="Rectangle 89">
              <a:extLst>
                <a:ext uri="{FF2B5EF4-FFF2-40B4-BE49-F238E27FC236}">
                  <a16:creationId xmlns:a16="http://schemas.microsoft.com/office/drawing/2014/main" id="{A9A018CD-7110-8F63-435B-075621E65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066" y="2224102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투표 기간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89">
              <a:extLst>
                <a:ext uri="{FF2B5EF4-FFF2-40B4-BE49-F238E27FC236}">
                  <a16:creationId xmlns:a16="http://schemas.microsoft.com/office/drawing/2014/main" id="{4D128967-BD65-505C-5400-890188291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066" y="2530608"/>
              <a:ext cx="1446386" cy="22570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  <a:headEnd/>
              <a:tailEnd/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45720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700" kern="0">
                  <a:solidFill>
                    <a:schemeClr val="bg1"/>
                  </a:solidFill>
                </a:rPr>
                <a:t>한도 설정</a:t>
              </a:r>
              <a:endParaRPr kumimoji="0" lang="ko-KR" altLang="en-US" sz="700" kern="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47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89D87-EC4D-FFE3-2059-6C2FF598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1B7CDDB2-0CF5-8E95-1B8F-B3276EAA3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8A1179B3-66C3-5E01-8151-597E16A61F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master_whitelist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2C0245E-372A-F7B5-7A78-81E6F4EC1F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2914BCFC-CD13-F43F-F50E-20CEEFD5B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31C87855-4640-F57C-3499-5FDF0CA4B53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F7B36040-08C1-58A2-72D0-434A709293DC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0D5FFF75-F146-F797-10FC-5E4912913E17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57CB5C-F6DD-AFCB-F6C3-ADEF371CAA6B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5C46CC-A020-9921-255C-7A4ABB04A722}"/>
              </a:ext>
            </a:extLst>
          </p:cNvPr>
          <p:cNvSpPr/>
          <p:nvPr/>
        </p:nvSpPr>
        <p:spPr>
          <a:xfrm>
            <a:off x="241110" y="1150683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CB1B70-0796-5B56-CBD3-EF3290E2816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1232033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1445A-71FB-2841-F5D4-01A46DDEE2C9}"/>
              </a:ext>
            </a:extLst>
          </p:cNvPr>
          <p:cNvSpPr txBox="1"/>
          <p:nvPr/>
        </p:nvSpPr>
        <p:spPr>
          <a:xfrm>
            <a:off x="7009149" y="119812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69994C0-ABFE-CF8D-875E-6E401F680E49}"/>
              </a:ext>
            </a:extLst>
          </p:cNvPr>
          <p:cNvSpPr/>
          <p:nvPr/>
        </p:nvSpPr>
        <p:spPr>
          <a:xfrm>
            <a:off x="241110" y="1491798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127399-EA1D-7F7B-8C84-C13DCCEA93A0}"/>
              </a:ext>
            </a:extLst>
          </p:cNvPr>
          <p:cNvSpPr/>
          <p:nvPr/>
        </p:nvSpPr>
        <p:spPr>
          <a:xfrm>
            <a:off x="1452282" y="1629774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D14E3F-0780-E039-0665-68AEF0A42D98}"/>
              </a:ext>
            </a:extLst>
          </p:cNvPr>
          <p:cNvSpPr/>
          <p:nvPr/>
        </p:nvSpPr>
        <p:spPr>
          <a:xfrm>
            <a:off x="4953000" y="1629774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2A45368-8E31-7A6C-63AC-1D83DD2BEEDF}"/>
              </a:ext>
            </a:extLst>
          </p:cNvPr>
          <p:cNvSpPr/>
          <p:nvPr/>
        </p:nvSpPr>
        <p:spPr>
          <a:xfrm>
            <a:off x="1452282" y="3469755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CDEA16B-B721-8420-ECFC-A0898AE7A49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941774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A94CD27-F8AF-44D6-0C09-CB7F8D4F03E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9F4AC542-4558-4CC1-E013-6C378403A23D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BEFE4C3-4FE4-DD53-D366-C860B0A89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66129"/>
              </p:ext>
            </p:extLst>
          </p:nvPr>
        </p:nvGraphicFramePr>
        <p:xfrm>
          <a:off x="1452282" y="3654445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C902263F-0D7C-178B-98A0-B1298B063D9E}"/>
              </a:ext>
            </a:extLst>
          </p:cNvPr>
          <p:cNvGrpSpPr/>
          <p:nvPr/>
        </p:nvGrpSpPr>
        <p:grpSpPr>
          <a:xfrm>
            <a:off x="1574372" y="3693115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CC2025B0-9110-E5F5-9E76-FFCC33D338C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15309E80-68CB-B394-E08F-A466AC280B1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BFBCD645-D9F6-59AA-957B-41921B518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917207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A72EA72E-4BBD-BDF4-625D-32052EE5FDBF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4201393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C84DF70-9B04-3E31-F09C-9E7A7165AEB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C0EBB11-F288-E400-92BA-6C9AB6A5FEAB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9D1259-A9D0-3219-0017-E1DC02582F97}"/>
              </a:ext>
            </a:extLst>
          </p:cNvPr>
          <p:cNvSpPr/>
          <p:nvPr/>
        </p:nvSpPr>
        <p:spPr>
          <a:xfrm>
            <a:off x="1452282" y="3469755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5A622DE-D429-2B17-ACF3-02998A282CDD}"/>
              </a:ext>
            </a:extLst>
          </p:cNvPr>
          <p:cNvSpPr/>
          <p:nvPr/>
        </p:nvSpPr>
        <p:spPr>
          <a:xfrm>
            <a:off x="4952998" y="1638329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59459F1-4F83-3193-A891-9647043D7426}"/>
              </a:ext>
            </a:extLst>
          </p:cNvPr>
          <p:cNvSpPr/>
          <p:nvPr/>
        </p:nvSpPr>
        <p:spPr>
          <a:xfrm>
            <a:off x="1452281" y="1638329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3EF26B6-0EDB-E33C-8E61-2B2DDA319B0A}"/>
              </a:ext>
            </a:extLst>
          </p:cNvPr>
          <p:cNvGrpSpPr/>
          <p:nvPr/>
        </p:nvGrpSpPr>
        <p:grpSpPr>
          <a:xfrm>
            <a:off x="1574372" y="4444691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5F925E8-B013-9479-5719-7CA1AD2D7D2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35543910-A3C7-40D1-CBE9-7DE55661825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A46C0D7E-E17D-184A-C830-84A363E7AB41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5FE65D19-7C2C-B362-61D7-D9C2F4C7F3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478471"/>
              </p:ext>
            </p:extLst>
          </p:nvPr>
        </p:nvGraphicFramePr>
        <p:xfrm>
          <a:off x="1651000" y="1718922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625A8EAE-06F6-32FB-9F2C-D2EADDEA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238309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EB4F2D55-23AB-BCD6-DA1E-74A3310CD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804053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0EF9F0C-3F73-6ABC-0FD1-1E665EAFF6E3}"/>
              </a:ext>
            </a:extLst>
          </p:cNvPr>
          <p:cNvGrpSpPr/>
          <p:nvPr/>
        </p:nvGrpSpPr>
        <p:grpSpPr>
          <a:xfrm>
            <a:off x="5753098" y="2435456"/>
            <a:ext cx="173150" cy="172289"/>
            <a:chOff x="707191" y="3329530"/>
            <a:chExt cx="190465" cy="189518"/>
          </a:xfrm>
        </p:grpSpPr>
        <p:pic>
          <p:nvPicPr>
            <p:cNvPr id="60" name="그림 59">
              <a:extLst>
                <a:ext uri="{FF2B5EF4-FFF2-40B4-BE49-F238E27FC236}">
                  <a16:creationId xmlns:a16="http://schemas.microsoft.com/office/drawing/2014/main" id="{00878DF7-A7D7-6702-9012-F3BCCFA2B6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3329866"/>
              <a:ext cx="189182" cy="189182"/>
            </a:xfrm>
            <a:prstGeom prst="rect">
              <a:avLst/>
            </a:prstGeom>
          </p:spPr>
        </p:pic>
        <p:pic>
          <p:nvPicPr>
            <p:cNvPr id="61" name="그림 60">
              <a:extLst>
                <a:ext uri="{FF2B5EF4-FFF2-40B4-BE49-F238E27FC236}">
                  <a16:creationId xmlns:a16="http://schemas.microsoft.com/office/drawing/2014/main" id="{B8EB233B-E763-847D-7DC9-39D5F7D0E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3329530"/>
              <a:ext cx="189182" cy="189182"/>
            </a:xfrm>
            <a:prstGeom prst="rect">
              <a:avLst/>
            </a:prstGeom>
          </p:spPr>
        </p:pic>
      </p:grpSp>
      <p:sp>
        <p:nvSpPr>
          <p:cNvPr id="40" name="Rectangle 89">
            <a:extLst>
              <a:ext uri="{FF2B5EF4-FFF2-40B4-BE49-F238E27FC236}">
                <a16:creationId xmlns:a16="http://schemas.microsoft.com/office/drawing/2014/main" id="{20ACD804-FC0C-134B-80D2-4CA90BF10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523115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94F1284-130D-2D4B-CAB6-F6148A8786F7}"/>
              </a:ext>
            </a:extLst>
          </p:cNvPr>
          <p:cNvSpPr/>
          <p:nvPr/>
        </p:nvSpPr>
        <p:spPr>
          <a:xfrm>
            <a:off x="241110" y="1150683"/>
            <a:ext cx="7360932" cy="5131773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AE9E47B-3C21-35E0-B0A0-FE37948BFC80}"/>
              </a:ext>
            </a:extLst>
          </p:cNvPr>
          <p:cNvSpPr/>
          <p:nvPr/>
        </p:nvSpPr>
        <p:spPr>
          <a:xfrm>
            <a:off x="1909482" y="2284197"/>
            <a:ext cx="4254690" cy="2859741"/>
          </a:xfrm>
          <a:prstGeom prst="roundRect">
            <a:avLst/>
          </a:prstGeom>
          <a:solidFill>
            <a:srgbClr val="FFFFFF">
              <a:alpha val="8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785BD00-5640-0E90-45FD-70FA21FB5B11}"/>
              </a:ext>
            </a:extLst>
          </p:cNvPr>
          <p:cNvGrpSpPr/>
          <p:nvPr/>
        </p:nvGrpSpPr>
        <p:grpSpPr>
          <a:xfrm>
            <a:off x="3289116" y="2426840"/>
            <a:ext cx="1444249" cy="225703"/>
            <a:chOff x="8100092" y="3701521"/>
            <a:chExt cx="1444249" cy="225703"/>
          </a:xfrm>
        </p:grpSpPr>
        <p:sp>
          <p:nvSpPr>
            <p:cNvPr id="47" name="Text Box">
              <a:extLst>
                <a:ext uri="{FF2B5EF4-FFF2-40B4-BE49-F238E27FC236}">
                  <a16:creationId xmlns:a16="http://schemas.microsoft.com/office/drawing/2014/main" id="{285EC923-5972-8823-3AC7-D5ED6625966F}"/>
                </a:ext>
              </a:extLst>
            </p:cNvPr>
            <p:cNvSpPr/>
            <p:nvPr/>
          </p:nvSpPr>
          <p:spPr>
            <a:xfrm>
              <a:off x="8100092" y="3701521"/>
              <a:ext cx="1444249" cy="225703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74320" tIns="50800" rIns="91440" bIns="50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이름 검색</a:t>
              </a:r>
              <a:endParaRPr lang="en-US" sz="800" dirty="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endParaRP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1790F93F-E46A-FFFA-5AF2-D69124EBAAA0}"/>
                </a:ext>
              </a:extLst>
            </p:cNvPr>
            <p:cNvGrpSpPr/>
            <p:nvPr/>
          </p:nvGrpSpPr>
          <p:grpSpPr>
            <a:xfrm>
              <a:off x="9270414" y="3710137"/>
              <a:ext cx="209512" cy="208470"/>
              <a:chOff x="707191" y="4221565"/>
              <a:chExt cx="190465" cy="189518"/>
            </a:xfrm>
          </p:grpSpPr>
          <p:pic>
            <p:nvPicPr>
              <p:cNvPr id="49" name="그림 48">
                <a:extLst>
                  <a:ext uri="{FF2B5EF4-FFF2-40B4-BE49-F238E27FC236}">
                    <a16:creationId xmlns:a16="http://schemas.microsoft.com/office/drawing/2014/main" id="{350A93ED-4862-F9F2-1E82-B112B2F441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7191" y="4221901"/>
                <a:ext cx="189182" cy="189182"/>
              </a:xfrm>
              <a:prstGeom prst="rect">
                <a:avLst/>
              </a:prstGeom>
            </p:spPr>
          </p:pic>
          <p:pic>
            <p:nvPicPr>
              <p:cNvPr id="50" name="그림 49">
                <a:extLst>
                  <a:ext uri="{FF2B5EF4-FFF2-40B4-BE49-F238E27FC236}">
                    <a16:creationId xmlns:a16="http://schemas.microsoft.com/office/drawing/2014/main" id="{0146A15B-5145-F11C-061D-817D2E4D07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474" y="4221565"/>
                <a:ext cx="189182" cy="189182"/>
              </a:xfrm>
              <a:prstGeom prst="rect">
                <a:avLst/>
              </a:prstGeom>
            </p:spPr>
          </p:pic>
        </p:grpSp>
      </p:grpSp>
      <p:sp>
        <p:nvSpPr>
          <p:cNvPr id="54" name="Text Box">
            <a:extLst>
              <a:ext uri="{FF2B5EF4-FFF2-40B4-BE49-F238E27FC236}">
                <a16:creationId xmlns:a16="http://schemas.microsoft.com/office/drawing/2014/main" id="{0D8D2D34-5F4D-A5C8-ADFF-7D0FC05F91DC}"/>
              </a:ext>
            </a:extLst>
          </p:cNvPr>
          <p:cNvSpPr/>
          <p:nvPr/>
        </p:nvSpPr>
        <p:spPr>
          <a:xfrm>
            <a:off x="2115123" y="2787645"/>
            <a:ext cx="793790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이름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5" name="Text Box">
            <a:extLst>
              <a:ext uri="{FF2B5EF4-FFF2-40B4-BE49-F238E27FC236}">
                <a16:creationId xmlns:a16="http://schemas.microsoft.com/office/drawing/2014/main" id="{11C6E19F-6F5E-5F5E-FBFB-0EA524783BF5}"/>
              </a:ext>
            </a:extLst>
          </p:cNvPr>
          <p:cNvSpPr/>
          <p:nvPr/>
        </p:nvSpPr>
        <p:spPr>
          <a:xfrm>
            <a:off x="2974143" y="2787645"/>
            <a:ext cx="1978855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이메일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548B0B7-8659-072A-5C59-AC14D505A47D}"/>
              </a:ext>
            </a:extLst>
          </p:cNvPr>
          <p:cNvSpPr/>
          <p:nvPr/>
        </p:nvSpPr>
        <p:spPr>
          <a:xfrm>
            <a:off x="5150332" y="2787645"/>
            <a:ext cx="439271" cy="225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등록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15BB4B9-0CA1-1C8E-3B98-C5147924817F}"/>
              </a:ext>
            </a:extLst>
          </p:cNvPr>
          <p:cNvSpPr/>
          <p:nvPr/>
        </p:nvSpPr>
        <p:spPr>
          <a:xfrm>
            <a:off x="5622490" y="2787645"/>
            <a:ext cx="439271" cy="225703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삭제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7EFB43E6-10B9-BEA6-3F54-8910879DD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82371"/>
              </p:ext>
            </p:extLst>
          </p:nvPr>
        </p:nvGraphicFramePr>
        <p:xfrm>
          <a:off x="2115123" y="3330361"/>
          <a:ext cx="394663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795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3246843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이름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이메일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구서영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asdfja@naver.com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백승진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sadfjlksadfj@naver.com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배채원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asdlkfja@gmail.com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김진령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 dirty="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asdf@gmail.com</a:t>
                      </a:r>
                      <a:endParaRPr lang="ko-KR" altLang="en-US" sz="1000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09663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김상준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u="none" strike="noStrike" dirty="0" err="1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asldkfjas@kakao.com</a:t>
                      </a:r>
                      <a:endParaRPr lang="ko-KR" altLang="en-US" sz="1000" u="none" strike="noStrike" dirty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56123"/>
                  </a:ext>
                </a:extLst>
              </a:tr>
            </a:tbl>
          </a:graphicData>
        </a:graphic>
      </p:graphicFrame>
      <p:grpSp>
        <p:nvGrpSpPr>
          <p:cNvPr id="71" name="그룹 70">
            <a:extLst>
              <a:ext uri="{FF2B5EF4-FFF2-40B4-BE49-F238E27FC236}">
                <a16:creationId xmlns:a16="http://schemas.microsoft.com/office/drawing/2014/main" id="{02BE7BCB-91CD-DA01-A116-D21BE2098D9F}"/>
              </a:ext>
            </a:extLst>
          </p:cNvPr>
          <p:cNvGrpSpPr/>
          <p:nvPr/>
        </p:nvGrpSpPr>
        <p:grpSpPr>
          <a:xfrm>
            <a:off x="5827269" y="3591523"/>
            <a:ext cx="190465" cy="189518"/>
            <a:chOff x="707191" y="2734840"/>
            <a:chExt cx="190465" cy="189518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E7BF3F7D-F22A-A772-0A8D-559F596FC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6B6864BD-7BCF-51F2-E305-7D05234DE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3893710-3F09-ADDF-95A4-F41A8EE224C8}"/>
              </a:ext>
            </a:extLst>
          </p:cNvPr>
          <p:cNvGrpSpPr/>
          <p:nvPr/>
        </p:nvGrpSpPr>
        <p:grpSpPr>
          <a:xfrm>
            <a:off x="5827269" y="3833064"/>
            <a:ext cx="190465" cy="189518"/>
            <a:chOff x="707191" y="2734840"/>
            <a:chExt cx="190465" cy="189518"/>
          </a:xfrm>
        </p:grpSpPr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2536E44E-FDBD-9C39-6917-4FACB89CE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532DC030-7713-47B4-6FAB-E98720CB8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3B7C9BD-0FD4-231C-1E41-6DB2F955384F}"/>
              </a:ext>
            </a:extLst>
          </p:cNvPr>
          <p:cNvGrpSpPr/>
          <p:nvPr/>
        </p:nvGrpSpPr>
        <p:grpSpPr>
          <a:xfrm>
            <a:off x="5827269" y="4102100"/>
            <a:ext cx="190465" cy="189518"/>
            <a:chOff x="707191" y="2734840"/>
            <a:chExt cx="190465" cy="189518"/>
          </a:xfrm>
        </p:grpSpPr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FEB573BD-F373-0B22-61B7-B65EDADE3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79" name="그림 78">
              <a:extLst>
                <a:ext uri="{FF2B5EF4-FFF2-40B4-BE49-F238E27FC236}">
                  <a16:creationId xmlns:a16="http://schemas.microsoft.com/office/drawing/2014/main" id="{59C94A27-FAFF-40F7-1BED-B81E9AEAC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DA8E1A9E-B1C7-12F8-997D-5A0CD8A38D9B}"/>
              </a:ext>
            </a:extLst>
          </p:cNvPr>
          <p:cNvGrpSpPr/>
          <p:nvPr/>
        </p:nvGrpSpPr>
        <p:grpSpPr>
          <a:xfrm>
            <a:off x="5827269" y="4356871"/>
            <a:ext cx="190465" cy="189518"/>
            <a:chOff x="707191" y="2734840"/>
            <a:chExt cx="190465" cy="189518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99959C14-0298-E943-7399-D2A5B7169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82" name="그림 81">
              <a:extLst>
                <a:ext uri="{FF2B5EF4-FFF2-40B4-BE49-F238E27FC236}">
                  <a16:creationId xmlns:a16="http://schemas.microsoft.com/office/drawing/2014/main" id="{74E1A849-C051-8EF4-1CC7-D0BEFFF69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AA084569-8981-7E0E-7C18-FBEDB83EDFE6}"/>
              </a:ext>
            </a:extLst>
          </p:cNvPr>
          <p:cNvGrpSpPr/>
          <p:nvPr/>
        </p:nvGrpSpPr>
        <p:grpSpPr>
          <a:xfrm>
            <a:off x="5827269" y="4557328"/>
            <a:ext cx="190465" cy="189518"/>
            <a:chOff x="707191" y="2734840"/>
            <a:chExt cx="190465" cy="189518"/>
          </a:xfrm>
        </p:grpSpPr>
        <p:pic>
          <p:nvPicPr>
            <p:cNvPr id="84" name="그림 83">
              <a:extLst>
                <a:ext uri="{FF2B5EF4-FFF2-40B4-BE49-F238E27FC236}">
                  <a16:creationId xmlns:a16="http://schemas.microsoft.com/office/drawing/2014/main" id="{21B7C58B-2F9F-F1AA-304B-9AE04220A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85" name="그림 84">
              <a:extLst>
                <a:ext uri="{FF2B5EF4-FFF2-40B4-BE49-F238E27FC236}">
                  <a16:creationId xmlns:a16="http://schemas.microsoft.com/office/drawing/2014/main" id="{67E92216-F0BB-9A0B-79AA-78488673D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4C73959-2636-49FA-330B-FA066C3C8A73}"/>
              </a:ext>
            </a:extLst>
          </p:cNvPr>
          <p:cNvSpPr/>
          <p:nvPr/>
        </p:nvSpPr>
        <p:spPr>
          <a:xfrm>
            <a:off x="2135418" y="3153363"/>
            <a:ext cx="3881033" cy="17470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인증된 회원</a:t>
            </a:r>
            <a:endParaRPr kumimoji="1" lang="en-US" altLang="ko-KR" sz="80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16DFB8FB-B73A-1A82-FBA3-76307279B495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269" y="3379612"/>
            <a:ext cx="165020" cy="1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99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0045-6851-26CB-08CA-AA2FDF02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68C0FDA1-29E5-FB57-EE21-82D6292CDE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934BC483-1AB7-ED16-D5BC-F2795D822F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master_selectURL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6FDDA1BB-C6B1-B16B-8E5A-B6E354F161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F7855A22-51E1-D2D2-43FC-3A1CDE67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5025E17-F560-946C-6267-E70909E05F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CFD0D414-22F1-41B3-174F-16EC4D2F5F38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D5ADC7A8-D195-D18E-1C3E-DA8EBDA3D39A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DDA3A9-10B8-6D11-85E7-F7254C5C2CF3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8A52B-AC84-2AA0-AE1D-0D5C182D87CD}"/>
              </a:ext>
            </a:extLst>
          </p:cNvPr>
          <p:cNvSpPr/>
          <p:nvPr/>
        </p:nvSpPr>
        <p:spPr>
          <a:xfrm>
            <a:off x="241110" y="1150683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C18BADA-FEFB-3FDB-417F-1B2DDD6CFE5C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1232033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39A22DB-E360-3C3A-986F-917B1FA3B2E4}"/>
              </a:ext>
            </a:extLst>
          </p:cNvPr>
          <p:cNvSpPr txBox="1"/>
          <p:nvPr/>
        </p:nvSpPr>
        <p:spPr>
          <a:xfrm>
            <a:off x="7009149" y="119812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66AC755-2606-5C18-AF25-3F0F467C2C6F}"/>
              </a:ext>
            </a:extLst>
          </p:cNvPr>
          <p:cNvSpPr/>
          <p:nvPr/>
        </p:nvSpPr>
        <p:spPr>
          <a:xfrm>
            <a:off x="241110" y="1491798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7148B0-694F-4257-9660-8456EDEDBC46}"/>
              </a:ext>
            </a:extLst>
          </p:cNvPr>
          <p:cNvSpPr/>
          <p:nvPr/>
        </p:nvSpPr>
        <p:spPr>
          <a:xfrm>
            <a:off x="1452282" y="1629774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DA2FEC-8FAB-5ECE-A6D0-3AD0A3B24324}"/>
              </a:ext>
            </a:extLst>
          </p:cNvPr>
          <p:cNvSpPr/>
          <p:nvPr/>
        </p:nvSpPr>
        <p:spPr>
          <a:xfrm>
            <a:off x="4953000" y="1629774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1FA3E4-1235-C517-6906-1FF18D104B78}"/>
              </a:ext>
            </a:extLst>
          </p:cNvPr>
          <p:cNvSpPr/>
          <p:nvPr/>
        </p:nvSpPr>
        <p:spPr>
          <a:xfrm>
            <a:off x="1452282" y="3469755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E93E8D90-FAE7-3C2F-06B6-1D3135202D85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941774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E77B02A-8865-0A81-6BD9-367FA200DCC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B93C4000-D6DB-E1C3-DFD5-05BED7F2A948}"/>
                </a:ext>
              </a:extLst>
            </p:cNvPr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61DA27B9-9F41-A457-79E7-004467581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258865"/>
              </p:ext>
            </p:extLst>
          </p:nvPr>
        </p:nvGraphicFramePr>
        <p:xfrm>
          <a:off x="1452282" y="3654445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C8815FEF-1B1C-F5B5-3996-469B8C8F79D4}"/>
              </a:ext>
            </a:extLst>
          </p:cNvPr>
          <p:cNvGrpSpPr/>
          <p:nvPr/>
        </p:nvGrpSpPr>
        <p:grpSpPr>
          <a:xfrm>
            <a:off x="1574372" y="3693115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435A0EF-C87C-FE50-EC25-B619DE1510C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A713D566-239C-F0B3-7727-D4D06A8209C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37B5960F-E3EA-C74D-6FE7-CB6C6093A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917207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46487D92-F2CB-0A48-8F99-4FC9506AC937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4201393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05FE3937-0726-B9A0-998E-3308F3700C3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8F5CD0C7-23A1-2FA9-C550-E46B70E060CD}"/>
                </a:ext>
              </a:extLst>
            </p:cNvPr>
            <p:cNvSpPr>
              <a:spLocks noEditPoints="1"/>
            </p:cNvSpPr>
            <p:nvPr>
              <p:custDataLst>
                <p:tags r:id="rId5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F37A814-E355-81A3-0899-A3782B670861}"/>
              </a:ext>
            </a:extLst>
          </p:cNvPr>
          <p:cNvSpPr/>
          <p:nvPr/>
        </p:nvSpPr>
        <p:spPr>
          <a:xfrm>
            <a:off x="1452282" y="3469755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2288A81-7A9B-5DC4-179F-333119E4D0DB}"/>
              </a:ext>
            </a:extLst>
          </p:cNvPr>
          <p:cNvSpPr/>
          <p:nvPr/>
        </p:nvSpPr>
        <p:spPr>
          <a:xfrm>
            <a:off x="4952998" y="1638329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86FF35A-C35D-A182-F2CF-4A16303114AA}"/>
              </a:ext>
            </a:extLst>
          </p:cNvPr>
          <p:cNvSpPr/>
          <p:nvPr/>
        </p:nvSpPr>
        <p:spPr>
          <a:xfrm>
            <a:off x="1452281" y="1638329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02816AA-EE06-BF17-A7CB-B36752BE4092}"/>
              </a:ext>
            </a:extLst>
          </p:cNvPr>
          <p:cNvGrpSpPr/>
          <p:nvPr/>
        </p:nvGrpSpPr>
        <p:grpSpPr>
          <a:xfrm>
            <a:off x="1574372" y="4444691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DA5B716-0131-D5D9-5E05-2076F0935121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D6FDC424-5398-9E26-F983-D1E9BBD2ED3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A8F94CC-4C56-7190-C590-7DADE7EDAF66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295E5C8C-6820-39F2-758F-9266D8938D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520460"/>
              </p:ext>
            </p:extLst>
          </p:nvPr>
        </p:nvGraphicFramePr>
        <p:xfrm>
          <a:off x="1651000" y="1718922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62946137-0EDB-72C7-3A12-5B775B8ED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238309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EC935876-D135-2CBF-489B-F4D778087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568528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9EB4732-3C23-3560-8BEC-44A69F4D9C1C}"/>
              </a:ext>
            </a:extLst>
          </p:cNvPr>
          <p:cNvGrpSpPr/>
          <p:nvPr/>
        </p:nvGrpSpPr>
        <p:grpSpPr>
          <a:xfrm>
            <a:off x="5814546" y="3250237"/>
            <a:ext cx="190465" cy="189518"/>
            <a:chOff x="707191" y="2734840"/>
            <a:chExt cx="190465" cy="189518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0725C72D-33FF-839B-5431-876DD02596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191" y="2735176"/>
              <a:ext cx="189182" cy="18918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0CD992DD-9145-FA3D-4D9E-D2466EF01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474" y="2734840"/>
              <a:ext cx="189182" cy="189182"/>
            </a:xfrm>
            <a:prstGeom prst="rect">
              <a:avLst/>
            </a:prstGeom>
          </p:spPr>
        </p:pic>
      </p:grpSp>
      <p:sp>
        <p:nvSpPr>
          <p:cNvPr id="44" name="Rectangle 89">
            <a:extLst>
              <a:ext uri="{FF2B5EF4-FFF2-40B4-BE49-F238E27FC236}">
                <a16:creationId xmlns:a16="http://schemas.microsoft.com/office/drawing/2014/main" id="{457D32F9-D7CA-88CC-C7AC-ABEA43917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834061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한도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2EC1397-3FC3-386C-E5F0-B424D2EAF10D}"/>
              </a:ext>
            </a:extLst>
          </p:cNvPr>
          <p:cNvSpPr/>
          <p:nvPr/>
        </p:nvSpPr>
        <p:spPr>
          <a:xfrm>
            <a:off x="241110" y="1150683"/>
            <a:ext cx="7360932" cy="5131773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05B3946-A1C7-D69B-DEB4-DC8FA967673E}"/>
              </a:ext>
            </a:extLst>
          </p:cNvPr>
          <p:cNvSpPr/>
          <p:nvPr/>
        </p:nvSpPr>
        <p:spPr>
          <a:xfrm>
            <a:off x="1909482" y="2284197"/>
            <a:ext cx="4254690" cy="2859741"/>
          </a:xfrm>
          <a:prstGeom prst="roundRect">
            <a:avLst/>
          </a:prstGeom>
          <a:solidFill>
            <a:srgbClr val="FFFFFF">
              <a:alpha val="8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Text Box">
            <a:extLst>
              <a:ext uri="{FF2B5EF4-FFF2-40B4-BE49-F238E27FC236}">
                <a16:creationId xmlns:a16="http://schemas.microsoft.com/office/drawing/2014/main" id="{C3277FAD-F7E7-A20D-4661-7E04E77D4B4F}"/>
              </a:ext>
            </a:extLst>
          </p:cNvPr>
          <p:cNvSpPr/>
          <p:nvPr/>
        </p:nvSpPr>
        <p:spPr>
          <a:xfrm>
            <a:off x="2115123" y="2501567"/>
            <a:ext cx="3430459" cy="225703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274320" tIns="50800" rIns="9144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크롤링할 사이트 </a:t>
            </a:r>
            <a:r>
              <a:rPr lang="en-US" altLang="ko-KR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URL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D59FA98-C445-1B05-1254-727CB9D066E5}"/>
              </a:ext>
            </a:extLst>
          </p:cNvPr>
          <p:cNvSpPr/>
          <p:nvPr/>
        </p:nvSpPr>
        <p:spPr>
          <a:xfrm>
            <a:off x="5622490" y="2509657"/>
            <a:ext cx="439271" cy="22570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등록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2F26DCBF-1EB7-C117-5C3E-AF3F9375D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235448"/>
              </p:ext>
            </p:extLst>
          </p:nvPr>
        </p:nvGraphicFramePr>
        <p:xfrm>
          <a:off x="2115123" y="2868557"/>
          <a:ext cx="3946638" cy="192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6638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32080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등록된 사이트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navershopping.com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strike="no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...</a:t>
                      </a:r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709663"/>
                  </a:ext>
                </a:extLst>
              </a:tr>
              <a:tr h="320807">
                <a:tc>
                  <a:txBody>
                    <a:bodyPr/>
                    <a:lstStyle/>
                    <a:p>
                      <a:pPr latinLnBrk="1"/>
                      <a:endParaRPr lang="ko-KR" altLang="en-US" sz="1000" strike="noStrike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956123"/>
                  </a:ext>
                </a:extLst>
              </a:tr>
            </a:tbl>
          </a:graphicData>
        </a:graphic>
      </p:graphicFrame>
      <p:pic>
        <p:nvPicPr>
          <p:cNvPr id="40" name="그림 39">
            <a:extLst>
              <a:ext uri="{FF2B5EF4-FFF2-40B4-BE49-F238E27FC236}">
                <a16:creationId xmlns:a16="http://schemas.microsoft.com/office/drawing/2014/main" id="{A315A83A-A00C-9578-452C-5C0B6E476DC9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269" y="2960209"/>
            <a:ext cx="165020" cy="16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7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7657A-D76F-F4E8-8609-7E962AF8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80FD7C7-9412-309A-EAA8-8107B059D1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/d/boosik/sub/master.html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550C930-BB81-D213-25F8-B83F0B7C79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ko-KR"/>
              <a:t>master_selectDate</a:t>
            </a:r>
            <a:endParaRPr lang="ko-KR" altLang="en-US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D1B2B99-0395-A080-51C5-2D8321B398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로그인 페이지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B468B122-B0C8-AD34-0BB3-534D01884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53A1550D-773B-D97B-E91E-EF8D8A859DF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12" name="Group 57">
            <a:extLst>
              <a:ext uri="{FF2B5EF4-FFF2-40B4-BE49-F238E27FC236}">
                <a16:creationId xmlns:a16="http://schemas.microsoft.com/office/drawing/2014/main" id="{D1C17882-0E01-17B7-9FBF-2C88ACF8FABF}"/>
              </a:ext>
            </a:extLst>
          </p:cNvPr>
          <p:cNvGraphicFramePr>
            <a:graphicFrameLocks noGrp="1"/>
          </p:cNvGraphicFramePr>
          <p:nvPr/>
        </p:nvGraphicFramePr>
        <p:xfrm>
          <a:off x="7802880" y="575544"/>
          <a:ext cx="2057400" cy="2402956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68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0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27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66462" marR="18001" marT="17991" marB="17991" anchor="ctr" horzOverflow="overflow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43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8000" marR="18000" marT="18000" marB="18000" horzOverflow="overflow">
                    <a:lnL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82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6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7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14" marR="36014" marT="45674" marB="45674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4408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6462" marR="66462" marT="42167" marB="42167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B9551437-60D5-9938-7EC9-B38C9188B360}"/>
              </a:ext>
            </a:extLst>
          </p:cNvPr>
          <p:cNvSpPr txBox="1">
            <a:spLocks/>
          </p:cNvSpPr>
          <p:nvPr/>
        </p:nvSpPr>
        <p:spPr>
          <a:xfrm>
            <a:off x="7769993" y="347741"/>
            <a:ext cx="2057819" cy="147893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tIns="0" bIns="0" anchor="b">
            <a:normAutofit/>
          </a:bodyPr>
          <a:lstStyle>
            <a:lvl1pPr marL="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800" kern="1200" baseline="0" dirty="0">
                <a:solidFill>
                  <a:prstClr val="black"/>
                </a:solidFill>
                <a:latin typeface="+mn-ea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FACBD2-7A6C-CF4D-233D-C9CBA241927A}"/>
              </a:ext>
            </a:extLst>
          </p:cNvPr>
          <p:cNvSpPr/>
          <p:nvPr/>
        </p:nvSpPr>
        <p:spPr>
          <a:xfrm>
            <a:off x="45720" y="575544"/>
            <a:ext cx="7724273" cy="628245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01CBF1A-0AC2-91AD-6280-CEC2869E8198}"/>
              </a:ext>
            </a:extLst>
          </p:cNvPr>
          <p:cNvSpPr/>
          <p:nvPr/>
        </p:nvSpPr>
        <p:spPr>
          <a:xfrm>
            <a:off x="241110" y="1150683"/>
            <a:ext cx="7360932" cy="3411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GSITM 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부트캠프 </a:t>
            </a:r>
            <a:r>
              <a:rPr lang="en-US" altLang="ko-KR" sz="1000">
                <a:solidFill>
                  <a:schemeClr val="tx1">
                    <a:lumMod val="65000"/>
                    <a:lumOff val="35000"/>
                  </a:schemeClr>
                </a:solidFill>
              </a:rPr>
              <a:t>10</a:t>
            </a:r>
            <a:r>
              <a:rPr lang="ko-KR" altLang="en-US" sz="1000">
                <a:solidFill>
                  <a:schemeClr val="tx1">
                    <a:lumMod val="65000"/>
                    <a:lumOff val="35000"/>
                  </a:schemeClr>
                </a:solidFill>
              </a:rPr>
              <a:t>기 부식 신청</a:t>
            </a:r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77E2B7-EB81-41B0-50F0-B73DD10E910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313" y="1232033"/>
            <a:ext cx="142662" cy="1426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2AB37E-57EE-EC6C-A715-11DA83416DCA}"/>
              </a:ext>
            </a:extLst>
          </p:cNvPr>
          <p:cNvSpPr txBox="1"/>
          <p:nvPr/>
        </p:nvSpPr>
        <p:spPr>
          <a:xfrm>
            <a:off x="7009149" y="119812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관리자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F8E798-DB1D-B4C6-4D0F-9E6206C6B393}"/>
              </a:ext>
            </a:extLst>
          </p:cNvPr>
          <p:cNvSpPr/>
          <p:nvPr/>
        </p:nvSpPr>
        <p:spPr>
          <a:xfrm>
            <a:off x="241110" y="1491798"/>
            <a:ext cx="7360932" cy="47906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85AE09-BD43-386E-7FBA-639C5030A42D}"/>
              </a:ext>
            </a:extLst>
          </p:cNvPr>
          <p:cNvSpPr/>
          <p:nvPr/>
        </p:nvSpPr>
        <p:spPr>
          <a:xfrm>
            <a:off x="1452282" y="1629774"/>
            <a:ext cx="3500718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AF55B0-E9D7-919B-C7DE-D3825A0D40C5}"/>
              </a:ext>
            </a:extLst>
          </p:cNvPr>
          <p:cNvSpPr/>
          <p:nvPr/>
        </p:nvSpPr>
        <p:spPr>
          <a:xfrm>
            <a:off x="4953000" y="1629774"/>
            <a:ext cx="1600200" cy="1479176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Rectangle 89">
            <a:extLst>
              <a:ext uri="{FF2B5EF4-FFF2-40B4-BE49-F238E27FC236}">
                <a16:creationId xmlns:a16="http://schemas.microsoft.com/office/drawing/2014/main" id="{C2389F36-D800-46A5-B34D-049030E92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529" y="2833139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한도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7A070D-A5D3-655C-B3D0-94C2E44A1B22}"/>
              </a:ext>
            </a:extLst>
          </p:cNvPr>
          <p:cNvSpPr/>
          <p:nvPr/>
        </p:nvSpPr>
        <p:spPr>
          <a:xfrm>
            <a:off x="1452282" y="3469755"/>
            <a:ext cx="5100918" cy="257065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25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FA26D839-9031-749C-7EB5-001368E381A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574372" y="3941774"/>
            <a:ext cx="131556" cy="131556"/>
            <a:chOff x="554563" y="2632644"/>
            <a:chExt cx="131556" cy="131556"/>
          </a:xfrm>
        </p:grpSpPr>
        <p:sp>
          <p:nvSpPr>
            <p:cNvPr id="26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DAC7541-D748-6A58-61C6-3A5FDA97448F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7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ED59C337-FE9F-A31D-F44C-061E606BD7B8}"/>
                </a:ext>
              </a:extLst>
            </p:cNvPr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C68A66B7-6B8A-EA38-D8E8-67347791C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576938"/>
              </p:ext>
            </p:extLst>
          </p:nvPr>
        </p:nvGraphicFramePr>
        <p:xfrm>
          <a:off x="1452282" y="3654445"/>
          <a:ext cx="5100918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83">
                  <a:extLst>
                    <a:ext uri="{9D8B030D-6E8A-4147-A177-3AD203B41FA5}">
                      <a16:colId xmlns:a16="http://schemas.microsoft.com/office/drawing/2014/main" val="159454275"/>
                    </a:ext>
                  </a:extLst>
                </a:gridCol>
                <a:gridCol w="4715435">
                  <a:extLst>
                    <a:ext uri="{9D8B030D-6E8A-4147-A177-3AD203B41FA5}">
                      <a16:colId xmlns:a16="http://schemas.microsoft.com/office/drawing/2014/main" val="238873894"/>
                    </a:ext>
                  </a:extLst>
                </a:gridCol>
              </a:tblGrid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trike="sngStrike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빼빼로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63836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!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479697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핫바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22170"/>
                  </a:ext>
                </a:extLst>
              </a:tr>
              <a:tr h="129916"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chemeClr val="tx1"/>
                        </a:solidFill>
                        <a:latin typeface="Noto Sans KR Light" panose="020B0200000000000000" pitchFamily="50" charset="-127"/>
                        <a:ea typeface="Noto Sans KR Light" panose="020B0200000000000000" pitchFamily="50" charset="-127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Noto Sans KR Light" panose="020B0200000000000000" pitchFamily="50" charset="-127"/>
                          <a:ea typeface="Noto Sans KR Light" panose="020B0200000000000000" pitchFamily="50" charset="-127"/>
                        </a:rPr>
                        <a:t>예감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98913"/>
                  </a:ext>
                </a:extLst>
              </a:tr>
            </a:tbl>
          </a:graphicData>
        </a:graphic>
      </p:graphicFrame>
      <p:grpSp>
        <p:nvGrpSpPr>
          <p:cNvPr id="41" name="그룹 40">
            <a:extLst>
              <a:ext uri="{FF2B5EF4-FFF2-40B4-BE49-F238E27FC236}">
                <a16:creationId xmlns:a16="http://schemas.microsoft.com/office/drawing/2014/main" id="{EE43FE73-D402-E109-6964-BDF216017EF7}"/>
              </a:ext>
            </a:extLst>
          </p:cNvPr>
          <p:cNvGrpSpPr/>
          <p:nvPr/>
        </p:nvGrpSpPr>
        <p:grpSpPr>
          <a:xfrm>
            <a:off x="1574372" y="3693115"/>
            <a:ext cx="131556" cy="131556"/>
            <a:chOff x="8414443" y="3509861"/>
            <a:chExt cx="131556" cy="131556"/>
          </a:xfrm>
        </p:grpSpPr>
        <p:sp>
          <p:nvSpPr>
            <p:cNvPr id="2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1138AC3A-FCC7-AF66-1065-92BDE4E0A928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Accept">
              <a:extLst>
                <a:ext uri="{FF2B5EF4-FFF2-40B4-BE49-F238E27FC236}">
                  <a16:creationId xmlns:a16="http://schemas.microsoft.com/office/drawing/2014/main" id="{7272A1C7-1B55-EB44-5202-96DE63FA16E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6" name="Rectangle 89">
            <a:extLst>
              <a:ext uri="{FF2B5EF4-FFF2-40B4-BE49-F238E27FC236}">
                <a16:creationId xmlns:a16="http://schemas.microsoft.com/office/drawing/2014/main" id="{0371ADAF-B995-CD99-00B0-97A808821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1917207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화이트 리스트 관리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grpSp>
        <p:nvGrpSpPr>
          <p:cNvPr id="32" name="Checkbox" descr="&lt;SmartSettings&gt;&lt;SmartOptions&gt;&lt;Code&gt;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&lt;/Code&gt;&lt;CodeSignature&gt;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&lt;/CodeSignature&gt;&lt;/SmartOptions&gt;&lt;SmartResize enabled=&quot;True&quot; minWidth=&quot;10&quot; minHeight=&quot;10&quot; /&gt;&lt;/SmartSettings&gt;">
            <a:extLst>
              <a:ext uri="{FF2B5EF4-FFF2-40B4-BE49-F238E27FC236}">
                <a16:creationId xmlns:a16="http://schemas.microsoft.com/office/drawing/2014/main" id="{B20D96CE-D887-465F-0262-213D6386B95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574372" y="4201393"/>
            <a:ext cx="131556" cy="131556"/>
            <a:chOff x="554563" y="2632644"/>
            <a:chExt cx="131556" cy="131556"/>
          </a:xfrm>
        </p:grpSpPr>
        <p:sp>
          <p:nvSpPr>
            <p:cNvPr id="33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F6B7D31F-F861-6AC6-8391-A479E502CE5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54563" y="2632644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ck" descr="&lt;SmartSettings&gt;&lt;SmartResize anchorLeft=&quot;Absolute&quot; anchorTop=&quot;None&quot; anchorRight=&quot;None&quot; anchorBottom=&quot;None&quot; /&gt;&lt;/SmartSettings&gt;" hidden="1">
              <a:extLst>
                <a:ext uri="{FF2B5EF4-FFF2-40B4-BE49-F238E27FC236}">
                  <a16:creationId xmlns:a16="http://schemas.microsoft.com/office/drawing/2014/main" id="{668606A3-B646-038B-15A6-EF6CF7C97997}"/>
                </a:ext>
              </a:extLst>
            </p:cNvPr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576252" y="2653644"/>
              <a:ext cx="88178" cy="89556"/>
            </a:xfrm>
            <a:custGeom>
              <a:avLst/>
              <a:gdLst>
                <a:gd name="T0" fmla="*/ 275 w 275"/>
                <a:gd name="T1" fmla="*/ 0 h 275"/>
                <a:gd name="T2" fmla="*/ 0 w 275"/>
                <a:gd name="T3" fmla="*/ 275 h 275"/>
                <a:gd name="T4" fmla="*/ 0 w 275"/>
                <a:gd name="T5" fmla="*/ 0 h 275"/>
                <a:gd name="T6" fmla="*/ 275 w 275"/>
                <a:gd name="T7" fmla="*/ 2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5" h="275">
                  <a:moveTo>
                    <a:pt x="275" y="0"/>
                  </a:moveTo>
                  <a:lnTo>
                    <a:pt x="0" y="275"/>
                  </a:lnTo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6350" cap="flat">
              <a:solidFill>
                <a:srgbClr val="80808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80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84AA727-0F25-320E-462D-53C7933CD92C}"/>
              </a:ext>
            </a:extLst>
          </p:cNvPr>
          <p:cNvSpPr/>
          <p:nvPr/>
        </p:nvSpPr>
        <p:spPr>
          <a:xfrm>
            <a:off x="1452282" y="3469755"/>
            <a:ext cx="5100918" cy="1681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이번 주 부식 신청 목록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3B5C539-303C-34A9-07D1-99E3DD9AA7A4}"/>
              </a:ext>
            </a:extLst>
          </p:cNvPr>
          <p:cNvSpPr/>
          <p:nvPr/>
        </p:nvSpPr>
        <p:spPr>
          <a:xfrm>
            <a:off x="4952998" y="1638329"/>
            <a:ext cx="1600201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회원 관리</a:t>
            </a:r>
            <a:endParaRPr kumimoji="1" lang="en-US" altLang="ko-KR" sz="80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5F12C9E-D92A-DBEB-B333-9A72211D2BB8}"/>
              </a:ext>
            </a:extLst>
          </p:cNvPr>
          <p:cNvSpPr/>
          <p:nvPr/>
        </p:nvSpPr>
        <p:spPr>
          <a:xfrm>
            <a:off x="1452281" y="1638329"/>
            <a:ext cx="3467830" cy="161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defRPr/>
            </a:pP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구매 추이 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– MES </a:t>
            </a:r>
            <a:r>
              <a:rPr kumimoji="1" lang="ko-KR" altLang="en-US" sz="800">
                <a:solidFill>
                  <a:schemeClr val="bg1">
                    <a:lumMod val="95000"/>
                  </a:schemeClr>
                </a:solidFill>
                <a:latin typeface="+mn-ea"/>
              </a:rPr>
              <a:t>로 작용할 수 있지 않나</a:t>
            </a:r>
            <a:r>
              <a:rPr kumimoji="1" lang="en-US" altLang="ko-KR" sz="800">
                <a:solidFill>
                  <a:schemeClr val="bg1">
                    <a:lumMod val="95000"/>
                  </a:schemeClr>
                </a:solidFill>
                <a:latin typeface="+mn-ea"/>
              </a:rPr>
              <a:t>?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93B8225-8FD2-62A7-C59C-970A379F20E7}"/>
              </a:ext>
            </a:extLst>
          </p:cNvPr>
          <p:cNvGrpSpPr/>
          <p:nvPr/>
        </p:nvGrpSpPr>
        <p:grpSpPr>
          <a:xfrm>
            <a:off x="1574372" y="4444691"/>
            <a:ext cx="131556" cy="131556"/>
            <a:chOff x="8414443" y="3509861"/>
            <a:chExt cx="131556" cy="131556"/>
          </a:xfrm>
        </p:grpSpPr>
        <p:sp>
          <p:nvSpPr>
            <p:cNvPr id="38" name="Box" descr="&lt;SmartSettings&gt;&lt;SmartResize anchorLeft=&quot;Absolute&quot; anchorTop=&quot;Non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23565FA-4372-3BFB-2986-2D5A0C345B0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8414443" y="3509861"/>
              <a:ext cx="131556" cy="13155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Accept">
              <a:extLst>
                <a:ext uri="{FF2B5EF4-FFF2-40B4-BE49-F238E27FC236}">
                  <a16:creationId xmlns:a16="http://schemas.microsoft.com/office/drawing/2014/main" id="{E95A5EFA-981E-E210-9C11-FB300CD4C8C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450939" y="3548159"/>
              <a:ext cx="58826" cy="52208"/>
            </a:xfrm>
            <a:custGeom>
              <a:avLst/>
              <a:gdLst>
                <a:gd name="T0" fmla="*/ 504 w 525"/>
                <a:gd name="T1" fmla="*/ 3 h 467"/>
                <a:gd name="T2" fmla="*/ 495 w 525"/>
                <a:gd name="T3" fmla="*/ 9 h 467"/>
                <a:gd name="T4" fmla="*/ 223 w 525"/>
                <a:gd name="T5" fmla="*/ 431 h 467"/>
                <a:gd name="T6" fmla="*/ 35 w 525"/>
                <a:gd name="T7" fmla="*/ 262 h 467"/>
                <a:gd name="T8" fmla="*/ 18 w 525"/>
                <a:gd name="T9" fmla="*/ 282 h 467"/>
                <a:gd name="T10" fmla="*/ 217 w 525"/>
                <a:gd name="T11" fmla="*/ 462 h 467"/>
                <a:gd name="T12" fmla="*/ 237 w 525"/>
                <a:gd name="T13" fmla="*/ 459 h 467"/>
                <a:gd name="T14" fmla="*/ 518 w 525"/>
                <a:gd name="T15" fmla="*/ 23 h 467"/>
                <a:gd name="T16" fmla="*/ 504 w 525"/>
                <a:gd name="T17" fmla="*/ 3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5" h="467">
                  <a:moveTo>
                    <a:pt x="504" y="3"/>
                  </a:moveTo>
                  <a:cubicBezTo>
                    <a:pt x="500" y="3"/>
                    <a:pt x="497" y="6"/>
                    <a:pt x="495" y="9"/>
                  </a:cubicBezTo>
                  <a:lnTo>
                    <a:pt x="223" y="431"/>
                  </a:lnTo>
                  <a:lnTo>
                    <a:pt x="35" y="262"/>
                  </a:lnTo>
                  <a:cubicBezTo>
                    <a:pt x="22" y="245"/>
                    <a:pt x="0" y="271"/>
                    <a:pt x="18" y="282"/>
                  </a:cubicBezTo>
                  <a:lnTo>
                    <a:pt x="217" y="462"/>
                  </a:lnTo>
                  <a:cubicBezTo>
                    <a:pt x="223" y="467"/>
                    <a:pt x="232" y="466"/>
                    <a:pt x="237" y="459"/>
                  </a:cubicBezTo>
                  <a:lnTo>
                    <a:pt x="518" y="23"/>
                  </a:lnTo>
                  <a:cubicBezTo>
                    <a:pt x="525" y="13"/>
                    <a:pt x="515" y="0"/>
                    <a:pt x="504" y="3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 b="1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9580AFF-1CBD-9257-66A8-C439FB57A944}"/>
              </a:ext>
            </a:extLst>
          </p:cNvPr>
          <p:cNvCxnSpPr/>
          <p:nvPr/>
        </p:nvCxnSpPr>
        <p:spPr>
          <a:xfrm>
            <a:off x="1640150" y="2866903"/>
            <a:ext cx="30932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차트 44">
            <a:extLst>
              <a:ext uri="{FF2B5EF4-FFF2-40B4-BE49-F238E27FC236}">
                <a16:creationId xmlns:a16="http://schemas.microsoft.com/office/drawing/2014/main" id="{DF7D3A56-968A-5DDB-5F45-280B0E32B9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3047226"/>
              </p:ext>
            </p:extLst>
          </p:nvPr>
        </p:nvGraphicFramePr>
        <p:xfrm>
          <a:off x="1651000" y="1718922"/>
          <a:ext cx="3134047" cy="1390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62" name="Rectangle 89">
            <a:extLst>
              <a:ext uri="{FF2B5EF4-FFF2-40B4-BE49-F238E27FC236}">
                <a16:creationId xmlns:a16="http://schemas.microsoft.com/office/drawing/2014/main" id="{3B27BD75-FB29-4563-8354-54B1A7B4E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238309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크롤링 사이트 </a:t>
            </a:r>
            <a:r>
              <a:rPr kumimoji="0" lang="en-US" altLang="ko-KR" sz="700" kern="0">
                <a:solidFill>
                  <a:schemeClr val="bg1"/>
                </a:solidFill>
              </a:rPr>
              <a:t>URL </a:t>
            </a:r>
            <a:r>
              <a:rPr kumimoji="0" lang="ko-KR" altLang="en-US" sz="700" kern="0">
                <a:solidFill>
                  <a:schemeClr val="bg1"/>
                </a:solidFill>
              </a:rPr>
              <a:t>지정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63" name="Rectangle 89">
            <a:extLst>
              <a:ext uri="{FF2B5EF4-FFF2-40B4-BE49-F238E27FC236}">
                <a16:creationId xmlns:a16="http://schemas.microsoft.com/office/drawing/2014/main" id="{BF5F4C02-12DC-7B55-910E-4E00A44167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906" y="2568528"/>
            <a:ext cx="1446386" cy="22570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45720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>
                <a:solidFill>
                  <a:schemeClr val="bg1"/>
                </a:solidFill>
              </a:rPr>
              <a:t>투표 기간 설정</a:t>
            </a:r>
            <a:endParaRPr kumimoji="0" lang="ko-KR" altLang="en-US" sz="700" kern="0" dirty="0">
              <a:solidFill>
                <a:schemeClr val="bg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6A0372E-35FC-0EEC-CDFE-D03D341DC050}"/>
              </a:ext>
            </a:extLst>
          </p:cNvPr>
          <p:cNvSpPr/>
          <p:nvPr/>
        </p:nvSpPr>
        <p:spPr>
          <a:xfrm>
            <a:off x="241110" y="1150683"/>
            <a:ext cx="7360932" cy="5131773"/>
          </a:xfrm>
          <a:prstGeom prst="rect">
            <a:avLst/>
          </a:prstGeom>
          <a:solidFill>
            <a:schemeClr val="tx1">
              <a:alpha val="8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7BD7BA8-FA64-42DC-D586-80F954CC0AD4}"/>
              </a:ext>
            </a:extLst>
          </p:cNvPr>
          <p:cNvSpPr/>
          <p:nvPr/>
        </p:nvSpPr>
        <p:spPr>
          <a:xfrm>
            <a:off x="1909482" y="3005798"/>
            <a:ext cx="4254690" cy="1423511"/>
          </a:xfrm>
          <a:prstGeom prst="roundRect">
            <a:avLst/>
          </a:prstGeom>
          <a:solidFill>
            <a:srgbClr val="FFFFFF">
              <a:alpha val="70000"/>
            </a:srgb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9" name="Text Box">
            <a:extLst>
              <a:ext uri="{FF2B5EF4-FFF2-40B4-BE49-F238E27FC236}">
                <a16:creationId xmlns:a16="http://schemas.microsoft.com/office/drawing/2014/main" id="{1EF2454D-6877-C84E-DA7E-9F44198A8B0D}"/>
              </a:ext>
            </a:extLst>
          </p:cNvPr>
          <p:cNvSpPr/>
          <p:nvPr/>
        </p:nvSpPr>
        <p:spPr>
          <a:xfrm>
            <a:off x="4543332" y="3176980"/>
            <a:ext cx="555783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수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23" name="Drop-Down Box (Expanded)">
            <a:extLst>
              <a:ext uri="{FF2B5EF4-FFF2-40B4-BE49-F238E27FC236}">
                <a16:creationId xmlns:a16="http://schemas.microsoft.com/office/drawing/2014/main" id="{7E52054B-87FE-591A-F42C-8788D3AC244C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4178609" y="3551786"/>
            <a:ext cx="514164" cy="1346906"/>
            <a:chOff x="-2724469" y="3066120"/>
            <a:chExt cx="1368151" cy="1346906"/>
          </a:xfrm>
        </p:grpSpPr>
        <p:grpSp>
          <p:nvGrpSpPr>
            <p:cNvPr id="24" name="Drop-Down Box">
              <a:extLst>
                <a:ext uri="{FF2B5EF4-FFF2-40B4-BE49-F238E27FC236}">
                  <a16:creationId xmlns:a16="http://schemas.microsoft.com/office/drawing/2014/main" id="{EC1B4341-7678-EA9A-7748-338817FB8AF6}"/>
                </a:ext>
              </a:extLst>
            </p:cNvPr>
            <p:cNvGrpSpPr/>
            <p:nvPr/>
          </p:nvGrpSpPr>
          <p:grpSpPr>
            <a:xfrm>
              <a:off x="-2724469" y="3066120"/>
              <a:ext cx="1368150" cy="225703"/>
              <a:chOff x="-2724469" y="3066120"/>
              <a:chExt cx="1368150" cy="225703"/>
            </a:xfrm>
          </p:grpSpPr>
          <p:sp>
            <p:nvSpPr>
              <p:cNvPr id="47" name="Text Box">
                <a:extLst>
                  <a:ext uri="{FF2B5EF4-FFF2-40B4-BE49-F238E27FC236}">
                    <a16:creationId xmlns:a16="http://schemas.microsoft.com/office/drawing/2014/main" id="{6B515724-11AF-7A72-63F7-B09300365594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-2724469" y="3066120"/>
                <a:ext cx="1368150" cy="225703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256032" bIns="50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800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금</a:t>
                </a:r>
                <a:endParaRPr lang="en-US" sz="800" dirty="0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Arrow Down">
                <a:extLst>
                  <a:ext uri="{FF2B5EF4-FFF2-40B4-BE49-F238E27FC236}">
                    <a16:creationId xmlns:a16="http://schemas.microsoft.com/office/drawing/2014/main" id="{15F863A3-8FD6-887D-12B8-530E81892328}"/>
                  </a:ext>
                </a:extLst>
              </p:cNvPr>
              <p:cNvSpPr>
                <a:spLocks noChangeAspect="1"/>
              </p:cNvSpPr>
              <p:nvPr>
                <p:custDataLst>
                  <p:tags r:id="rId7"/>
                </p:custDataLst>
              </p:nvPr>
            </p:nvSpPr>
            <p:spPr bwMode="auto">
              <a:xfrm rot="10800000" flipH="1">
                <a:off x="-1724236" y="3138264"/>
                <a:ext cx="213390" cy="62295"/>
              </a:xfrm>
              <a:custGeom>
                <a:avLst/>
                <a:gdLst>
                  <a:gd name="T0" fmla="*/ 0 w 197"/>
                  <a:gd name="T1" fmla="*/ 0 h 115"/>
                  <a:gd name="T2" fmla="*/ 99 w 197"/>
                  <a:gd name="T3" fmla="*/ 115 h 115"/>
                  <a:gd name="T4" fmla="*/ 197 w 197"/>
                  <a:gd name="T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97" h="115">
                    <a:moveTo>
                      <a:pt x="0" y="0"/>
                    </a:moveTo>
                    <a:lnTo>
                      <a:pt x="99" y="115"/>
                    </a:lnTo>
                    <a:lnTo>
                      <a:pt x="197" y="0"/>
                    </a:lnTo>
                  </a:path>
                </a:pathLst>
              </a:custGeom>
              <a:noFill/>
              <a:ln w="6350" cap="sq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40" name="Drop-Down Menu">
              <a:extLst>
                <a:ext uri="{FF2B5EF4-FFF2-40B4-BE49-F238E27FC236}">
                  <a16:creationId xmlns:a16="http://schemas.microsoft.com/office/drawing/2014/main" id="{6EF49516-4D5E-A6E6-7588-FC204CFBDDCD}"/>
                </a:ext>
              </a:extLst>
            </p:cNvPr>
            <p:cNvGrpSpPr/>
            <p:nvPr/>
          </p:nvGrpSpPr>
          <p:grpSpPr>
            <a:xfrm>
              <a:off x="-2724468" y="3294771"/>
              <a:ext cx="1368150" cy="1118255"/>
              <a:chOff x="-2724468" y="3294771"/>
              <a:chExt cx="1368150" cy="1118255"/>
            </a:xfrm>
          </p:grpSpPr>
          <p:sp>
            <p:nvSpPr>
              <p:cNvPr id="43" name="Box">
                <a:extLst>
                  <a:ext uri="{FF2B5EF4-FFF2-40B4-BE49-F238E27FC236}">
                    <a16:creationId xmlns:a16="http://schemas.microsoft.com/office/drawing/2014/main" id="{460A55F2-E10A-7268-D779-51210504D99C}"/>
                  </a:ext>
                </a:extLst>
              </p:cNvPr>
              <p:cNvSpPr/>
              <p:nvPr>
                <p:custDataLst>
                  <p:tags r:id="rId4"/>
                </p:custDataLst>
              </p:nvPr>
            </p:nvSpPr>
            <p:spPr>
              <a:xfrm>
                <a:off x="-2724468" y="3294771"/>
                <a:ext cx="1368150" cy="1118255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50800" rIns="91440" bIns="50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월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화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수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목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금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토</a:t>
                </a:r>
                <a:endParaRPr lang="en-US" altLang="ko-KR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  <a:p>
                <a:pPr>
                  <a:spcAft>
                    <a:spcPts val="200"/>
                  </a:spcAft>
                </a:pPr>
                <a:r>
                  <a:rPr lang="ko-KR" altLang="en-US" sz="800" noProof="1">
                    <a:solidFill>
                      <a:srgbClr val="5F5F5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일</a:t>
                </a:r>
                <a:endParaRPr lang="en-US" sz="800" noProof="1">
                  <a:solidFill>
                    <a:srgbClr val="5F5F5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44" name="Selection Overlay">
                <a:extLst>
                  <a:ext uri="{FF2B5EF4-FFF2-40B4-BE49-F238E27FC236}">
                    <a16:creationId xmlns:a16="http://schemas.microsoft.com/office/drawing/2014/main" id="{F025AA70-9335-42B8-2BF1-990D97B23629}"/>
                  </a:ext>
                </a:extLst>
              </p:cNvPr>
              <p:cNvSpPr/>
              <p:nvPr>
                <p:custDataLst>
                  <p:tags r:id="rId5"/>
                </p:custDataLst>
              </p:nvPr>
            </p:nvSpPr>
            <p:spPr>
              <a:xfrm>
                <a:off x="-2724468" y="3914288"/>
                <a:ext cx="1368150" cy="165672"/>
              </a:xfrm>
              <a:prstGeom prst="rect">
                <a:avLst/>
              </a:prstGeom>
              <a:solidFill>
                <a:srgbClr val="5B9BD5">
                  <a:alpha val="21961"/>
                </a:srgb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AF642E66-A03B-B5A6-F11C-3A17B334088E}"/>
              </a:ext>
            </a:extLst>
          </p:cNvPr>
          <p:cNvSpPr txBox="1"/>
          <p:nvPr/>
        </p:nvSpPr>
        <p:spPr>
          <a:xfrm>
            <a:off x="1925941" y="3149594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아이템 등록을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069DE0-8720-C185-55B5-45AB627E297F}"/>
              </a:ext>
            </a:extLst>
          </p:cNvPr>
          <p:cNvSpPr txBox="1"/>
          <p:nvPr/>
        </p:nvSpPr>
        <p:spPr>
          <a:xfrm>
            <a:off x="3616683" y="3521021"/>
            <a:ext cx="615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부터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22240B-B2E7-89B1-C162-D51F4E18EAC5}"/>
              </a:ext>
            </a:extLst>
          </p:cNvPr>
          <p:cNvSpPr txBox="1"/>
          <p:nvPr/>
        </p:nvSpPr>
        <p:spPr>
          <a:xfrm>
            <a:off x="5100151" y="3149594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까지 합니다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53" name="Text Box">
            <a:extLst>
              <a:ext uri="{FF2B5EF4-FFF2-40B4-BE49-F238E27FC236}">
                <a16:creationId xmlns:a16="http://schemas.microsoft.com/office/drawing/2014/main" id="{1401A879-2CA0-08F3-7D48-028BDA019046}"/>
              </a:ext>
            </a:extLst>
          </p:cNvPr>
          <p:cNvSpPr/>
          <p:nvPr/>
        </p:nvSpPr>
        <p:spPr>
          <a:xfrm>
            <a:off x="3024859" y="3185501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매주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4" name="Text Box">
            <a:extLst>
              <a:ext uri="{FF2B5EF4-FFF2-40B4-BE49-F238E27FC236}">
                <a16:creationId xmlns:a16="http://schemas.microsoft.com/office/drawing/2014/main" id="{52EA5F2F-F577-30CC-2E04-969388814E44}"/>
              </a:ext>
            </a:extLst>
          </p:cNvPr>
          <p:cNvSpPr/>
          <p:nvPr/>
        </p:nvSpPr>
        <p:spPr>
          <a:xfrm>
            <a:off x="3616683" y="3185501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월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009E0C-4EA4-CB5D-075B-13F8EB1B4F07}"/>
              </a:ext>
            </a:extLst>
          </p:cNvPr>
          <p:cNvSpPr txBox="1"/>
          <p:nvPr/>
        </p:nvSpPr>
        <p:spPr>
          <a:xfrm>
            <a:off x="1925941" y="3518827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투표를</a:t>
            </a:r>
          </a:p>
        </p:txBody>
      </p:sp>
      <p:sp>
        <p:nvSpPr>
          <p:cNvPr id="58" name="Text Box">
            <a:extLst>
              <a:ext uri="{FF2B5EF4-FFF2-40B4-BE49-F238E27FC236}">
                <a16:creationId xmlns:a16="http://schemas.microsoft.com/office/drawing/2014/main" id="{6B75488B-2F76-0E5E-C79D-5BFD4B609B04}"/>
              </a:ext>
            </a:extLst>
          </p:cNvPr>
          <p:cNvSpPr/>
          <p:nvPr/>
        </p:nvSpPr>
        <p:spPr>
          <a:xfrm>
            <a:off x="2550828" y="3548343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매주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9" name="Text Box">
            <a:extLst>
              <a:ext uri="{FF2B5EF4-FFF2-40B4-BE49-F238E27FC236}">
                <a16:creationId xmlns:a16="http://schemas.microsoft.com/office/drawing/2014/main" id="{ED918A3A-A2B6-84A9-0B9B-316B762FCE26}"/>
              </a:ext>
            </a:extLst>
          </p:cNvPr>
          <p:cNvSpPr/>
          <p:nvPr/>
        </p:nvSpPr>
        <p:spPr>
          <a:xfrm>
            <a:off x="3172257" y="3548342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50800" rIns="256032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목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3212678-4E6D-A964-2C4F-24331A4E1FB8}"/>
              </a:ext>
            </a:extLst>
          </p:cNvPr>
          <p:cNvSpPr txBox="1"/>
          <p:nvPr/>
        </p:nvSpPr>
        <p:spPr>
          <a:xfrm>
            <a:off x="4718404" y="3517924"/>
            <a:ext cx="11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까지 합니다</a:t>
            </a:r>
            <a:r>
              <a:rPr lang="en-US" altLang="ko-KR" sz="1100"/>
              <a:t>.</a:t>
            </a:r>
            <a:endParaRPr lang="ko-KR" altLang="en-US" sz="11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01A6AD-8B90-97A8-ADB9-A29A000CF7DC}"/>
              </a:ext>
            </a:extLst>
          </p:cNvPr>
          <p:cNvSpPr txBox="1"/>
          <p:nvPr/>
        </p:nvSpPr>
        <p:spPr>
          <a:xfrm>
            <a:off x="4067654" y="3178254"/>
            <a:ext cx="615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부터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308D3C-E278-CF6F-BA27-EA88495380B6}"/>
              </a:ext>
            </a:extLst>
          </p:cNvPr>
          <p:cNvSpPr txBox="1"/>
          <p:nvPr/>
        </p:nvSpPr>
        <p:spPr>
          <a:xfrm>
            <a:off x="1909483" y="3919331"/>
            <a:ext cx="79772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투표를</a:t>
            </a:r>
          </a:p>
        </p:txBody>
      </p:sp>
      <p:sp>
        <p:nvSpPr>
          <p:cNvPr id="20" name="Text Box">
            <a:extLst>
              <a:ext uri="{FF2B5EF4-FFF2-40B4-BE49-F238E27FC236}">
                <a16:creationId xmlns:a16="http://schemas.microsoft.com/office/drawing/2014/main" id="{6F59817D-0433-2CF2-03CA-65679DCF26E6}"/>
              </a:ext>
            </a:extLst>
          </p:cNvPr>
          <p:cNvSpPr/>
          <p:nvPr/>
        </p:nvSpPr>
        <p:spPr>
          <a:xfrm>
            <a:off x="2535430" y="3932471"/>
            <a:ext cx="465366" cy="225703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50800" rIns="0" bIns="50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>
                <a:solidFill>
                  <a:srgbClr val="5F5F5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10:00</a:t>
            </a:r>
            <a:endParaRPr lang="en-US" sz="800" dirty="0">
              <a:solidFill>
                <a:srgbClr val="5F5F5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EAE172-4980-1269-3FA8-C296D89BE210}"/>
              </a:ext>
            </a:extLst>
          </p:cNvPr>
          <p:cNvSpPr txBox="1"/>
          <p:nvPr/>
        </p:nvSpPr>
        <p:spPr>
          <a:xfrm>
            <a:off x="3005528" y="3935663"/>
            <a:ext cx="2024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시에 마감합니다</a:t>
            </a:r>
            <a:r>
              <a:rPr lang="en-US" altLang="ko-KR" sz="1100"/>
              <a:t>.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793599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Eht1PxcLvzRBQ6K/pPxS0cKzahZAWBGGvXhEYVQ1lg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None,Absolu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1La62eH0klTn4mRbYpIS0mKjIcnNm0nnu8iBNsuark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  <p:tag name="SMARTRESIZEMINSIZE" val="15,2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None,None,Absolute,Non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OPTIONSCODE" val="H4sIAAAAAAAEAO29B2AcSZYlJi9tynt/SvVK1+B0oQiAYBMk2JBAEOzBiM3mkuwdaUcjKasqgcplVmVdZhZAzO2dvPfee++999577733ujudTif33/8/XGZkAWz2zkrayZ4hgKrIHz9+fB8/ItZNsbxIvyimddVU5+34y/PzYpqPz5ZtXler8cvqKq9fVsWyPfyNE2n7+rpp80Xnz/FJVZb5tC2qZTP+PF/mdTHtNnm1XrbFwsJ+ndeX1FXTbfYmf+c6++66PGe8GJEvqunb9Wr8epHV7em7Nl821J/AO8+m+dd7i1BftnVVOkTe7/XTy3zZ4uXfOFlmi7xZ0Ydp2Po3Tn7xb5yk9KzWk7KYptMyaxpp8+WKaZY+Cv58kjW5vKEv8st1cZm1ecodfjtbzsq8/m6drVZ5nU7n+fRtPjuZZ8uLfOa3SD9Ll+uyZPwsJEGjuszrupjl6aSqyvRsWbRbZz4Wz6p6kTadD0bp2fFqlVK3dxxAD0s8E0J/zPD6b+PFABk8QvetE4ziSfXu9Txb5Y0Myv1JA8mv0rDNFoEbv87BevlMPpIuPOQiCOIpztOtsIfxWWOh08xNi7IDZQASnrt3mYBFVhY/0Ok3U3tO446/dGa6s0OlQXZJNj6ezUy7rY/4t3z2EWgYA2kAjbUhAYwPMp/1ZsE8NJbjts2m8zQHI6Vz4aQNHQ5yHk1YhF3tRP/+ioq+fdtBafP0Ex1ctPux/8fgWOu8XdfLtK3XeaTzXxJ+9Eu6UPTt86xs/NeDdkZsL6tiZrm3M/CtavLTxMJpky9neT0Smh3XF02aD0tZnHsYQpo17uve2H3OT39X0Q83y0tbX7+PNHy1mmHU7TxPGzBevOHPuuCbZwBRPEPy4YmOYbwB/uywycBH06wlkdo6fTfNWbrT/N3t9QuG+7y6uABf13VVb330LCtKQrKt0rWQ2rID03v80Qgd3IqpvV/dH3dpEh836wWpo+uj8GNjdUizyQTrPEjPzbgD5G4fihEKsYSd6X+Unj0tmlXVZJPS45sOZQwIY46coYu1YtAyn/JrxCxyezGNHWbjH68gqjJE/jVqCfHEhGdeNGNBkv6NaiOYj2d1tXB9bbm+uvPY00QDs2W++jxvm/RqntNs6ZQJqbNpu87K8jqd5GVFkkjclAmVyCl4502k7SMymXiUbuJJdM3ojeS5yNv0Fxtt6k2SKqfDGxXxbYZfnROjdshgh5oWqnby2YeNOp/dZrS3lnulSY+k6S/8hfEX8DgKjn+yaAqSovSzz/pO/klV5+MvmupNXbxuSUjGC/x+G0OIp3mPUcDi3Ma5wnOTpu6MK73MynWe/h7Db+G59djTR98AoGcdf8B/brYVPeZWLmMHQhRjvnWzyjkp86ze+lDF4ZzahgXmyqh+0lT8wUVBvkrq4sS+DbC9DAmR7yBFtGBU+b7P+PvfgR8dLAhHxAcyj4hgFM77+ERhn+M316vNUsnDRitw1Od1tV6RzHsUoIYUUAPELr5gfwhfftUWJWLw9gVFo74JQVOJH0jfffT+0sc4qIm+wO9nFK7DO/Nw+tx+PsD+eEAJD0DcA/WfDUjhic6C/9zwPh64Mltg34IGtHtIPx5/5o1SiE0ff/LJBjzNc4v+8IiNY+qlfmffK76/gXr+w4Znmi1fkQNGMbfxbAaimdhzI+3Mc8sx4bGc/p5M/qzOcwTLt6Cwed4DKzw28lFKCedZuRpDZJyYDMnI0POeyOAJHFLG4Zbz5j99BugGpLd5IoZp6Lll01s2Oy+WcEFv1/g9aMyTHZLmPSf0i6ymOSnHCuKkWnzJcbpw91C2ovvcggw3NLnh61sR8BaEGxyuU003jXkDpgNf3ewP4dHY+eTLL7758LlwebtfvPNL6M+mzZaUw2UXpxvaclQ9QkABrbV1h1VG3MnAE3fC8HxgRPMq51gGHtjjJqdAps7PP/vIetiM7Ed3j+xovq4/pgMIW0SI3NGswzZ9YIIGec8B3ZgdNJovkgLAszHnoT9+yf8DsKF77QwZAAA="/>
  <p:tag name="SMARTOPTIONSCODESIGNATURE" val="PumjWDhaFvPEOdqY3tUbECgDvq633JANu6xWafpW3bKjkpwD650A0r9G0rHNloFYXbRYGJl06QG0crqjzjMh1v/sNFBV0kQa0wQkZe6R1NuSCIpv6kda2RGjVWU7NyxnvRHbZzEUcW6MZVD/QlMEKYvBzFxOd1itsdL6Ss4v9LONo4qX1kuYIsfkAtPn/YdxufzRzmBGjwVMwbsYXAPpyltKc2GrDmMQxNHXDM3uTQri19/ZIExwxj2C9u/a78+pOLTeuvM10dUzVvHTJ51gvEJeCDh3yTK0GuWOvJHW7JIG5lF9ak6qDjAX6jLl/KeLin3gqvRJ+auzg//zJFWWrA=="/>
  <p:tag name="SMARTSETTINGSHASH" val="YO0u/sYg5gU3JG0Yo3+5g7s0ym1OuYKAZj4zMZ406Ik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ENABLED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Absolute,Absolute,Absolu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None,Absolut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XeDFoAUYg6HjsbYlv2TXlpA+GBJ8aBvQTUjOfR6E1g="/>
</p:tagLst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000" dirty="0">
            <a:solidFill>
              <a:schemeClr val="tx1">
                <a:lumMod val="65000"/>
                <a:lumOff val="35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89396</TotalTime>
  <Words>1806</Words>
  <Application>Microsoft Office PowerPoint</Application>
  <PresentationFormat>A4 용지(210x297mm)</PresentationFormat>
  <Paragraphs>562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Noto Sans KR Light</vt:lpstr>
      <vt:lpstr>굴림</vt:lpstr>
      <vt:lpstr>맑은 고딕</vt:lpstr>
      <vt:lpstr>Arial</vt:lpstr>
      <vt:lpstr>Segoe UI</vt:lpstr>
      <vt:lpstr>1_디자인 사용자 지정</vt:lpstr>
      <vt:lpstr>PC</vt:lpstr>
      <vt:lpstr>PC</vt:lpstr>
      <vt:lpstr>PC</vt:lpstr>
      <vt:lpstr>PC</vt:lpstr>
      <vt:lpstr>PC</vt:lpstr>
      <vt:lpstr>PC</vt:lpstr>
      <vt:lpstr>PC</vt:lpstr>
      <vt:lpstr>PC</vt:lpstr>
      <vt:lpstr>PC</vt:lpstr>
      <vt:lpstr>PC</vt:lpstr>
      <vt:lpstr>PC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크몽;13년 기획전문가</dc:creator>
  <cp:lastModifiedBy>S0 KOO</cp:lastModifiedBy>
  <cp:revision>1225</cp:revision>
  <cp:lastPrinted>2018-10-16T08:02:11Z</cp:lastPrinted>
  <dcterms:created xsi:type="dcterms:W3CDTF">2018-10-16T04:32:11Z</dcterms:created>
  <dcterms:modified xsi:type="dcterms:W3CDTF">2025-04-28T23:18:10Z</dcterms:modified>
</cp:coreProperties>
</file>