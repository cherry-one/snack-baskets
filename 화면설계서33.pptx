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2" r:id="rId2"/>
  </p:sldMasterIdLst>
  <p:notesMasterIdLst>
    <p:notesMasterId r:id="rId25"/>
  </p:notesMasterIdLst>
  <p:sldIdLst>
    <p:sldId id="265" r:id="rId3"/>
    <p:sldId id="266" r:id="rId4"/>
    <p:sldId id="267" r:id="rId5"/>
    <p:sldId id="268" r:id="rId6"/>
    <p:sldId id="269" r:id="rId7"/>
    <p:sldId id="507" r:id="rId8"/>
    <p:sldId id="500" r:id="rId9"/>
    <p:sldId id="511" r:id="rId10"/>
    <p:sldId id="512" r:id="rId11"/>
    <p:sldId id="513" r:id="rId12"/>
    <p:sldId id="514" r:id="rId13"/>
    <p:sldId id="520" r:id="rId14"/>
    <p:sldId id="494" r:id="rId15"/>
    <p:sldId id="515" r:id="rId16"/>
    <p:sldId id="516" r:id="rId17"/>
    <p:sldId id="517" r:id="rId18"/>
    <p:sldId id="518" r:id="rId19"/>
    <p:sldId id="519" r:id="rId20"/>
    <p:sldId id="521" r:id="rId21"/>
    <p:sldId id="522" r:id="rId22"/>
    <p:sldId id="523" r:id="rId23"/>
    <p:sldId id="509" r:id="rId24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E8B91D-8A9F-41BE-BAA5-34DD3F5D04C8}">
          <p14:sldIdLst/>
        </p14:section>
        <p14:section name="가이드 정의" id="{45557758-A3AE-4C21-95EE-4FE2F49BABE7}">
          <p14:sldIdLst>
            <p14:sldId id="265"/>
            <p14:sldId id="266"/>
            <p14:sldId id="267"/>
            <p14:sldId id="268"/>
            <p14:sldId id="269"/>
            <p14:sldId id="507"/>
            <p14:sldId id="500"/>
            <p14:sldId id="511"/>
            <p14:sldId id="512"/>
            <p14:sldId id="513"/>
            <p14:sldId id="514"/>
            <p14:sldId id="520"/>
            <p14:sldId id="494"/>
            <p14:sldId id="515"/>
            <p14:sldId id="516"/>
            <p14:sldId id="517"/>
            <p14:sldId id="518"/>
            <p14:sldId id="519"/>
            <p14:sldId id="521"/>
            <p14:sldId id="522"/>
            <p14:sldId id="523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43D"/>
    <a:srgbClr val="0074A3"/>
    <a:srgbClr val="484C55"/>
    <a:srgbClr val="FCB416"/>
    <a:srgbClr val="A9AD0B"/>
    <a:srgbClr val="002F5F"/>
    <a:srgbClr val="002D61"/>
    <a:srgbClr val="C30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A4549-167B-471F-8E55-FAE02B5F5D04}" v="106" dt="2025-04-28T12:04:34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67879" autoAdjust="0"/>
  </p:normalViewPr>
  <p:slideViewPr>
    <p:cSldViewPr snapToGrid="0">
      <p:cViewPr>
        <p:scale>
          <a:sx n="125" d="100"/>
          <a:sy n="125" d="100"/>
        </p:scale>
        <p:origin x="126" y="90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906" y="-10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C460F-A745-427A-8D78-0BC790E5B4E3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7AF01-E18F-4450-8FB1-C01F9A1056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39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43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36228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6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9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7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24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1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2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68" name="그림 67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69" name="직선 연결선 68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71" name="직사각형 70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87" name="그림 86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88" name="그림 87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73" name="그림 72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75" name="그룹 74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85" name="그림 8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6" name="그림 8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82" name="그룹 81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83" name="그림 82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4" name="그림 83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76" name="TextBox 75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78" name="TextBox 77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79" name="TextBox 78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80" name="직선 연결선 79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57732" y="1360799"/>
            <a:ext cx="1333500" cy="295275"/>
            <a:chOff x="8461375" y="109538"/>
            <a:chExt cx="1333500" cy="295275"/>
          </a:xfrm>
        </p:grpSpPr>
        <p:grpSp>
          <p:nvGrpSpPr>
            <p:cNvPr id="44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5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33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115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87385" y="1360799"/>
            <a:ext cx="1333500" cy="295275"/>
            <a:chOff x="8461375" y="109538"/>
            <a:chExt cx="1333500" cy="295275"/>
          </a:xfrm>
        </p:grpSpPr>
        <p:grpSp>
          <p:nvGrpSpPr>
            <p:cNvPr id="2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2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69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96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6" name="그룹 125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127" name="직사각형 126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8" name="그룹 127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43" name="그림 142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44" name="그림 143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29" name="그림 128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31" name="그룹 130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37" name="그룹 136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41" name="그림 14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2" name="그림 141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38" name="그룹 137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39" name="그림 13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0" name="그림 13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2" name="TextBox 131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33" name="TextBox 132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34" name="TextBox 133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35" name="TextBox 134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36" name="직선 연결선 135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7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11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0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8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6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1" name="직사각형 70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75" name="직선 연결선 74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9" name="직선 연결선 78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82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3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29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17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직사각형 85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90" name="직선 연결선 89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94" name="직선 연결선 93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3" name="Status Bar"/>
          <p:cNvGrpSpPr/>
          <p:nvPr userDrawn="1"/>
        </p:nvGrpSpPr>
        <p:grpSpPr>
          <a:xfrm>
            <a:off x="4281581" y="1022752"/>
            <a:ext cx="2816589" cy="186517"/>
            <a:chOff x="602120" y="1268402"/>
            <a:chExt cx="2279565" cy="152400"/>
          </a:xfrm>
        </p:grpSpPr>
        <p:sp>
          <p:nvSpPr>
            <p:cNvPr id="24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6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33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7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31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9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8104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44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45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46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0" name="TextBox 49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52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6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" name="그룹 74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76" name="모서리가 둥근 직사각형 75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78" name="TextBox 77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5138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61" name="모서리가 둥근 직사각형 60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sp>
        <p:nvSpPr>
          <p:cNvPr id="65" name="TextBox 64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3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3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808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98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99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100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9" name="TextBox 108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0" name="TextBox 109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4913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4"/>
          <p:cNvSpPr>
            <a:spLocks noChangeArrowheads="1"/>
          </p:cNvSpPr>
          <p:nvPr userDrawn="1"/>
        </p:nvSpPr>
        <p:spPr bwMode="auto">
          <a:xfrm>
            <a:off x="4711047" y="6626386"/>
            <a:ext cx="47783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defTabSz="457200" latinLnBrk="0"/>
            <a:fld id="{21E15572-5A40-4EE6-B548-6E77BED7C9CC}" type="slidenum">
              <a:rPr lang="en-US" altLang="ko-KR" sz="1000">
                <a:solidFill>
                  <a:srgbClr val="5F5F5F"/>
                </a:solidFill>
                <a:latin typeface="맑은 고딕" pitchFamily="50" charset="-127"/>
              </a:rPr>
              <a:pPr defTabSz="457200" latinLnBrk="0"/>
              <a:t>‹#›</a:t>
            </a:fld>
            <a:endParaRPr lang="en-US" altLang="ko-KR" sz="1000" dirty="0">
              <a:solidFill>
                <a:srgbClr val="5F5F5F"/>
              </a:solidFill>
              <a:latin typeface="맑은 고딕" pitchFamily="50" charset="-127"/>
            </a:endParaRPr>
          </a:p>
        </p:txBody>
      </p:sp>
      <p:sp>
        <p:nvSpPr>
          <p:cNvPr id="20" name="제목 1"/>
          <p:cNvSpPr txBox="1">
            <a:spLocks/>
          </p:cNvSpPr>
          <p:nvPr/>
        </p:nvSpPr>
        <p:spPr>
          <a:xfrm>
            <a:off x="0" y="2385"/>
            <a:ext cx="9906000" cy="540000"/>
          </a:xfrm>
          <a:prstGeom prst="rect">
            <a:avLst/>
          </a:prstGeom>
          <a:solidFill>
            <a:schemeClr val="bg1"/>
          </a:solidFill>
        </p:spPr>
        <p:txBody>
          <a:bodyPr lIns="216000" anchor="ctr"/>
          <a:lstStyle>
            <a:lvl1pPr algn="l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ko-KR" altLang="en-US" sz="900" b="1" kern="1200" spc="0" baseline="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  <a:ea typeface="+mn-ea"/>
                <a:cs typeface="Noto Sans CJK KR Medium" panose="020B0600000000000000" pitchFamily="34" charset="-127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9pPr>
          </a:lstStyle>
          <a:p>
            <a:pPr>
              <a:lnSpc>
                <a:spcPct val="90000"/>
              </a:lnSpc>
              <a:buFont typeface="Arial" charset="0"/>
              <a:buNone/>
            </a:pPr>
            <a:endParaRPr lang="ko-KR" altLang="en-US" sz="1200" dirty="0"/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164827" y="198328"/>
            <a:ext cx="3875427" cy="28202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defRPr 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2" name="Line 76"/>
          <p:cNvSpPr>
            <a:spLocks noChangeShapeType="1"/>
          </p:cNvSpPr>
          <p:nvPr userDrawn="1"/>
        </p:nvSpPr>
        <p:spPr bwMode="auto">
          <a:xfrm>
            <a:off x="268661" y="6506188"/>
            <a:ext cx="93522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Line 76"/>
          <p:cNvSpPr>
            <a:spLocks noChangeShapeType="1"/>
          </p:cNvSpPr>
          <p:nvPr userDrawn="1"/>
        </p:nvSpPr>
        <p:spPr bwMode="auto">
          <a:xfrm>
            <a:off x="260035" y="599972"/>
            <a:ext cx="9352227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278762" y="184500"/>
            <a:ext cx="1333500" cy="295275"/>
            <a:chOff x="8461375" y="109538"/>
            <a:chExt cx="1333500" cy="295275"/>
          </a:xfrm>
        </p:grpSpPr>
        <p:grpSp>
          <p:nvGrpSpPr>
            <p:cNvPr id="12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16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816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1712640" y="2429680"/>
            <a:ext cx="0" cy="288000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56291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 flipV="1">
            <a:off x="410118" y="692696"/>
            <a:ext cx="908472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917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329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9914357" cy="6858000"/>
          </a:xfrm>
          <a:prstGeom prst="rect">
            <a:avLst/>
          </a:prstGeom>
          <a:solidFill>
            <a:srgbClr val="33343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[R] 6"/>
          <p:cNvCxnSpPr/>
          <p:nvPr userDrawn="1"/>
        </p:nvCxnSpPr>
        <p:spPr>
          <a:xfrm>
            <a:off x="479425" y="2743200"/>
            <a:ext cx="8901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4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/>
          <p:cNvSpPr>
            <a:spLocks noChangeArrowheads="1"/>
          </p:cNvSpPr>
          <p:nvPr userDrawn="1"/>
        </p:nvSpPr>
        <p:spPr bwMode="auto">
          <a:xfrm>
            <a:off x="53068" y="580120"/>
            <a:ext cx="7699400" cy="624522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457200" latinLnBrk="0">
              <a:defRPr/>
            </a:pPr>
            <a:endParaRPr lang="ko-KR" altLang="en-US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21" name="Rectangle 5"/>
          <p:cNvSpPr>
            <a:spLocks noChangeArrowheads="1"/>
          </p:cNvSpPr>
          <p:nvPr userDrawn="1"/>
        </p:nvSpPr>
        <p:spPr bwMode="auto">
          <a:xfrm>
            <a:off x="7792130" y="580121"/>
            <a:ext cx="2069646" cy="624522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91435" tIns="45717" rIns="91435" bIns="45717" anchor="ctr"/>
          <a:lstStyle/>
          <a:p>
            <a:pPr algn="ctr" defTabSz="457200" latinLnBrk="0">
              <a:defRPr/>
            </a:pPr>
            <a:endParaRPr lang="ko-KR" altLang="ko-KR" sz="1000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8" name="Text Box 36"/>
          <p:cNvSpPr txBox="1">
            <a:spLocks noChangeArrowheads="1"/>
          </p:cNvSpPr>
          <p:nvPr userDrawn="1"/>
        </p:nvSpPr>
        <p:spPr bwMode="auto">
          <a:xfrm>
            <a:off x="7774947" y="317848"/>
            <a:ext cx="854075" cy="2308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 latinLnBrk="0">
              <a:spcBef>
                <a:spcPct val="50000"/>
              </a:spcBef>
              <a:defRPr/>
            </a:pPr>
            <a:fld id="{AA7CEB46-FB82-4C99-81C8-E9602E17FD21}" type="slidenum">
              <a:rPr lang="en-US" altLang="ko-KR" sz="900" smtClean="0">
                <a:solidFill>
                  <a:prstClr val="black"/>
                </a:solidFill>
              </a:rPr>
              <a:pPr defTabSz="457200" latinLnBrk="0">
                <a:spcBef>
                  <a:spcPct val="50000"/>
                </a:spcBef>
                <a:defRPr/>
              </a:pPr>
              <a:t>‹#›</a:t>
            </a:fld>
            <a:endParaRPr lang="en-US" altLang="ko-KR" sz="900" dirty="0">
              <a:solidFill>
                <a:prstClr val="black"/>
              </a:solidFill>
            </a:endParaRPr>
          </a:p>
        </p:txBody>
      </p:sp>
      <p:graphicFrame>
        <p:nvGraphicFramePr>
          <p:cNvPr id="6" name="Group 13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0906811"/>
              </p:ext>
            </p:extLst>
          </p:nvPr>
        </p:nvGraphicFramePr>
        <p:xfrm>
          <a:off x="53067" y="63990"/>
          <a:ext cx="9808709" cy="482600"/>
        </p:xfrm>
        <a:graphic>
          <a:graphicData uri="http://schemas.openxmlformats.org/drawingml/2006/table">
            <a:tbl>
              <a:tblPr/>
              <a:tblGrid>
                <a:gridCol w="104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7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2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화면경로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페이지번호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0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35" r:id="rId3"/>
    <p:sldLayoutId id="2147483745" r:id="rId4"/>
    <p:sldLayoutId id="2147483746" r:id="rId5"/>
    <p:sldLayoutId id="2147483744" r:id="rId6"/>
    <p:sldLayoutId id="2147483734" r:id="rId7"/>
    <p:sldLayoutId id="2147483737" r:id="rId8"/>
    <p:sldLayoutId id="2147483747" r:id="rId9"/>
    <p:sldLayoutId id="2147483748" r:id="rId10"/>
    <p:sldLayoutId id="2147483749" r:id="rId11"/>
    <p:sldLayoutId id="2147483750" r:id="rId12"/>
    <p:sldLayoutId id="2147483739" r:id="rId13"/>
    <p:sldLayoutId id="2147483740" r:id="rId14"/>
    <p:sldLayoutId id="2147483741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7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6" r:id="rId2"/>
    <p:sldLayoutId id="2147483707" r:id="rId3"/>
    <p:sldLayoutId id="2147483751" r:id="rId4"/>
    <p:sldLayoutId id="214748371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image" Target="../media/image24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63" Type="http://schemas.openxmlformats.org/officeDocument/2006/relationships/image" Target="../media/image4.png"/><Relationship Id="rId68" Type="http://schemas.openxmlformats.org/officeDocument/2006/relationships/image" Target="../media/image68.png"/><Relationship Id="rId16" Type="http://schemas.openxmlformats.org/officeDocument/2006/relationships/image" Target="../media/image20.png"/><Relationship Id="rId11" Type="http://schemas.openxmlformats.org/officeDocument/2006/relationships/image" Target="../media/image16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53" Type="http://schemas.openxmlformats.org/officeDocument/2006/relationships/image" Target="../media/image56.png"/><Relationship Id="rId58" Type="http://schemas.openxmlformats.org/officeDocument/2006/relationships/image" Target="../media/image61.png"/><Relationship Id="rId74" Type="http://schemas.openxmlformats.org/officeDocument/2006/relationships/image" Target="../media/image6.png"/><Relationship Id="rId79" Type="http://schemas.openxmlformats.org/officeDocument/2006/relationships/image" Target="../media/image76.png"/><Relationship Id="rId5" Type="http://schemas.openxmlformats.org/officeDocument/2006/relationships/image" Target="../media/image11.png"/><Relationship Id="rId61" Type="http://schemas.openxmlformats.org/officeDocument/2006/relationships/image" Target="../media/image64.png"/><Relationship Id="rId82" Type="http://schemas.openxmlformats.org/officeDocument/2006/relationships/image" Target="../media/image79.png"/><Relationship Id="rId19" Type="http://schemas.openxmlformats.org/officeDocument/2006/relationships/image" Target="../media/image8.png"/><Relationship Id="rId14" Type="http://schemas.openxmlformats.org/officeDocument/2006/relationships/image" Target="../media/image19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56" Type="http://schemas.openxmlformats.org/officeDocument/2006/relationships/image" Target="../media/image59.png"/><Relationship Id="rId64" Type="http://schemas.openxmlformats.org/officeDocument/2006/relationships/image" Target="../media/image2.png"/><Relationship Id="rId69" Type="http://schemas.openxmlformats.org/officeDocument/2006/relationships/image" Target="../media/image69.png"/><Relationship Id="rId77" Type="http://schemas.openxmlformats.org/officeDocument/2006/relationships/image" Target="../media/image75.png"/><Relationship Id="rId8" Type="http://schemas.openxmlformats.org/officeDocument/2006/relationships/image" Target="../media/image14.png"/><Relationship Id="rId51" Type="http://schemas.openxmlformats.org/officeDocument/2006/relationships/image" Target="../media/image54.png"/><Relationship Id="rId72" Type="http://schemas.openxmlformats.org/officeDocument/2006/relationships/image" Target="../media/image72.png"/><Relationship Id="rId80" Type="http://schemas.openxmlformats.org/officeDocument/2006/relationships/image" Target="../media/image77.png"/><Relationship Id="rId3" Type="http://schemas.openxmlformats.org/officeDocument/2006/relationships/image" Target="../media/image9.pn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png"/><Relationship Id="rId67" Type="http://schemas.openxmlformats.org/officeDocument/2006/relationships/image" Target="../media/image67.png"/><Relationship Id="rId20" Type="http://schemas.openxmlformats.org/officeDocument/2006/relationships/image" Target="../media/image23.png"/><Relationship Id="rId41" Type="http://schemas.openxmlformats.org/officeDocument/2006/relationships/image" Target="../media/image44.pn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70" Type="http://schemas.openxmlformats.org/officeDocument/2006/relationships/image" Target="../media/image70.png"/><Relationship Id="rId75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15" Type="http://schemas.openxmlformats.org/officeDocument/2006/relationships/image" Target="../media/image7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3.png"/><Relationship Id="rId31" Type="http://schemas.openxmlformats.org/officeDocument/2006/relationships/image" Target="../media/image34.pn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65" Type="http://schemas.openxmlformats.org/officeDocument/2006/relationships/image" Target="../media/image1.jpeg"/><Relationship Id="rId73" Type="http://schemas.openxmlformats.org/officeDocument/2006/relationships/image" Target="../media/image73.png"/><Relationship Id="rId78" Type="http://schemas.microsoft.com/office/2007/relationships/hdphoto" Target="../media/hdphoto1.wdp"/><Relationship Id="rId81" Type="http://schemas.openxmlformats.org/officeDocument/2006/relationships/image" Target="../media/image7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9" Type="http://schemas.openxmlformats.org/officeDocument/2006/relationships/image" Target="../media/image42.png"/><Relationship Id="rId34" Type="http://schemas.openxmlformats.org/officeDocument/2006/relationships/image" Target="../media/image37.png"/><Relationship Id="rId50" Type="http://schemas.openxmlformats.org/officeDocument/2006/relationships/image" Target="../media/image53.png"/><Relationship Id="rId55" Type="http://schemas.openxmlformats.org/officeDocument/2006/relationships/image" Target="../media/image58.png"/><Relationship Id="rId76" Type="http://schemas.openxmlformats.org/officeDocument/2006/relationships/image" Target="../media/image74.png"/><Relationship Id="rId7" Type="http://schemas.openxmlformats.org/officeDocument/2006/relationships/image" Target="../media/image13.png"/><Relationship Id="rId71" Type="http://schemas.openxmlformats.org/officeDocument/2006/relationships/image" Target="../media/image71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32.png"/><Relationship Id="rId24" Type="http://schemas.openxmlformats.org/officeDocument/2006/relationships/image" Target="../media/image27.pn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66" Type="http://schemas.openxmlformats.org/officeDocument/2006/relationships/image" Target="../media/image6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21" Type="http://schemas.openxmlformats.org/officeDocument/2006/relationships/tags" Target="../tags/tag25.xml"/><Relationship Id="rId34" Type="http://schemas.openxmlformats.org/officeDocument/2006/relationships/tags" Target="../tags/tag38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slideLayout" Target="../slideLayouts/slideLayout16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8" Type="http://schemas.openxmlformats.org/officeDocument/2006/relationships/tags" Target="../tags/tag12.xml"/><Relationship Id="rId3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image" Target="../media/image29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slideLayout" Target="../slideLayouts/slideLayout16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image" Target="../media/image81.png"/><Relationship Id="rId3" Type="http://schemas.openxmlformats.org/officeDocument/2006/relationships/tags" Target="../tags/tag55.xml"/><Relationship Id="rId21" Type="http://schemas.openxmlformats.org/officeDocument/2006/relationships/image" Target="../media/image84.png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image" Target="../media/image80.png"/><Relationship Id="rId2" Type="http://schemas.openxmlformats.org/officeDocument/2006/relationships/tags" Target="../tags/tag54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83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19" Type="http://schemas.openxmlformats.org/officeDocument/2006/relationships/image" Target="../media/image82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93.png"/><Relationship Id="rId18" Type="http://schemas.openxmlformats.org/officeDocument/2006/relationships/image" Target="../media/image97.png"/><Relationship Id="rId26" Type="http://schemas.openxmlformats.org/officeDocument/2006/relationships/image" Target="../media/image103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9.png"/><Relationship Id="rId7" Type="http://schemas.openxmlformats.org/officeDocument/2006/relationships/image" Target="../media/image87.png"/><Relationship Id="rId12" Type="http://schemas.openxmlformats.org/officeDocument/2006/relationships/image" Target="../media/image92.svg"/><Relationship Id="rId17" Type="http://schemas.openxmlformats.org/officeDocument/2006/relationships/image" Target="../media/image4.png"/><Relationship Id="rId25" Type="http://schemas.openxmlformats.org/officeDocument/2006/relationships/image" Target="../media/image102.svg"/><Relationship Id="rId2" Type="http://schemas.openxmlformats.org/officeDocument/2006/relationships/tags" Target="../tags/tag92.xml"/><Relationship Id="rId16" Type="http://schemas.openxmlformats.org/officeDocument/2006/relationships/image" Target="../media/image96.svg"/><Relationship Id="rId20" Type="http://schemas.openxmlformats.org/officeDocument/2006/relationships/image" Target="../media/image80.png"/><Relationship Id="rId1" Type="http://schemas.openxmlformats.org/officeDocument/2006/relationships/tags" Target="../tags/tag91.xml"/><Relationship Id="rId6" Type="http://schemas.openxmlformats.org/officeDocument/2006/relationships/image" Target="../media/image86.svg"/><Relationship Id="rId11" Type="http://schemas.openxmlformats.org/officeDocument/2006/relationships/image" Target="../media/image91.png"/><Relationship Id="rId24" Type="http://schemas.openxmlformats.org/officeDocument/2006/relationships/image" Target="../media/image10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23" Type="http://schemas.openxmlformats.org/officeDocument/2006/relationships/image" Target="../media/image1.jpeg"/><Relationship Id="rId10" Type="http://schemas.openxmlformats.org/officeDocument/2006/relationships/image" Target="../media/image90.svg"/><Relationship Id="rId19" Type="http://schemas.openxmlformats.org/officeDocument/2006/relationships/image" Target="../media/image98.svg"/><Relationship Id="rId4" Type="http://schemas.openxmlformats.org/officeDocument/2006/relationships/image" Target="../media/image7.png"/><Relationship Id="rId9" Type="http://schemas.openxmlformats.org/officeDocument/2006/relationships/image" Target="../media/image89.png"/><Relationship Id="rId14" Type="http://schemas.openxmlformats.org/officeDocument/2006/relationships/image" Target="../media/image94.svg"/><Relationship Id="rId22" Type="http://schemas.openxmlformats.org/officeDocument/2006/relationships/image" Target="../media/image100.svg"/><Relationship Id="rId27" Type="http://schemas.openxmlformats.org/officeDocument/2006/relationships/image" Target="../media/image10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svg"/><Relationship Id="rId18" Type="http://schemas.openxmlformats.org/officeDocument/2006/relationships/image" Target="../media/image95.png"/><Relationship Id="rId26" Type="http://schemas.openxmlformats.org/officeDocument/2006/relationships/image" Target="../media/image102.sv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8.svg"/><Relationship Id="rId7" Type="http://schemas.openxmlformats.org/officeDocument/2006/relationships/image" Target="../media/image86.svg"/><Relationship Id="rId12" Type="http://schemas.openxmlformats.org/officeDocument/2006/relationships/image" Target="../media/image91.png"/><Relationship Id="rId17" Type="http://schemas.openxmlformats.org/officeDocument/2006/relationships/image" Target="../media/image94.svg"/><Relationship Id="rId25" Type="http://schemas.openxmlformats.org/officeDocument/2006/relationships/image" Target="../media/image101.png"/><Relationship Id="rId2" Type="http://schemas.openxmlformats.org/officeDocument/2006/relationships/tags" Target="../tags/tag94.xml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tags" Target="../tags/tag93.xml"/><Relationship Id="rId6" Type="http://schemas.openxmlformats.org/officeDocument/2006/relationships/image" Target="../media/image85.png"/><Relationship Id="rId11" Type="http://schemas.openxmlformats.org/officeDocument/2006/relationships/image" Target="../media/image90.svg"/><Relationship Id="rId24" Type="http://schemas.openxmlformats.org/officeDocument/2006/relationships/image" Target="../media/image18.png"/><Relationship Id="rId5" Type="http://schemas.openxmlformats.org/officeDocument/2006/relationships/image" Target="../media/image3.png"/><Relationship Id="rId15" Type="http://schemas.openxmlformats.org/officeDocument/2006/relationships/image" Target="../media/image104.svg"/><Relationship Id="rId23" Type="http://schemas.openxmlformats.org/officeDocument/2006/relationships/image" Target="../media/image100.svg"/><Relationship Id="rId10" Type="http://schemas.openxmlformats.org/officeDocument/2006/relationships/image" Target="../media/image89.png"/><Relationship Id="rId19" Type="http://schemas.openxmlformats.org/officeDocument/2006/relationships/image" Target="../media/image96.svg"/><Relationship Id="rId4" Type="http://schemas.openxmlformats.org/officeDocument/2006/relationships/image" Target="../media/image4.png"/><Relationship Id="rId9" Type="http://schemas.openxmlformats.org/officeDocument/2006/relationships/image" Target="../media/image88.svg"/><Relationship Id="rId14" Type="http://schemas.openxmlformats.org/officeDocument/2006/relationships/image" Target="../media/image103.png"/><Relationship Id="rId22" Type="http://schemas.openxmlformats.org/officeDocument/2006/relationships/image" Target="../media/image9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svg"/><Relationship Id="rId18" Type="http://schemas.openxmlformats.org/officeDocument/2006/relationships/image" Target="../media/image93.png"/><Relationship Id="rId3" Type="http://schemas.openxmlformats.org/officeDocument/2006/relationships/tags" Target="../tags/tag97.xml"/><Relationship Id="rId21" Type="http://schemas.openxmlformats.org/officeDocument/2006/relationships/image" Target="../media/image96.svg"/><Relationship Id="rId7" Type="http://schemas.openxmlformats.org/officeDocument/2006/relationships/image" Target="../media/image18.png"/><Relationship Id="rId12" Type="http://schemas.openxmlformats.org/officeDocument/2006/relationships/image" Target="../media/image89.png"/><Relationship Id="rId17" Type="http://schemas.openxmlformats.org/officeDocument/2006/relationships/image" Target="../media/image104.svg"/><Relationship Id="rId2" Type="http://schemas.openxmlformats.org/officeDocument/2006/relationships/tags" Target="../tags/tag96.xml"/><Relationship Id="rId16" Type="http://schemas.openxmlformats.org/officeDocument/2006/relationships/image" Target="../media/image103.png"/><Relationship Id="rId20" Type="http://schemas.openxmlformats.org/officeDocument/2006/relationships/image" Target="../media/image95.png"/><Relationship Id="rId1" Type="http://schemas.openxmlformats.org/officeDocument/2006/relationships/tags" Target="../tags/tag95.xml"/><Relationship Id="rId6" Type="http://schemas.openxmlformats.org/officeDocument/2006/relationships/image" Target="../media/image4.png"/><Relationship Id="rId11" Type="http://schemas.openxmlformats.org/officeDocument/2006/relationships/image" Target="../media/image88.svg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92.svg"/><Relationship Id="rId10" Type="http://schemas.openxmlformats.org/officeDocument/2006/relationships/image" Target="../media/image87.png"/><Relationship Id="rId19" Type="http://schemas.openxmlformats.org/officeDocument/2006/relationships/image" Target="../media/image94.svg"/><Relationship Id="rId4" Type="http://schemas.openxmlformats.org/officeDocument/2006/relationships/tags" Target="../tags/tag98.xml"/><Relationship Id="rId9" Type="http://schemas.openxmlformats.org/officeDocument/2006/relationships/image" Target="../media/image86.svg"/><Relationship Id="rId1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5.png"/><Relationship Id="rId7" Type="http://schemas.openxmlformats.org/officeDocument/2006/relationships/image" Target="../media/image8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7.png"/><Relationship Id="rId5" Type="http://schemas.openxmlformats.org/officeDocument/2006/relationships/image" Target="../media/image18.png"/><Relationship Id="rId4" Type="http://schemas.openxmlformats.org/officeDocument/2006/relationships/image" Target="../media/image86.svg"/><Relationship Id="rId9" Type="http://schemas.openxmlformats.org/officeDocument/2006/relationships/image" Target="../media/image92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18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chart" Target="../charts/chart1.xml"/><Relationship Id="rId5" Type="http://schemas.openxmlformats.org/officeDocument/2006/relationships/tags" Target="../tags/tag103.xml"/><Relationship Id="rId10" Type="http://schemas.openxmlformats.org/officeDocument/2006/relationships/image" Target="../media/image4.png"/><Relationship Id="rId4" Type="http://schemas.openxmlformats.org/officeDocument/2006/relationships/tags" Target="../tags/tag102.xml"/><Relationship Id="rId9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image" Target="../media/image14.png"/><Relationship Id="rId18" Type="http://schemas.openxmlformats.org/officeDocument/2006/relationships/hyperlink" Target="mailto:adsfajsfd@daum.net" TargetMode="Externa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image" Target="../media/image3.png"/><Relationship Id="rId17" Type="http://schemas.openxmlformats.org/officeDocument/2006/relationships/hyperlink" Target="mailto:asdf@google.com" TargetMode="External"/><Relationship Id="rId2" Type="http://schemas.openxmlformats.org/officeDocument/2006/relationships/tags" Target="../tags/tag108.xml"/><Relationship Id="rId16" Type="http://schemas.openxmlformats.org/officeDocument/2006/relationships/hyperlink" Target="mailto:asdlkfja@google.com" TargetMode="External"/><Relationship Id="rId20" Type="http://schemas.openxmlformats.org/officeDocument/2006/relationships/image" Target="../media/image67.png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chart" Target="../charts/chart2.xml"/><Relationship Id="rId5" Type="http://schemas.openxmlformats.org/officeDocument/2006/relationships/tags" Target="../tags/tag111.xml"/><Relationship Id="rId15" Type="http://schemas.openxmlformats.org/officeDocument/2006/relationships/hyperlink" Target="mailto:sadfjlksadfj@naver.com" TargetMode="External"/><Relationship Id="rId10" Type="http://schemas.openxmlformats.org/officeDocument/2006/relationships/image" Target="../media/image4.png"/><Relationship Id="rId19" Type="http://schemas.openxmlformats.org/officeDocument/2006/relationships/image" Target="../media/image12.png"/><Relationship Id="rId4" Type="http://schemas.openxmlformats.org/officeDocument/2006/relationships/tags" Target="../tags/tag110.xml"/><Relationship Id="rId9" Type="http://schemas.openxmlformats.org/officeDocument/2006/relationships/slideLayout" Target="../slideLayouts/slideLayout14.xml"/><Relationship Id="rId14" Type="http://schemas.openxmlformats.org/officeDocument/2006/relationships/hyperlink" Target="mailto:asdfja@naver.com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image" Target="../media/image67.png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image" Target="../media/image12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chart" Target="../charts/chart3.xml"/><Relationship Id="rId5" Type="http://schemas.openxmlformats.org/officeDocument/2006/relationships/tags" Target="../tags/tag119.xml"/><Relationship Id="rId10" Type="http://schemas.openxmlformats.org/officeDocument/2006/relationships/image" Target="../media/image4.png"/><Relationship Id="rId4" Type="http://schemas.openxmlformats.org/officeDocument/2006/relationships/tags" Target="../tags/tag118.xml"/><Relationship Id="rId9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tags" Target="../tags/tag135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tags" Target="../tags/tag134.xml"/><Relationship Id="rId2" Type="http://schemas.openxmlformats.org/officeDocument/2006/relationships/tags" Target="../tags/tag124.xml"/><Relationship Id="rId16" Type="http://schemas.openxmlformats.org/officeDocument/2006/relationships/chart" Target="../charts/chart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image" Target="../media/image4.png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1" name="표 3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23495"/>
              </p:ext>
            </p:extLst>
          </p:nvPr>
        </p:nvGraphicFramePr>
        <p:xfrm>
          <a:off x="444365" y="1163685"/>
          <a:ext cx="1665872" cy="5058027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복사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붙여넣기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새로고침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공유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열기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5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336415" y="840914"/>
            <a:ext cx="6815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■ ICON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627681" y="1806566"/>
            <a:ext cx="189182" cy="189182"/>
            <a:chOff x="707191" y="1843141"/>
            <a:chExt cx="189182" cy="189182"/>
          </a:xfrm>
        </p:grpSpPr>
        <p:pic>
          <p:nvPicPr>
            <p:cNvPr id="394" name="그림 393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06" name="그림 105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627681" y="2103575"/>
            <a:ext cx="190465" cy="189518"/>
            <a:chOff x="707191" y="2140150"/>
            <a:chExt cx="190465" cy="189518"/>
          </a:xfrm>
        </p:grpSpPr>
        <p:pic>
          <p:nvPicPr>
            <p:cNvPr id="395" name="그림 394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140486"/>
              <a:ext cx="189182" cy="189182"/>
            </a:xfrm>
            <a:prstGeom prst="rect">
              <a:avLst/>
            </a:prstGeom>
          </p:spPr>
        </p:pic>
        <p:pic>
          <p:nvPicPr>
            <p:cNvPr id="109" name="그림 108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140150"/>
              <a:ext cx="189182" cy="189182"/>
            </a:xfrm>
            <a:prstGeom prst="rect">
              <a:avLst/>
            </a:prstGeom>
          </p:spPr>
        </p:pic>
      </p:grpSp>
      <p:grpSp>
        <p:nvGrpSpPr>
          <p:cNvPr id="7" name="그룹 6"/>
          <p:cNvGrpSpPr/>
          <p:nvPr/>
        </p:nvGrpSpPr>
        <p:grpSpPr>
          <a:xfrm>
            <a:off x="627681" y="2400920"/>
            <a:ext cx="190465" cy="189518"/>
            <a:chOff x="707191" y="2437495"/>
            <a:chExt cx="190465" cy="189518"/>
          </a:xfrm>
        </p:grpSpPr>
        <p:pic>
          <p:nvPicPr>
            <p:cNvPr id="396" name="그림 395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437831"/>
              <a:ext cx="189182" cy="189182"/>
            </a:xfrm>
            <a:prstGeom prst="rect">
              <a:avLst/>
            </a:prstGeom>
          </p:spPr>
        </p:pic>
        <p:pic>
          <p:nvPicPr>
            <p:cNvPr id="110" name="그림 109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437495"/>
              <a:ext cx="189182" cy="189182"/>
            </a:xfrm>
            <a:prstGeom prst="rect">
              <a:avLst/>
            </a:prstGeom>
          </p:spPr>
        </p:pic>
      </p:grpSp>
      <p:grpSp>
        <p:nvGrpSpPr>
          <p:cNvPr id="8" name="그룹 7"/>
          <p:cNvGrpSpPr/>
          <p:nvPr/>
        </p:nvGrpSpPr>
        <p:grpSpPr>
          <a:xfrm>
            <a:off x="627681" y="2698265"/>
            <a:ext cx="190465" cy="189518"/>
            <a:chOff x="707191" y="2734840"/>
            <a:chExt cx="190465" cy="189518"/>
          </a:xfrm>
        </p:grpSpPr>
        <p:pic>
          <p:nvPicPr>
            <p:cNvPr id="397" name="그림 396"/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9" name="그룹 8"/>
          <p:cNvGrpSpPr/>
          <p:nvPr/>
        </p:nvGrpSpPr>
        <p:grpSpPr>
          <a:xfrm>
            <a:off x="644209" y="3017994"/>
            <a:ext cx="157409" cy="156626"/>
            <a:chOff x="707191" y="3032185"/>
            <a:chExt cx="190465" cy="189518"/>
          </a:xfrm>
        </p:grpSpPr>
        <p:pic>
          <p:nvPicPr>
            <p:cNvPr id="398" name="그림 397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032521"/>
              <a:ext cx="189182" cy="189182"/>
            </a:xfrm>
            <a:prstGeom prst="rect">
              <a:avLst/>
            </a:prstGeom>
          </p:spPr>
        </p:pic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032185"/>
              <a:ext cx="189182" cy="189182"/>
            </a:xfrm>
            <a:prstGeom prst="rect">
              <a:avLst/>
            </a:prstGeom>
          </p:spPr>
        </p:pic>
      </p:grpSp>
      <p:grpSp>
        <p:nvGrpSpPr>
          <p:cNvPr id="10" name="그룹 9"/>
          <p:cNvGrpSpPr/>
          <p:nvPr/>
        </p:nvGrpSpPr>
        <p:grpSpPr>
          <a:xfrm>
            <a:off x="636338" y="3307508"/>
            <a:ext cx="173150" cy="172289"/>
            <a:chOff x="707191" y="3329530"/>
            <a:chExt cx="190465" cy="189518"/>
          </a:xfrm>
        </p:grpSpPr>
        <p:pic>
          <p:nvPicPr>
            <p:cNvPr id="399" name="그림 398"/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grpSp>
        <p:nvGrpSpPr>
          <p:cNvPr id="11" name="그룹 10"/>
          <p:cNvGrpSpPr/>
          <p:nvPr/>
        </p:nvGrpSpPr>
        <p:grpSpPr>
          <a:xfrm>
            <a:off x="627681" y="3590300"/>
            <a:ext cx="190465" cy="189518"/>
            <a:chOff x="707191" y="3626875"/>
            <a:chExt cx="190465" cy="189518"/>
          </a:xfrm>
        </p:grpSpPr>
        <p:pic>
          <p:nvPicPr>
            <p:cNvPr id="400" name="그림 399"/>
            <p:cNvPicPr>
              <a:picLocks noChangeAspect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627211"/>
              <a:ext cx="189182" cy="189182"/>
            </a:xfrm>
            <a:prstGeom prst="rect">
              <a:avLst/>
            </a:prstGeom>
          </p:spPr>
        </p:pic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626875"/>
              <a:ext cx="189182" cy="189182"/>
            </a:xfrm>
            <a:prstGeom prst="rect">
              <a:avLst/>
            </a:prstGeom>
          </p:spPr>
        </p:pic>
      </p:grpSp>
      <p:grpSp>
        <p:nvGrpSpPr>
          <p:cNvPr id="13" name="그룹 12"/>
          <p:cNvGrpSpPr/>
          <p:nvPr/>
        </p:nvGrpSpPr>
        <p:grpSpPr>
          <a:xfrm>
            <a:off x="627681" y="4184990"/>
            <a:ext cx="190465" cy="189518"/>
            <a:chOff x="707191" y="4221565"/>
            <a:chExt cx="190465" cy="189518"/>
          </a:xfrm>
        </p:grpSpPr>
        <p:pic>
          <p:nvPicPr>
            <p:cNvPr id="402" name="그림 401"/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16" name="그림 115"/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4" name="그룹 13"/>
          <p:cNvGrpSpPr/>
          <p:nvPr/>
        </p:nvGrpSpPr>
        <p:grpSpPr>
          <a:xfrm>
            <a:off x="627681" y="4482335"/>
            <a:ext cx="190465" cy="189518"/>
            <a:chOff x="707191" y="4518910"/>
            <a:chExt cx="190465" cy="189518"/>
          </a:xfrm>
        </p:grpSpPr>
        <p:pic>
          <p:nvPicPr>
            <p:cNvPr id="403" name="그림 402"/>
            <p:cNvPicPr>
              <a:picLocks noChangeAspect="1"/>
            </p:cNvPicPr>
            <p:nvPr/>
          </p:nvPicPr>
          <p:blipFill>
            <a:blip r:embed="rId1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519246"/>
              <a:ext cx="189182" cy="189182"/>
            </a:xfrm>
            <a:prstGeom prst="rect">
              <a:avLst/>
            </a:prstGeom>
          </p:spPr>
        </p:pic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1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518910"/>
              <a:ext cx="189182" cy="189182"/>
            </a:xfrm>
            <a:prstGeom prst="rect">
              <a:avLst/>
            </a:prstGeom>
          </p:spPr>
        </p:pic>
      </p:grpSp>
      <p:grpSp>
        <p:nvGrpSpPr>
          <p:cNvPr id="15" name="그룹 14"/>
          <p:cNvGrpSpPr/>
          <p:nvPr/>
        </p:nvGrpSpPr>
        <p:grpSpPr>
          <a:xfrm>
            <a:off x="627681" y="4779680"/>
            <a:ext cx="190465" cy="189518"/>
            <a:chOff x="707191" y="4816255"/>
            <a:chExt cx="190465" cy="189518"/>
          </a:xfrm>
        </p:grpSpPr>
        <p:pic>
          <p:nvPicPr>
            <p:cNvPr id="404" name="그림 403"/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816591"/>
              <a:ext cx="189182" cy="189182"/>
            </a:xfrm>
            <a:prstGeom prst="rect">
              <a:avLst/>
            </a:prstGeom>
          </p:spPr>
        </p:pic>
        <p:pic>
          <p:nvPicPr>
            <p:cNvPr id="118" name="그림 117"/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816255"/>
              <a:ext cx="189182" cy="189182"/>
            </a:xfrm>
            <a:prstGeom prst="rect">
              <a:avLst/>
            </a:prstGeom>
          </p:spPr>
        </p:pic>
      </p:grpSp>
      <p:grpSp>
        <p:nvGrpSpPr>
          <p:cNvPr id="16" name="그룹 15"/>
          <p:cNvGrpSpPr/>
          <p:nvPr/>
        </p:nvGrpSpPr>
        <p:grpSpPr>
          <a:xfrm>
            <a:off x="627681" y="5077025"/>
            <a:ext cx="190465" cy="189518"/>
            <a:chOff x="707191" y="5113600"/>
            <a:chExt cx="190465" cy="189518"/>
          </a:xfrm>
        </p:grpSpPr>
        <p:pic>
          <p:nvPicPr>
            <p:cNvPr id="405" name="그림 404"/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119" name="그림 118"/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grpSp>
        <p:nvGrpSpPr>
          <p:cNvPr id="19" name="그룹 18"/>
          <p:cNvGrpSpPr/>
          <p:nvPr/>
        </p:nvGrpSpPr>
        <p:grpSpPr>
          <a:xfrm>
            <a:off x="606900" y="5969062"/>
            <a:ext cx="190465" cy="189518"/>
            <a:chOff x="707191" y="6005637"/>
            <a:chExt cx="190465" cy="189518"/>
          </a:xfrm>
        </p:grpSpPr>
        <p:pic>
          <p:nvPicPr>
            <p:cNvPr id="408" name="그림 407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6005973"/>
              <a:ext cx="189182" cy="189182"/>
            </a:xfrm>
            <a:prstGeom prst="rect">
              <a:avLst/>
            </a:prstGeom>
          </p:spPr>
        </p:pic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6005637"/>
              <a:ext cx="189182" cy="189182"/>
            </a:xfrm>
            <a:prstGeom prst="rect">
              <a:avLst/>
            </a:prstGeom>
          </p:spPr>
        </p:pic>
      </p:grpSp>
      <p:grpSp>
        <p:nvGrpSpPr>
          <p:cNvPr id="17" name="그룹 16"/>
          <p:cNvGrpSpPr/>
          <p:nvPr/>
        </p:nvGrpSpPr>
        <p:grpSpPr>
          <a:xfrm>
            <a:off x="602568" y="5380048"/>
            <a:ext cx="220924" cy="219977"/>
            <a:chOff x="682078" y="5416623"/>
            <a:chExt cx="220924" cy="219977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82078" y="5416959"/>
              <a:ext cx="219641" cy="219641"/>
            </a:xfrm>
            <a:prstGeom prst="rect">
              <a:avLst/>
            </a:prstGeom>
          </p:spPr>
        </p:pic>
        <p:pic>
          <p:nvPicPr>
            <p:cNvPr id="121" name="그림 120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83361" y="5416623"/>
              <a:ext cx="219641" cy="219641"/>
            </a:xfrm>
            <a:prstGeom prst="rect">
              <a:avLst/>
            </a:prstGeom>
          </p:spPr>
        </p:pic>
      </p:grpSp>
      <p:grpSp>
        <p:nvGrpSpPr>
          <p:cNvPr id="18" name="그룹 17"/>
          <p:cNvGrpSpPr/>
          <p:nvPr/>
        </p:nvGrpSpPr>
        <p:grpSpPr>
          <a:xfrm>
            <a:off x="606124" y="5656577"/>
            <a:ext cx="220924" cy="219977"/>
            <a:chOff x="706415" y="5693152"/>
            <a:chExt cx="220924" cy="219977"/>
          </a:xfrm>
        </p:grpSpPr>
        <p:pic>
          <p:nvPicPr>
            <p:cNvPr id="104" name="그림 10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06415" y="5693488"/>
              <a:ext cx="219641" cy="219641"/>
            </a:xfrm>
            <a:prstGeom prst="rect">
              <a:avLst/>
            </a:prstGeom>
          </p:spPr>
        </p:pic>
        <p:pic>
          <p:nvPicPr>
            <p:cNvPr id="122" name="그림 121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07698" y="5693152"/>
              <a:ext cx="219641" cy="219641"/>
            </a:xfrm>
            <a:prstGeom prst="rect">
              <a:avLst/>
            </a:prstGeom>
          </p:spPr>
        </p:pic>
      </p:grpSp>
      <p:grpSp>
        <p:nvGrpSpPr>
          <p:cNvPr id="20" name="그룹 19"/>
          <p:cNvGrpSpPr/>
          <p:nvPr/>
        </p:nvGrpSpPr>
        <p:grpSpPr>
          <a:xfrm>
            <a:off x="627681" y="1211876"/>
            <a:ext cx="196115" cy="189188"/>
            <a:chOff x="707191" y="1248451"/>
            <a:chExt cx="196115" cy="189188"/>
          </a:xfrm>
        </p:grpSpPr>
        <p:pic>
          <p:nvPicPr>
            <p:cNvPr id="392" name="그림 391"/>
            <p:cNvPicPr>
              <a:picLocks noChangeAspect="1"/>
            </p:cNvPicPr>
            <p:nvPr/>
          </p:nvPicPr>
          <p:blipFill>
            <a:blip r:embed="rId1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248451"/>
              <a:ext cx="189182" cy="189182"/>
            </a:xfrm>
            <a:prstGeom prst="rect">
              <a:avLst/>
            </a:prstGeom>
          </p:spPr>
        </p:pic>
        <p:pic>
          <p:nvPicPr>
            <p:cNvPr id="151" name="그림 150"/>
            <p:cNvPicPr>
              <a:picLocks noChangeAspect="1"/>
            </p:cNvPicPr>
            <p:nvPr/>
          </p:nvPicPr>
          <p:blipFill>
            <a:blip r:embed="rId1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124" y="1248457"/>
              <a:ext cx="189182" cy="189182"/>
            </a:xfrm>
            <a:prstGeom prst="rect">
              <a:avLst/>
            </a:prstGeom>
          </p:spPr>
        </p:pic>
      </p:grpSp>
      <p:grpSp>
        <p:nvGrpSpPr>
          <p:cNvPr id="21" name="그룹 20"/>
          <p:cNvGrpSpPr/>
          <p:nvPr/>
        </p:nvGrpSpPr>
        <p:grpSpPr>
          <a:xfrm>
            <a:off x="627681" y="1509221"/>
            <a:ext cx="196115" cy="189188"/>
            <a:chOff x="707191" y="1545796"/>
            <a:chExt cx="196115" cy="189188"/>
          </a:xfrm>
        </p:grpSpPr>
        <p:pic>
          <p:nvPicPr>
            <p:cNvPr id="393" name="그림 392"/>
            <p:cNvPicPr>
              <a:picLocks noChangeAspect="1"/>
            </p:cNvPicPr>
            <p:nvPr/>
          </p:nvPicPr>
          <p:blipFill>
            <a:blip r:embed="rId1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545796"/>
              <a:ext cx="189182" cy="189182"/>
            </a:xfrm>
            <a:prstGeom prst="rect">
              <a:avLst/>
            </a:prstGeom>
          </p:spPr>
        </p:pic>
        <p:pic>
          <p:nvPicPr>
            <p:cNvPr id="152" name="그림 151"/>
            <p:cNvPicPr>
              <a:picLocks noChangeAspect="1"/>
            </p:cNvPicPr>
            <p:nvPr/>
          </p:nvPicPr>
          <p:blipFill>
            <a:blip r:embed="rId1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124" y="1545802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226" name="표 2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86370"/>
              </p:ext>
            </p:extLst>
          </p:nvPr>
        </p:nvGraphicFramePr>
        <p:xfrm>
          <a:off x="2216661" y="1163684"/>
          <a:ext cx="1872208" cy="5052400"/>
        </p:xfrm>
        <a:graphic>
          <a:graphicData uri="http://schemas.openxmlformats.org/drawingml/2006/table">
            <a:tbl>
              <a:tblPr firstRow="1" bandRow="1"/>
              <a:tblGrid>
                <a:gridCol w="58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싫어요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좋아요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달력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크기별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보기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앨범형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보기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227" name="그림 22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399250" y="1493661"/>
            <a:ext cx="219641" cy="219641"/>
          </a:xfrm>
          <a:prstGeom prst="rect">
            <a:avLst/>
          </a:prstGeom>
        </p:spPr>
      </p:pic>
      <p:pic>
        <p:nvPicPr>
          <p:cNvPr id="228" name="그림 227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461" y="1201263"/>
            <a:ext cx="219641" cy="219641"/>
          </a:xfrm>
          <a:prstGeom prst="rect">
            <a:avLst/>
          </a:prstGeom>
        </p:spPr>
      </p:pic>
      <p:grpSp>
        <p:nvGrpSpPr>
          <p:cNvPr id="229" name="그룹 228"/>
          <p:cNvGrpSpPr/>
          <p:nvPr/>
        </p:nvGrpSpPr>
        <p:grpSpPr>
          <a:xfrm>
            <a:off x="2450216" y="1798750"/>
            <a:ext cx="189188" cy="189188"/>
            <a:chOff x="2593334" y="1835325"/>
            <a:chExt cx="189188" cy="189188"/>
          </a:xfrm>
        </p:grpSpPr>
        <p:pic>
          <p:nvPicPr>
            <p:cNvPr id="230" name="그림 229"/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1835325"/>
              <a:ext cx="189182" cy="189182"/>
            </a:xfrm>
            <a:prstGeom prst="rect">
              <a:avLst/>
            </a:prstGeom>
          </p:spPr>
        </p:pic>
        <p:pic>
          <p:nvPicPr>
            <p:cNvPr id="231" name="그림 230"/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1835331"/>
              <a:ext cx="189182" cy="189182"/>
            </a:xfrm>
            <a:prstGeom prst="rect">
              <a:avLst/>
            </a:prstGeom>
          </p:spPr>
        </p:pic>
      </p:grpSp>
      <p:grpSp>
        <p:nvGrpSpPr>
          <p:cNvPr id="232" name="그룹 231"/>
          <p:cNvGrpSpPr/>
          <p:nvPr/>
        </p:nvGrpSpPr>
        <p:grpSpPr>
          <a:xfrm>
            <a:off x="2450216" y="2396020"/>
            <a:ext cx="189188" cy="189188"/>
            <a:chOff x="2593334" y="2432595"/>
            <a:chExt cx="189188" cy="189188"/>
          </a:xfrm>
        </p:grpSpPr>
        <p:pic>
          <p:nvPicPr>
            <p:cNvPr id="233" name="그림 232"/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234" name="그림 233"/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grpSp>
        <p:nvGrpSpPr>
          <p:cNvPr id="235" name="그룹 234"/>
          <p:cNvGrpSpPr/>
          <p:nvPr/>
        </p:nvGrpSpPr>
        <p:grpSpPr>
          <a:xfrm>
            <a:off x="2450216" y="2097385"/>
            <a:ext cx="189188" cy="189188"/>
            <a:chOff x="2593334" y="2133960"/>
            <a:chExt cx="189188" cy="189188"/>
          </a:xfrm>
        </p:grpSpPr>
        <p:pic>
          <p:nvPicPr>
            <p:cNvPr id="236" name="그림 235"/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133960"/>
              <a:ext cx="189182" cy="189182"/>
            </a:xfrm>
            <a:prstGeom prst="rect">
              <a:avLst/>
            </a:prstGeom>
          </p:spPr>
        </p:pic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133966"/>
              <a:ext cx="189182" cy="189182"/>
            </a:xfrm>
            <a:prstGeom prst="rect">
              <a:avLst/>
            </a:prstGeom>
          </p:spPr>
        </p:pic>
      </p:grpSp>
      <p:grpSp>
        <p:nvGrpSpPr>
          <p:cNvPr id="238" name="그룹 237"/>
          <p:cNvGrpSpPr/>
          <p:nvPr/>
        </p:nvGrpSpPr>
        <p:grpSpPr>
          <a:xfrm>
            <a:off x="2450216" y="2993290"/>
            <a:ext cx="189188" cy="189188"/>
            <a:chOff x="2593334" y="3029865"/>
            <a:chExt cx="189188" cy="189188"/>
          </a:xfrm>
        </p:grpSpPr>
        <p:pic>
          <p:nvPicPr>
            <p:cNvPr id="239" name="그림 238"/>
            <p:cNvPicPr>
              <a:picLocks noChangeAspect="1"/>
            </p:cNvPicPr>
            <p:nvPr/>
          </p:nvPicPr>
          <p:blipFill>
            <a:blip r:embed="rId2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029865"/>
              <a:ext cx="189182" cy="189182"/>
            </a:xfrm>
            <a:prstGeom prst="rect">
              <a:avLst/>
            </a:prstGeom>
          </p:spPr>
        </p:pic>
        <p:pic>
          <p:nvPicPr>
            <p:cNvPr id="240" name="그림 239"/>
            <p:cNvPicPr>
              <a:picLocks noChangeAspect="1"/>
            </p:cNvPicPr>
            <p:nvPr/>
          </p:nvPicPr>
          <p:blipFill>
            <a:blip r:embed="rId2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029871"/>
              <a:ext cx="189182" cy="189182"/>
            </a:xfrm>
            <a:prstGeom prst="rect">
              <a:avLst/>
            </a:prstGeom>
          </p:spPr>
        </p:pic>
      </p:grpSp>
      <p:grpSp>
        <p:nvGrpSpPr>
          <p:cNvPr id="241" name="그룹 240"/>
          <p:cNvGrpSpPr/>
          <p:nvPr/>
        </p:nvGrpSpPr>
        <p:grpSpPr>
          <a:xfrm>
            <a:off x="2450216" y="2694655"/>
            <a:ext cx="189188" cy="189188"/>
            <a:chOff x="2593334" y="2731230"/>
            <a:chExt cx="189188" cy="189188"/>
          </a:xfrm>
        </p:grpSpPr>
        <p:pic>
          <p:nvPicPr>
            <p:cNvPr id="242" name="그림 241"/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731230"/>
              <a:ext cx="189182" cy="189182"/>
            </a:xfrm>
            <a:prstGeom prst="rect">
              <a:avLst/>
            </a:prstGeom>
          </p:spPr>
        </p:pic>
        <p:pic>
          <p:nvPicPr>
            <p:cNvPr id="243" name="그림 242"/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731236"/>
              <a:ext cx="189182" cy="189182"/>
            </a:xfrm>
            <a:prstGeom prst="rect">
              <a:avLst/>
            </a:prstGeom>
          </p:spPr>
        </p:pic>
      </p:grpSp>
      <p:grpSp>
        <p:nvGrpSpPr>
          <p:cNvPr id="244" name="그룹 243"/>
          <p:cNvGrpSpPr/>
          <p:nvPr/>
        </p:nvGrpSpPr>
        <p:grpSpPr>
          <a:xfrm>
            <a:off x="2450216" y="3291925"/>
            <a:ext cx="189188" cy="189188"/>
            <a:chOff x="2593334" y="3328500"/>
            <a:chExt cx="189188" cy="189188"/>
          </a:xfrm>
        </p:grpSpPr>
        <p:pic>
          <p:nvPicPr>
            <p:cNvPr id="245" name="그림 244"/>
            <p:cNvPicPr>
              <a:picLocks noChangeAspect="1"/>
            </p:cNvPicPr>
            <p:nvPr/>
          </p:nvPicPr>
          <p:blipFill>
            <a:blip r:embed="rId2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328500"/>
              <a:ext cx="189182" cy="189182"/>
            </a:xfrm>
            <a:prstGeom prst="rect">
              <a:avLst/>
            </a:prstGeom>
          </p:spPr>
        </p:pic>
        <p:pic>
          <p:nvPicPr>
            <p:cNvPr id="246" name="그림 245"/>
            <p:cNvPicPr>
              <a:picLocks noChangeAspect="1"/>
            </p:cNvPicPr>
            <p:nvPr/>
          </p:nvPicPr>
          <p:blipFill>
            <a:blip r:embed="rId2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328506"/>
              <a:ext cx="189182" cy="189182"/>
            </a:xfrm>
            <a:prstGeom prst="rect">
              <a:avLst/>
            </a:prstGeom>
          </p:spPr>
        </p:pic>
      </p:grpSp>
      <p:grpSp>
        <p:nvGrpSpPr>
          <p:cNvPr id="247" name="그룹 246"/>
          <p:cNvGrpSpPr/>
          <p:nvPr/>
        </p:nvGrpSpPr>
        <p:grpSpPr>
          <a:xfrm>
            <a:off x="2450216" y="3590560"/>
            <a:ext cx="189188" cy="189188"/>
            <a:chOff x="2593334" y="3627135"/>
            <a:chExt cx="189188" cy="189188"/>
          </a:xfrm>
        </p:grpSpPr>
        <p:pic>
          <p:nvPicPr>
            <p:cNvPr id="248" name="그림 247"/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627135"/>
              <a:ext cx="189182" cy="189182"/>
            </a:xfrm>
            <a:prstGeom prst="rect">
              <a:avLst/>
            </a:prstGeom>
          </p:spPr>
        </p:pic>
        <p:pic>
          <p:nvPicPr>
            <p:cNvPr id="249" name="그림 248"/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627141"/>
              <a:ext cx="189182" cy="189182"/>
            </a:xfrm>
            <a:prstGeom prst="rect">
              <a:avLst/>
            </a:prstGeom>
          </p:spPr>
        </p:pic>
      </p:grpSp>
      <p:grpSp>
        <p:nvGrpSpPr>
          <p:cNvPr id="250" name="그룹 249"/>
          <p:cNvGrpSpPr/>
          <p:nvPr/>
        </p:nvGrpSpPr>
        <p:grpSpPr>
          <a:xfrm>
            <a:off x="2458816" y="3897795"/>
            <a:ext cx="171989" cy="171989"/>
            <a:chOff x="2593334" y="3925770"/>
            <a:chExt cx="189188" cy="189188"/>
          </a:xfrm>
        </p:grpSpPr>
        <p:pic>
          <p:nvPicPr>
            <p:cNvPr id="251" name="그림 250"/>
            <p:cNvPicPr>
              <a:picLocks noChangeAspect="1"/>
            </p:cNvPicPr>
            <p:nvPr/>
          </p:nvPicPr>
          <p:blipFill>
            <a:blip r:embed="rId2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3925770"/>
              <a:ext cx="189182" cy="189182"/>
            </a:xfrm>
            <a:prstGeom prst="rect">
              <a:avLst/>
            </a:prstGeom>
          </p:spPr>
        </p:pic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2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3925776"/>
              <a:ext cx="189182" cy="189182"/>
            </a:xfrm>
            <a:prstGeom prst="rect">
              <a:avLst/>
            </a:prstGeom>
          </p:spPr>
        </p:pic>
      </p:grpSp>
      <p:grpSp>
        <p:nvGrpSpPr>
          <p:cNvPr id="253" name="그룹 252"/>
          <p:cNvGrpSpPr/>
          <p:nvPr/>
        </p:nvGrpSpPr>
        <p:grpSpPr>
          <a:xfrm>
            <a:off x="2440757" y="4178371"/>
            <a:ext cx="208107" cy="208107"/>
            <a:chOff x="2593334" y="4224405"/>
            <a:chExt cx="189188" cy="189188"/>
          </a:xfrm>
        </p:grpSpPr>
        <p:pic>
          <p:nvPicPr>
            <p:cNvPr id="254" name="그림 253"/>
            <p:cNvPicPr>
              <a:picLocks noChangeAspect="1"/>
            </p:cNvPicPr>
            <p:nvPr/>
          </p:nvPicPr>
          <p:blipFill>
            <a:blip r:embed="rId2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4224405"/>
              <a:ext cx="189182" cy="189182"/>
            </a:xfrm>
            <a:prstGeom prst="rect">
              <a:avLst/>
            </a:prstGeom>
          </p:spPr>
        </p:pic>
        <p:pic>
          <p:nvPicPr>
            <p:cNvPr id="255" name="그림 254"/>
            <p:cNvPicPr>
              <a:picLocks noChangeAspect="1"/>
            </p:cNvPicPr>
            <p:nvPr/>
          </p:nvPicPr>
          <p:blipFill>
            <a:blip r:embed="rId2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4224411"/>
              <a:ext cx="189182" cy="189182"/>
            </a:xfrm>
            <a:prstGeom prst="rect">
              <a:avLst/>
            </a:prstGeom>
          </p:spPr>
        </p:pic>
      </p:grpSp>
      <p:grpSp>
        <p:nvGrpSpPr>
          <p:cNvPr id="256" name="그룹 255"/>
          <p:cNvGrpSpPr/>
          <p:nvPr/>
        </p:nvGrpSpPr>
        <p:grpSpPr>
          <a:xfrm>
            <a:off x="2450216" y="4486465"/>
            <a:ext cx="189188" cy="189188"/>
            <a:chOff x="2593334" y="4523040"/>
            <a:chExt cx="189188" cy="189188"/>
          </a:xfrm>
        </p:grpSpPr>
        <p:pic>
          <p:nvPicPr>
            <p:cNvPr id="257" name="그림 256"/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4523040"/>
              <a:ext cx="189182" cy="189182"/>
            </a:xfrm>
            <a:prstGeom prst="rect">
              <a:avLst/>
            </a:prstGeom>
          </p:spPr>
        </p:pic>
        <p:pic>
          <p:nvPicPr>
            <p:cNvPr id="258" name="그림 257"/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4523046"/>
              <a:ext cx="189182" cy="189182"/>
            </a:xfrm>
            <a:prstGeom prst="rect">
              <a:avLst/>
            </a:prstGeom>
          </p:spPr>
        </p:pic>
      </p:grpSp>
      <p:grpSp>
        <p:nvGrpSpPr>
          <p:cNvPr id="259" name="그룹 258"/>
          <p:cNvGrpSpPr/>
          <p:nvPr/>
        </p:nvGrpSpPr>
        <p:grpSpPr>
          <a:xfrm>
            <a:off x="2450216" y="4785100"/>
            <a:ext cx="189188" cy="189188"/>
            <a:chOff x="2593334" y="4821675"/>
            <a:chExt cx="189188" cy="189188"/>
          </a:xfrm>
        </p:grpSpPr>
        <p:pic>
          <p:nvPicPr>
            <p:cNvPr id="260" name="그림 259"/>
            <p:cNvPicPr>
              <a:picLocks noChangeAspect="1"/>
            </p:cNvPicPr>
            <p:nvPr/>
          </p:nvPicPr>
          <p:blipFill>
            <a:blip r:embed="rId2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4821675"/>
              <a:ext cx="189182" cy="189182"/>
            </a:xfrm>
            <a:prstGeom prst="rect">
              <a:avLst/>
            </a:prstGeom>
          </p:spPr>
        </p:pic>
        <p:pic>
          <p:nvPicPr>
            <p:cNvPr id="261" name="그림 260"/>
            <p:cNvPicPr>
              <a:picLocks noChangeAspect="1"/>
            </p:cNvPicPr>
            <p:nvPr/>
          </p:nvPicPr>
          <p:blipFill>
            <a:blip r:embed="rId2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4821681"/>
              <a:ext cx="189182" cy="189182"/>
            </a:xfrm>
            <a:prstGeom prst="rect">
              <a:avLst/>
            </a:prstGeom>
          </p:spPr>
        </p:pic>
      </p:grpSp>
      <p:grpSp>
        <p:nvGrpSpPr>
          <p:cNvPr id="262" name="그룹 261"/>
          <p:cNvGrpSpPr/>
          <p:nvPr/>
        </p:nvGrpSpPr>
        <p:grpSpPr>
          <a:xfrm>
            <a:off x="2450216" y="5083735"/>
            <a:ext cx="189188" cy="189188"/>
            <a:chOff x="2593334" y="5120310"/>
            <a:chExt cx="189188" cy="189188"/>
          </a:xfrm>
        </p:grpSpPr>
        <p:pic>
          <p:nvPicPr>
            <p:cNvPr id="263" name="그림 262"/>
            <p:cNvPicPr>
              <a:picLocks noChangeAspect="1"/>
            </p:cNvPicPr>
            <p:nvPr/>
          </p:nvPicPr>
          <p:blipFill>
            <a:blip r:embed="rId2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5120310"/>
              <a:ext cx="189182" cy="189182"/>
            </a:xfrm>
            <a:prstGeom prst="rect">
              <a:avLst/>
            </a:prstGeom>
          </p:spPr>
        </p:pic>
        <p:pic>
          <p:nvPicPr>
            <p:cNvPr id="264" name="그림 263"/>
            <p:cNvPicPr>
              <a:picLocks noChangeAspect="1"/>
            </p:cNvPicPr>
            <p:nvPr/>
          </p:nvPicPr>
          <p:blipFill>
            <a:blip r:embed="rId2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5120316"/>
              <a:ext cx="189182" cy="189182"/>
            </a:xfrm>
            <a:prstGeom prst="rect">
              <a:avLst/>
            </a:prstGeom>
          </p:spPr>
        </p:pic>
      </p:grpSp>
      <p:grpSp>
        <p:nvGrpSpPr>
          <p:cNvPr id="265" name="그룹 264"/>
          <p:cNvGrpSpPr/>
          <p:nvPr/>
        </p:nvGrpSpPr>
        <p:grpSpPr>
          <a:xfrm>
            <a:off x="2450216" y="5382370"/>
            <a:ext cx="189188" cy="189188"/>
            <a:chOff x="2593334" y="5418945"/>
            <a:chExt cx="189188" cy="189188"/>
          </a:xfrm>
        </p:grpSpPr>
        <p:pic>
          <p:nvPicPr>
            <p:cNvPr id="266" name="그림 265"/>
            <p:cNvPicPr>
              <a:picLocks noChangeAspect="1"/>
            </p:cNvPicPr>
            <p:nvPr/>
          </p:nvPicPr>
          <p:blipFill>
            <a:blip r:embed="rId3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5418945"/>
              <a:ext cx="189182" cy="189182"/>
            </a:xfrm>
            <a:prstGeom prst="rect">
              <a:avLst/>
            </a:prstGeom>
          </p:spPr>
        </p:pic>
        <p:pic>
          <p:nvPicPr>
            <p:cNvPr id="267" name="그림 266"/>
            <p:cNvPicPr>
              <a:picLocks noChangeAspect="1"/>
            </p:cNvPicPr>
            <p:nvPr/>
          </p:nvPicPr>
          <p:blipFill>
            <a:blip r:embed="rId3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5418951"/>
              <a:ext cx="189182" cy="189182"/>
            </a:xfrm>
            <a:prstGeom prst="rect">
              <a:avLst/>
            </a:prstGeom>
          </p:spPr>
        </p:pic>
      </p:grpSp>
      <p:grpSp>
        <p:nvGrpSpPr>
          <p:cNvPr id="268" name="그룹 267"/>
          <p:cNvGrpSpPr/>
          <p:nvPr/>
        </p:nvGrpSpPr>
        <p:grpSpPr>
          <a:xfrm>
            <a:off x="2450216" y="5681005"/>
            <a:ext cx="189188" cy="189188"/>
            <a:chOff x="2593334" y="5717580"/>
            <a:chExt cx="189188" cy="189188"/>
          </a:xfrm>
        </p:grpSpPr>
        <p:pic>
          <p:nvPicPr>
            <p:cNvPr id="269" name="그림 268"/>
            <p:cNvPicPr>
              <a:picLocks noChangeAspect="1"/>
            </p:cNvPicPr>
            <p:nvPr/>
          </p:nvPicPr>
          <p:blipFill>
            <a:blip r:embed="rId3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5717580"/>
              <a:ext cx="189182" cy="189182"/>
            </a:xfrm>
            <a:prstGeom prst="rect">
              <a:avLst/>
            </a:prstGeom>
          </p:spPr>
        </p:pic>
        <p:pic>
          <p:nvPicPr>
            <p:cNvPr id="270" name="그림 269"/>
            <p:cNvPicPr>
              <a:picLocks noChangeAspect="1"/>
            </p:cNvPicPr>
            <p:nvPr/>
          </p:nvPicPr>
          <p:blipFill>
            <a:blip r:embed="rId3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5717586"/>
              <a:ext cx="189182" cy="189182"/>
            </a:xfrm>
            <a:prstGeom prst="rect">
              <a:avLst/>
            </a:prstGeom>
          </p:spPr>
        </p:pic>
      </p:grpSp>
      <p:grpSp>
        <p:nvGrpSpPr>
          <p:cNvPr id="271" name="그룹 270"/>
          <p:cNvGrpSpPr/>
          <p:nvPr/>
        </p:nvGrpSpPr>
        <p:grpSpPr>
          <a:xfrm>
            <a:off x="2450216" y="5979640"/>
            <a:ext cx="189188" cy="189188"/>
            <a:chOff x="2593334" y="6016215"/>
            <a:chExt cx="189188" cy="189188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6016215"/>
              <a:ext cx="189182" cy="189182"/>
            </a:xfrm>
            <a:prstGeom prst="rect">
              <a:avLst/>
            </a:prstGeom>
          </p:spPr>
        </p:pic>
        <p:pic>
          <p:nvPicPr>
            <p:cNvPr id="273" name="그림 272"/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6016221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274" name="표 2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04381"/>
              </p:ext>
            </p:extLst>
          </p:nvPr>
        </p:nvGraphicFramePr>
        <p:xfrm>
          <a:off x="4211195" y="1163684"/>
          <a:ext cx="1665872" cy="5052400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메시지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블로그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 추가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추가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대화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답장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전송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탐색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75" name="그룹 274"/>
          <p:cNvGrpSpPr/>
          <p:nvPr/>
        </p:nvGrpSpPr>
        <p:grpSpPr>
          <a:xfrm>
            <a:off x="4387282" y="1211554"/>
            <a:ext cx="189188" cy="196103"/>
            <a:chOff x="4578106" y="1248129"/>
            <a:chExt cx="189188" cy="196103"/>
          </a:xfrm>
        </p:grpSpPr>
        <p:pic>
          <p:nvPicPr>
            <p:cNvPr id="276" name="그림 275"/>
            <p:cNvPicPr>
              <a:picLocks noChangeAspect="1"/>
            </p:cNvPicPr>
            <p:nvPr/>
          </p:nvPicPr>
          <p:blipFill>
            <a:blip r:embed="rId3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1255050"/>
              <a:ext cx="189182" cy="189182"/>
            </a:xfrm>
            <a:prstGeom prst="rect">
              <a:avLst/>
            </a:prstGeom>
          </p:spPr>
        </p:pic>
        <p:pic>
          <p:nvPicPr>
            <p:cNvPr id="277" name="그림 276"/>
            <p:cNvPicPr>
              <a:picLocks noChangeAspect="1"/>
            </p:cNvPicPr>
            <p:nvPr/>
          </p:nvPicPr>
          <p:blipFill>
            <a:blip r:embed="rId3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1248129"/>
              <a:ext cx="189182" cy="189182"/>
            </a:xfrm>
            <a:prstGeom prst="rect">
              <a:avLst/>
            </a:prstGeom>
          </p:spPr>
        </p:pic>
      </p:grpSp>
      <p:grpSp>
        <p:nvGrpSpPr>
          <p:cNvPr id="284" name="그룹 283"/>
          <p:cNvGrpSpPr/>
          <p:nvPr/>
        </p:nvGrpSpPr>
        <p:grpSpPr>
          <a:xfrm>
            <a:off x="4387282" y="2105872"/>
            <a:ext cx="189188" cy="196103"/>
            <a:chOff x="4578106" y="2142447"/>
            <a:chExt cx="189188" cy="196103"/>
          </a:xfrm>
        </p:grpSpPr>
        <p:pic>
          <p:nvPicPr>
            <p:cNvPr id="285" name="그림 284"/>
            <p:cNvPicPr>
              <a:picLocks noChangeAspect="1"/>
            </p:cNvPicPr>
            <p:nvPr/>
          </p:nvPicPr>
          <p:blipFill>
            <a:blip r:embed="rId3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2149368"/>
              <a:ext cx="189182" cy="189182"/>
            </a:xfrm>
            <a:prstGeom prst="rect">
              <a:avLst/>
            </a:prstGeom>
          </p:spPr>
        </p:pic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3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2142447"/>
              <a:ext cx="189182" cy="189182"/>
            </a:xfrm>
            <a:prstGeom prst="rect">
              <a:avLst/>
            </a:prstGeom>
          </p:spPr>
        </p:pic>
      </p:grpSp>
      <p:grpSp>
        <p:nvGrpSpPr>
          <p:cNvPr id="287" name="그룹 286"/>
          <p:cNvGrpSpPr/>
          <p:nvPr/>
        </p:nvGrpSpPr>
        <p:grpSpPr>
          <a:xfrm>
            <a:off x="4387282" y="2403978"/>
            <a:ext cx="189188" cy="196103"/>
            <a:chOff x="4578106" y="2440553"/>
            <a:chExt cx="189188" cy="196103"/>
          </a:xfrm>
        </p:grpSpPr>
        <p:pic>
          <p:nvPicPr>
            <p:cNvPr id="288" name="그림 287"/>
            <p:cNvPicPr>
              <a:picLocks noChangeAspect="1"/>
            </p:cNvPicPr>
            <p:nvPr/>
          </p:nvPicPr>
          <p:blipFill>
            <a:blip r:embed="rId3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2447474"/>
              <a:ext cx="189182" cy="189182"/>
            </a:xfrm>
            <a:prstGeom prst="rect">
              <a:avLst/>
            </a:prstGeom>
          </p:spPr>
        </p:pic>
        <p:pic>
          <p:nvPicPr>
            <p:cNvPr id="289" name="그림 288"/>
            <p:cNvPicPr>
              <a:picLocks noChangeAspect="1"/>
            </p:cNvPicPr>
            <p:nvPr/>
          </p:nvPicPr>
          <p:blipFill>
            <a:blip r:embed="rId3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2440553"/>
              <a:ext cx="189182" cy="189182"/>
            </a:xfrm>
            <a:prstGeom prst="rect">
              <a:avLst/>
            </a:prstGeom>
          </p:spPr>
        </p:pic>
      </p:grpSp>
      <p:grpSp>
        <p:nvGrpSpPr>
          <p:cNvPr id="290" name="그룹 289"/>
          <p:cNvGrpSpPr/>
          <p:nvPr/>
        </p:nvGrpSpPr>
        <p:grpSpPr>
          <a:xfrm>
            <a:off x="4387282" y="3596402"/>
            <a:ext cx="189188" cy="196103"/>
            <a:chOff x="4578106" y="3632977"/>
            <a:chExt cx="189188" cy="196103"/>
          </a:xfrm>
        </p:grpSpPr>
        <p:pic>
          <p:nvPicPr>
            <p:cNvPr id="291" name="그림 290"/>
            <p:cNvPicPr>
              <a:picLocks noChangeAspect="1"/>
            </p:cNvPicPr>
            <p:nvPr/>
          </p:nvPicPr>
          <p:blipFill>
            <a:blip r:embed="rId3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639898"/>
              <a:ext cx="189182" cy="189182"/>
            </a:xfrm>
            <a:prstGeom prst="rect">
              <a:avLst/>
            </a:prstGeom>
          </p:spPr>
        </p:pic>
        <p:pic>
          <p:nvPicPr>
            <p:cNvPr id="292" name="그림 291"/>
            <p:cNvPicPr>
              <a:picLocks noChangeAspect="1"/>
            </p:cNvPicPr>
            <p:nvPr/>
          </p:nvPicPr>
          <p:blipFill>
            <a:blip r:embed="rId3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632977"/>
              <a:ext cx="189182" cy="189182"/>
            </a:xfrm>
            <a:prstGeom prst="rect">
              <a:avLst/>
            </a:prstGeom>
          </p:spPr>
        </p:pic>
      </p:grpSp>
      <p:grpSp>
        <p:nvGrpSpPr>
          <p:cNvPr id="293" name="그룹 292"/>
          <p:cNvGrpSpPr/>
          <p:nvPr/>
        </p:nvGrpSpPr>
        <p:grpSpPr>
          <a:xfrm>
            <a:off x="4399158" y="3006128"/>
            <a:ext cx="189188" cy="196103"/>
            <a:chOff x="4578106" y="3036765"/>
            <a:chExt cx="189188" cy="196103"/>
          </a:xfrm>
        </p:grpSpPr>
        <p:pic>
          <p:nvPicPr>
            <p:cNvPr id="294" name="그림 293"/>
            <p:cNvPicPr>
              <a:picLocks noChangeAspect="1"/>
            </p:cNvPicPr>
            <p:nvPr/>
          </p:nvPicPr>
          <p:blipFill>
            <a:blip r:embed="rId3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043686"/>
              <a:ext cx="189182" cy="189182"/>
            </a:xfrm>
            <a:prstGeom prst="rect">
              <a:avLst/>
            </a:prstGeom>
          </p:spPr>
        </p:pic>
        <p:pic>
          <p:nvPicPr>
            <p:cNvPr id="295" name="그림 294"/>
            <p:cNvPicPr>
              <a:picLocks noChangeAspect="1"/>
            </p:cNvPicPr>
            <p:nvPr/>
          </p:nvPicPr>
          <p:blipFill>
            <a:blip r:embed="rId3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036765"/>
              <a:ext cx="189182" cy="189182"/>
            </a:xfrm>
            <a:prstGeom prst="rect">
              <a:avLst/>
            </a:prstGeom>
          </p:spPr>
        </p:pic>
      </p:grpSp>
      <p:grpSp>
        <p:nvGrpSpPr>
          <p:cNvPr id="296" name="그룹 295"/>
          <p:cNvGrpSpPr/>
          <p:nvPr/>
        </p:nvGrpSpPr>
        <p:grpSpPr>
          <a:xfrm>
            <a:off x="4387282" y="3298296"/>
            <a:ext cx="189188" cy="196103"/>
            <a:chOff x="4578106" y="3334871"/>
            <a:chExt cx="189188" cy="196103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3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341792"/>
              <a:ext cx="189182" cy="189182"/>
            </a:xfrm>
            <a:prstGeom prst="rect">
              <a:avLst/>
            </a:prstGeom>
          </p:spPr>
        </p:pic>
        <p:pic>
          <p:nvPicPr>
            <p:cNvPr id="298" name="그림 297"/>
            <p:cNvPicPr>
              <a:picLocks noChangeAspect="1"/>
            </p:cNvPicPr>
            <p:nvPr/>
          </p:nvPicPr>
          <p:blipFill>
            <a:blip r:embed="rId3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334871"/>
              <a:ext cx="189182" cy="189182"/>
            </a:xfrm>
            <a:prstGeom prst="rect">
              <a:avLst/>
            </a:prstGeom>
          </p:spPr>
        </p:pic>
      </p:grpSp>
      <p:grpSp>
        <p:nvGrpSpPr>
          <p:cNvPr id="299" name="그룹 298"/>
          <p:cNvGrpSpPr/>
          <p:nvPr/>
        </p:nvGrpSpPr>
        <p:grpSpPr>
          <a:xfrm>
            <a:off x="4387282" y="2702084"/>
            <a:ext cx="189188" cy="196103"/>
            <a:chOff x="4578106" y="2738659"/>
            <a:chExt cx="189188" cy="196103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3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2745580"/>
              <a:ext cx="189182" cy="189182"/>
            </a:xfrm>
            <a:prstGeom prst="rect">
              <a:avLst/>
            </a:prstGeom>
          </p:spPr>
        </p:pic>
        <p:pic>
          <p:nvPicPr>
            <p:cNvPr id="301" name="그림 300"/>
            <p:cNvPicPr>
              <a:picLocks noChangeAspect="1"/>
            </p:cNvPicPr>
            <p:nvPr/>
          </p:nvPicPr>
          <p:blipFill>
            <a:blip r:embed="rId3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2738659"/>
              <a:ext cx="189182" cy="189182"/>
            </a:xfrm>
            <a:prstGeom prst="rect">
              <a:avLst/>
            </a:prstGeom>
          </p:spPr>
        </p:pic>
      </p:grpSp>
      <p:grpSp>
        <p:nvGrpSpPr>
          <p:cNvPr id="302" name="그룹 301"/>
          <p:cNvGrpSpPr/>
          <p:nvPr/>
        </p:nvGrpSpPr>
        <p:grpSpPr>
          <a:xfrm>
            <a:off x="4387282" y="3894508"/>
            <a:ext cx="189188" cy="196103"/>
            <a:chOff x="4578106" y="3931083"/>
            <a:chExt cx="189188" cy="196103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4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3938004"/>
              <a:ext cx="189182" cy="189182"/>
            </a:xfrm>
            <a:prstGeom prst="rect">
              <a:avLst/>
            </a:prstGeom>
          </p:spPr>
        </p:pic>
        <p:pic>
          <p:nvPicPr>
            <p:cNvPr id="304" name="그림 303"/>
            <p:cNvPicPr>
              <a:picLocks noChangeAspect="1"/>
            </p:cNvPicPr>
            <p:nvPr/>
          </p:nvPicPr>
          <p:blipFill>
            <a:blip r:embed="rId4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3931083"/>
              <a:ext cx="189182" cy="189182"/>
            </a:xfrm>
            <a:prstGeom prst="rect">
              <a:avLst/>
            </a:prstGeom>
          </p:spPr>
        </p:pic>
      </p:grpSp>
      <p:grpSp>
        <p:nvGrpSpPr>
          <p:cNvPr id="305" name="그룹 304"/>
          <p:cNvGrpSpPr/>
          <p:nvPr/>
        </p:nvGrpSpPr>
        <p:grpSpPr>
          <a:xfrm>
            <a:off x="4387282" y="4192614"/>
            <a:ext cx="189188" cy="196103"/>
            <a:chOff x="4578106" y="4229189"/>
            <a:chExt cx="189188" cy="196103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4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4236110"/>
              <a:ext cx="189182" cy="189182"/>
            </a:xfrm>
            <a:prstGeom prst="rect">
              <a:avLst/>
            </a:prstGeom>
          </p:spPr>
        </p:pic>
        <p:pic>
          <p:nvPicPr>
            <p:cNvPr id="307" name="그림 306"/>
            <p:cNvPicPr>
              <a:picLocks noChangeAspect="1"/>
            </p:cNvPicPr>
            <p:nvPr/>
          </p:nvPicPr>
          <p:blipFill>
            <a:blip r:embed="rId4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4229189"/>
              <a:ext cx="189182" cy="189182"/>
            </a:xfrm>
            <a:prstGeom prst="rect">
              <a:avLst/>
            </a:prstGeom>
          </p:spPr>
        </p:pic>
      </p:grpSp>
      <p:grpSp>
        <p:nvGrpSpPr>
          <p:cNvPr id="308" name="그룹 307"/>
          <p:cNvGrpSpPr/>
          <p:nvPr/>
        </p:nvGrpSpPr>
        <p:grpSpPr>
          <a:xfrm>
            <a:off x="4387282" y="4490720"/>
            <a:ext cx="189188" cy="196103"/>
            <a:chOff x="4578106" y="4527295"/>
            <a:chExt cx="189188" cy="196103"/>
          </a:xfrm>
        </p:grpSpPr>
        <p:pic>
          <p:nvPicPr>
            <p:cNvPr id="309" name="그림 308"/>
            <p:cNvPicPr>
              <a:picLocks noChangeAspect="1"/>
            </p:cNvPicPr>
            <p:nvPr/>
          </p:nvPicPr>
          <p:blipFill>
            <a:blip r:embed="rId4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4534216"/>
              <a:ext cx="189182" cy="189182"/>
            </a:xfrm>
            <a:prstGeom prst="rect">
              <a:avLst/>
            </a:prstGeom>
          </p:spPr>
        </p:pic>
        <p:pic>
          <p:nvPicPr>
            <p:cNvPr id="310" name="그림 309"/>
            <p:cNvPicPr>
              <a:picLocks noChangeAspect="1"/>
            </p:cNvPicPr>
            <p:nvPr/>
          </p:nvPicPr>
          <p:blipFill>
            <a:blip r:embed="rId4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4527295"/>
              <a:ext cx="189182" cy="189182"/>
            </a:xfrm>
            <a:prstGeom prst="rect">
              <a:avLst/>
            </a:prstGeom>
          </p:spPr>
        </p:pic>
      </p:grpSp>
      <p:grpSp>
        <p:nvGrpSpPr>
          <p:cNvPr id="314" name="그룹 313"/>
          <p:cNvGrpSpPr/>
          <p:nvPr/>
        </p:nvGrpSpPr>
        <p:grpSpPr>
          <a:xfrm>
            <a:off x="4387282" y="5086932"/>
            <a:ext cx="189188" cy="196103"/>
            <a:chOff x="4578106" y="5123507"/>
            <a:chExt cx="189188" cy="196103"/>
          </a:xfrm>
        </p:grpSpPr>
        <p:pic>
          <p:nvPicPr>
            <p:cNvPr id="315" name="그림 314"/>
            <p:cNvPicPr>
              <a:picLocks noChangeAspect="1"/>
            </p:cNvPicPr>
            <p:nvPr/>
          </p:nvPicPr>
          <p:blipFill>
            <a:blip r:embed="rId4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5130428"/>
              <a:ext cx="189182" cy="189182"/>
            </a:xfrm>
            <a:prstGeom prst="rect">
              <a:avLst/>
            </a:prstGeom>
          </p:spPr>
        </p:pic>
        <p:pic>
          <p:nvPicPr>
            <p:cNvPr id="316" name="그림 315"/>
            <p:cNvPicPr>
              <a:picLocks noChangeAspect="1"/>
            </p:cNvPicPr>
            <p:nvPr/>
          </p:nvPicPr>
          <p:blipFill>
            <a:blip r:embed="rId4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5123507"/>
              <a:ext cx="189182" cy="189182"/>
            </a:xfrm>
            <a:prstGeom prst="rect">
              <a:avLst/>
            </a:prstGeom>
          </p:spPr>
        </p:pic>
      </p:grpSp>
      <p:grpSp>
        <p:nvGrpSpPr>
          <p:cNvPr id="317" name="그룹 316"/>
          <p:cNvGrpSpPr/>
          <p:nvPr/>
        </p:nvGrpSpPr>
        <p:grpSpPr>
          <a:xfrm>
            <a:off x="4387282" y="5385038"/>
            <a:ext cx="189188" cy="196103"/>
            <a:chOff x="4578106" y="5421613"/>
            <a:chExt cx="189188" cy="196103"/>
          </a:xfrm>
        </p:grpSpPr>
        <p:pic>
          <p:nvPicPr>
            <p:cNvPr id="318" name="그림 317"/>
            <p:cNvPicPr>
              <a:picLocks noChangeAspect="1"/>
            </p:cNvPicPr>
            <p:nvPr/>
          </p:nvPicPr>
          <p:blipFill>
            <a:blip r:embed="rId4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5428534"/>
              <a:ext cx="189182" cy="189182"/>
            </a:xfrm>
            <a:prstGeom prst="rect">
              <a:avLst/>
            </a:prstGeom>
          </p:spPr>
        </p:pic>
        <p:pic>
          <p:nvPicPr>
            <p:cNvPr id="319" name="그림 318"/>
            <p:cNvPicPr>
              <a:picLocks noChangeAspect="1"/>
            </p:cNvPicPr>
            <p:nvPr/>
          </p:nvPicPr>
          <p:blipFill>
            <a:blip r:embed="rId4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5421613"/>
              <a:ext cx="189182" cy="189182"/>
            </a:xfrm>
            <a:prstGeom prst="rect">
              <a:avLst/>
            </a:prstGeom>
          </p:spPr>
        </p:pic>
      </p:grpSp>
      <p:grpSp>
        <p:nvGrpSpPr>
          <p:cNvPr id="320" name="그룹 319"/>
          <p:cNvGrpSpPr/>
          <p:nvPr/>
        </p:nvGrpSpPr>
        <p:grpSpPr>
          <a:xfrm>
            <a:off x="4387282" y="5683144"/>
            <a:ext cx="189188" cy="196103"/>
            <a:chOff x="4578106" y="5719719"/>
            <a:chExt cx="189188" cy="196103"/>
          </a:xfrm>
        </p:grpSpPr>
        <p:pic>
          <p:nvPicPr>
            <p:cNvPr id="321" name="그림 320"/>
            <p:cNvPicPr>
              <a:picLocks noChangeAspect="1"/>
            </p:cNvPicPr>
            <p:nvPr/>
          </p:nvPicPr>
          <p:blipFill>
            <a:blip r:embed="rId4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5726640"/>
              <a:ext cx="189182" cy="189182"/>
            </a:xfrm>
            <a:prstGeom prst="rect">
              <a:avLst/>
            </a:prstGeom>
          </p:spPr>
        </p:pic>
        <p:pic>
          <p:nvPicPr>
            <p:cNvPr id="322" name="그림 321"/>
            <p:cNvPicPr>
              <a:picLocks noChangeAspect="1"/>
            </p:cNvPicPr>
            <p:nvPr/>
          </p:nvPicPr>
          <p:blipFill>
            <a:blip r:embed="rId4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5719719"/>
              <a:ext cx="189182" cy="189182"/>
            </a:xfrm>
            <a:prstGeom prst="rect">
              <a:avLst/>
            </a:prstGeom>
          </p:spPr>
        </p:pic>
      </p:grpSp>
      <p:grpSp>
        <p:nvGrpSpPr>
          <p:cNvPr id="323" name="그룹 322"/>
          <p:cNvGrpSpPr/>
          <p:nvPr/>
        </p:nvGrpSpPr>
        <p:grpSpPr>
          <a:xfrm>
            <a:off x="4387282" y="5981247"/>
            <a:ext cx="189188" cy="196103"/>
            <a:chOff x="4578106" y="6017822"/>
            <a:chExt cx="189188" cy="196103"/>
          </a:xfrm>
        </p:grpSpPr>
        <p:pic>
          <p:nvPicPr>
            <p:cNvPr id="324" name="그림 323"/>
            <p:cNvPicPr>
              <a:picLocks noChangeAspect="1"/>
            </p:cNvPicPr>
            <p:nvPr/>
          </p:nvPicPr>
          <p:blipFill>
            <a:blip r:embed="rId4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06" y="6024743"/>
              <a:ext cx="189182" cy="189182"/>
            </a:xfrm>
            <a:prstGeom prst="rect">
              <a:avLst/>
            </a:prstGeom>
          </p:spPr>
        </p:pic>
        <p:pic>
          <p:nvPicPr>
            <p:cNvPr id="325" name="그림 324"/>
            <p:cNvPicPr>
              <a:picLocks noChangeAspect="1"/>
            </p:cNvPicPr>
            <p:nvPr/>
          </p:nvPicPr>
          <p:blipFill>
            <a:blip r:embed="rId4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112" y="6017822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326" name="표 3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036914"/>
              </p:ext>
            </p:extLst>
          </p:nvPr>
        </p:nvGraphicFramePr>
        <p:xfrm>
          <a:off x="6007345" y="1163684"/>
          <a:ext cx="1665872" cy="5052400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자르기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회전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볼륨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화면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작은 화면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일시정지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반복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Replay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Rewind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Stop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327" name="그룹 326"/>
          <p:cNvGrpSpPr/>
          <p:nvPr/>
        </p:nvGrpSpPr>
        <p:grpSpPr>
          <a:xfrm>
            <a:off x="6175547" y="1218475"/>
            <a:ext cx="189188" cy="189188"/>
            <a:chOff x="6406126" y="1255050"/>
            <a:chExt cx="189188" cy="189188"/>
          </a:xfrm>
        </p:grpSpPr>
        <p:pic>
          <p:nvPicPr>
            <p:cNvPr id="328" name="그림 327"/>
            <p:cNvPicPr>
              <a:picLocks noChangeAspect="1"/>
            </p:cNvPicPr>
            <p:nvPr/>
          </p:nvPicPr>
          <p:blipFill>
            <a:blip r:embed="rId4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1255050"/>
              <a:ext cx="189182" cy="189182"/>
            </a:xfrm>
            <a:prstGeom prst="rect">
              <a:avLst/>
            </a:prstGeom>
          </p:spPr>
        </p:pic>
        <p:pic>
          <p:nvPicPr>
            <p:cNvPr id="329" name="그림 328"/>
            <p:cNvPicPr>
              <a:picLocks noChangeAspect="1"/>
            </p:cNvPicPr>
            <p:nvPr/>
          </p:nvPicPr>
          <p:blipFill>
            <a:blip r:embed="rId4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1255056"/>
              <a:ext cx="189182" cy="189182"/>
            </a:xfrm>
            <a:prstGeom prst="rect">
              <a:avLst/>
            </a:prstGeom>
          </p:spPr>
        </p:pic>
      </p:grpSp>
      <p:grpSp>
        <p:nvGrpSpPr>
          <p:cNvPr id="330" name="그룹 329"/>
          <p:cNvGrpSpPr/>
          <p:nvPr/>
        </p:nvGrpSpPr>
        <p:grpSpPr>
          <a:xfrm>
            <a:off x="6175547" y="1516052"/>
            <a:ext cx="189188" cy="189188"/>
            <a:chOff x="6406126" y="1552627"/>
            <a:chExt cx="189188" cy="189188"/>
          </a:xfrm>
        </p:grpSpPr>
        <p:pic>
          <p:nvPicPr>
            <p:cNvPr id="331" name="그림 330"/>
            <p:cNvPicPr>
              <a:picLocks noChangeAspect="1"/>
            </p:cNvPicPr>
            <p:nvPr/>
          </p:nvPicPr>
          <p:blipFill>
            <a:blip r:embed="rId4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1552627"/>
              <a:ext cx="189182" cy="189182"/>
            </a:xfrm>
            <a:prstGeom prst="rect">
              <a:avLst/>
            </a:prstGeom>
          </p:spPr>
        </p:pic>
        <p:pic>
          <p:nvPicPr>
            <p:cNvPr id="332" name="그림 331"/>
            <p:cNvPicPr>
              <a:picLocks noChangeAspect="1"/>
            </p:cNvPicPr>
            <p:nvPr/>
          </p:nvPicPr>
          <p:blipFill>
            <a:blip r:embed="rId4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1552633"/>
              <a:ext cx="189182" cy="189182"/>
            </a:xfrm>
            <a:prstGeom prst="rect">
              <a:avLst/>
            </a:prstGeom>
          </p:spPr>
        </p:pic>
      </p:grpSp>
      <p:grpSp>
        <p:nvGrpSpPr>
          <p:cNvPr id="333" name="그룹 332"/>
          <p:cNvGrpSpPr/>
          <p:nvPr/>
        </p:nvGrpSpPr>
        <p:grpSpPr>
          <a:xfrm>
            <a:off x="6175547" y="1813629"/>
            <a:ext cx="189188" cy="189188"/>
            <a:chOff x="6406126" y="1850204"/>
            <a:chExt cx="189188" cy="189188"/>
          </a:xfrm>
        </p:grpSpPr>
        <p:pic>
          <p:nvPicPr>
            <p:cNvPr id="334" name="그림 333"/>
            <p:cNvPicPr>
              <a:picLocks noChangeAspect="1"/>
            </p:cNvPicPr>
            <p:nvPr/>
          </p:nvPicPr>
          <p:blipFill>
            <a:blip r:embed="rId4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1850204"/>
              <a:ext cx="189182" cy="189182"/>
            </a:xfrm>
            <a:prstGeom prst="rect">
              <a:avLst/>
            </a:prstGeom>
          </p:spPr>
        </p:pic>
        <p:pic>
          <p:nvPicPr>
            <p:cNvPr id="335" name="그림 334"/>
            <p:cNvPicPr>
              <a:picLocks noChangeAspect="1"/>
            </p:cNvPicPr>
            <p:nvPr/>
          </p:nvPicPr>
          <p:blipFill>
            <a:blip r:embed="rId4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1850210"/>
              <a:ext cx="189182" cy="189182"/>
            </a:xfrm>
            <a:prstGeom prst="rect">
              <a:avLst/>
            </a:prstGeom>
          </p:spPr>
        </p:pic>
      </p:grpSp>
      <p:grpSp>
        <p:nvGrpSpPr>
          <p:cNvPr id="336" name="그룹 335"/>
          <p:cNvGrpSpPr/>
          <p:nvPr/>
        </p:nvGrpSpPr>
        <p:grpSpPr>
          <a:xfrm>
            <a:off x="6175547" y="2111206"/>
            <a:ext cx="189188" cy="189188"/>
            <a:chOff x="6406126" y="2147781"/>
            <a:chExt cx="189188" cy="189188"/>
          </a:xfrm>
        </p:grpSpPr>
        <p:pic>
          <p:nvPicPr>
            <p:cNvPr id="337" name="그림 336"/>
            <p:cNvPicPr>
              <a:picLocks noChangeAspect="1"/>
            </p:cNvPicPr>
            <p:nvPr/>
          </p:nvPicPr>
          <p:blipFill>
            <a:blip r:embed="rId5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2147781"/>
              <a:ext cx="189182" cy="189182"/>
            </a:xfrm>
            <a:prstGeom prst="rect">
              <a:avLst/>
            </a:prstGeom>
          </p:spPr>
        </p:pic>
        <p:pic>
          <p:nvPicPr>
            <p:cNvPr id="338" name="그림 337"/>
            <p:cNvPicPr>
              <a:picLocks noChangeAspect="1"/>
            </p:cNvPicPr>
            <p:nvPr/>
          </p:nvPicPr>
          <p:blipFill>
            <a:blip r:embed="rId5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2147787"/>
              <a:ext cx="189182" cy="189182"/>
            </a:xfrm>
            <a:prstGeom prst="rect">
              <a:avLst/>
            </a:prstGeom>
          </p:spPr>
        </p:pic>
      </p:grpSp>
      <p:grpSp>
        <p:nvGrpSpPr>
          <p:cNvPr id="339" name="그룹 338"/>
          <p:cNvGrpSpPr/>
          <p:nvPr/>
        </p:nvGrpSpPr>
        <p:grpSpPr>
          <a:xfrm>
            <a:off x="6175547" y="2706360"/>
            <a:ext cx="189188" cy="189188"/>
            <a:chOff x="6406126" y="2742935"/>
            <a:chExt cx="189188" cy="189188"/>
          </a:xfrm>
        </p:grpSpPr>
        <p:pic>
          <p:nvPicPr>
            <p:cNvPr id="340" name="그림 339"/>
            <p:cNvPicPr>
              <a:picLocks noChangeAspect="1"/>
            </p:cNvPicPr>
            <p:nvPr/>
          </p:nvPicPr>
          <p:blipFill>
            <a:blip r:embed="rId5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2742935"/>
              <a:ext cx="189182" cy="189182"/>
            </a:xfrm>
            <a:prstGeom prst="rect">
              <a:avLst/>
            </a:prstGeom>
          </p:spPr>
        </p:pic>
        <p:pic>
          <p:nvPicPr>
            <p:cNvPr id="341" name="그림 340"/>
            <p:cNvPicPr>
              <a:picLocks noChangeAspect="1"/>
            </p:cNvPicPr>
            <p:nvPr/>
          </p:nvPicPr>
          <p:blipFill>
            <a:blip r:embed="rId5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2742941"/>
              <a:ext cx="189182" cy="189182"/>
            </a:xfrm>
            <a:prstGeom prst="rect">
              <a:avLst/>
            </a:prstGeom>
          </p:spPr>
        </p:pic>
      </p:grpSp>
      <p:grpSp>
        <p:nvGrpSpPr>
          <p:cNvPr id="342" name="그룹 341"/>
          <p:cNvGrpSpPr/>
          <p:nvPr/>
        </p:nvGrpSpPr>
        <p:grpSpPr>
          <a:xfrm>
            <a:off x="6175547" y="3301514"/>
            <a:ext cx="189188" cy="189188"/>
            <a:chOff x="6406126" y="3338089"/>
            <a:chExt cx="189188" cy="189188"/>
          </a:xfrm>
        </p:grpSpPr>
        <p:pic>
          <p:nvPicPr>
            <p:cNvPr id="343" name="그림 342"/>
            <p:cNvPicPr>
              <a:picLocks noChangeAspect="1"/>
            </p:cNvPicPr>
            <p:nvPr/>
          </p:nvPicPr>
          <p:blipFill>
            <a:blip r:embed="rId5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338089"/>
              <a:ext cx="189182" cy="189182"/>
            </a:xfrm>
            <a:prstGeom prst="rect">
              <a:avLst/>
            </a:prstGeom>
          </p:spPr>
        </p:pic>
        <p:pic>
          <p:nvPicPr>
            <p:cNvPr id="344" name="그림 343"/>
            <p:cNvPicPr>
              <a:picLocks noChangeAspect="1"/>
            </p:cNvPicPr>
            <p:nvPr/>
          </p:nvPicPr>
          <p:blipFill>
            <a:blip r:embed="rId5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338095"/>
              <a:ext cx="189182" cy="189182"/>
            </a:xfrm>
            <a:prstGeom prst="rect">
              <a:avLst/>
            </a:prstGeom>
          </p:spPr>
        </p:pic>
      </p:grpSp>
      <p:grpSp>
        <p:nvGrpSpPr>
          <p:cNvPr id="345" name="그룹 344"/>
          <p:cNvGrpSpPr/>
          <p:nvPr/>
        </p:nvGrpSpPr>
        <p:grpSpPr>
          <a:xfrm>
            <a:off x="6175547" y="3599091"/>
            <a:ext cx="189188" cy="189188"/>
            <a:chOff x="6406126" y="3635666"/>
            <a:chExt cx="189188" cy="189188"/>
          </a:xfrm>
        </p:grpSpPr>
        <p:pic>
          <p:nvPicPr>
            <p:cNvPr id="346" name="그림 345"/>
            <p:cNvPicPr>
              <a:picLocks noChangeAspect="1"/>
            </p:cNvPicPr>
            <p:nvPr/>
          </p:nvPicPr>
          <p:blipFill>
            <a:blip r:embed="rId5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635666"/>
              <a:ext cx="189182" cy="189182"/>
            </a:xfrm>
            <a:prstGeom prst="rect">
              <a:avLst/>
            </a:prstGeom>
          </p:spPr>
        </p:pic>
        <p:pic>
          <p:nvPicPr>
            <p:cNvPr id="347" name="그림 346"/>
            <p:cNvPicPr>
              <a:picLocks noChangeAspect="1"/>
            </p:cNvPicPr>
            <p:nvPr/>
          </p:nvPicPr>
          <p:blipFill>
            <a:blip r:embed="rId5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635672"/>
              <a:ext cx="189182" cy="189182"/>
            </a:xfrm>
            <a:prstGeom prst="rect">
              <a:avLst/>
            </a:prstGeom>
          </p:spPr>
        </p:pic>
      </p:grpSp>
      <p:grpSp>
        <p:nvGrpSpPr>
          <p:cNvPr id="348" name="그룹 347"/>
          <p:cNvGrpSpPr/>
          <p:nvPr/>
        </p:nvGrpSpPr>
        <p:grpSpPr>
          <a:xfrm>
            <a:off x="6175547" y="3896668"/>
            <a:ext cx="189188" cy="189188"/>
            <a:chOff x="6406126" y="3933243"/>
            <a:chExt cx="189188" cy="189188"/>
          </a:xfrm>
        </p:grpSpPr>
        <p:pic>
          <p:nvPicPr>
            <p:cNvPr id="349" name="그림 348"/>
            <p:cNvPicPr>
              <a:picLocks noChangeAspect="1"/>
            </p:cNvPicPr>
            <p:nvPr/>
          </p:nvPicPr>
          <p:blipFill>
            <a:blip r:embed="rId5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933243"/>
              <a:ext cx="189182" cy="189182"/>
            </a:xfrm>
            <a:prstGeom prst="rect">
              <a:avLst/>
            </a:prstGeom>
          </p:spPr>
        </p:pic>
        <p:pic>
          <p:nvPicPr>
            <p:cNvPr id="350" name="그림 349"/>
            <p:cNvPicPr>
              <a:picLocks noChangeAspect="1"/>
            </p:cNvPicPr>
            <p:nvPr/>
          </p:nvPicPr>
          <p:blipFill>
            <a:blip r:embed="rId5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933249"/>
              <a:ext cx="189182" cy="189182"/>
            </a:xfrm>
            <a:prstGeom prst="rect">
              <a:avLst/>
            </a:prstGeom>
          </p:spPr>
        </p:pic>
      </p:grpSp>
      <p:grpSp>
        <p:nvGrpSpPr>
          <p:cNvPr id="351" name="그룹 350"/>
          <p:cNvGrpSpPr/>
          <p:nvPr/>
        </p:nvGrpSpPr>
        <p:grpSpPr>
          <a:xfrm>
            <a:off x="6175547" y="4194245"/>
            <a:ext cx="189188" cy="189188"/>
            <a:chOff x="6406126" y="4230820"/>
            <a:chExt cx="189188" cy="189188"/>
          </a:xfrm>
        </p:grpSpPr>
        <p:pic>
          <p:nvPicPr>
            <p:cNvPr id="352" name="그림 351"/>
            <p:cNvPicPr>
              <a:picLocks noChangeAspect="1"/>
            </p:cNvPicPr>
            <p:nvPr/>
          </p:nvPicPr>
          <p:blipFill>
            <a:blip r:embed="rId5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230820"/>
              <a:ext cx="189182" cy="189182"/>
            </a:xfrm>
            <a:prstGeom prst="rect">
              <a:avLst/>
            </a:prstGeom>
          </p:spPr>
        </p:pic>
        <p:pic>
          <p:nvPicPr>
            <p:cNvPr id="353" name="그림 352"/>
            <p:cNvPicPr>
              <a:picLocks noChangeAspect="1"/>
            </p:cNvPicPr>
            <p:nvPr/>
          </p:nvPicPr>
          <p:blipFill>
            <a:blip r:embed="rId5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230826"/>
              <a:ext cx="189182" cy="189182"/>
            </a:xfrm>
            <a:prstGeom prst="rect">
              <a:avLst/>
            </a:prstGeom>
          </p:spPr>
        </p:pic>
      </p:grpSp>
      <p:grpSp>
        <p:nvGrpSpPr>
          <p:cNvPr id="354" name="그룹 353"/>
          <p:cNvGrpSpPr/>
          <p:nvPr/>
        </p:nvGrpSpPr>
        <p:grpSpPr>
          <a:xfrm>
            <a:off x="6175547" y="4491822"/>
            <a:ext cx="189188" cy="189188"/>
            <a:chOff x="6406126" y="4528397"/>
            <a:chExt cx="189188" cy="189188"/>
          </a:xfrm>
        </p:grpSpPr>
        <p:pic>
          <p:nvPicPr>
            <p:cNvPr id="355" name="그림 354"/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528397"/>
              <a:ext cx="189182" cy="189182"/>
            </a:xfrm>
            <a:prstGeom prst="rect">
              <a:avLst/>
            </a:prstGeom>
          </p:spPr>
        </p:pic>
        <p:pic>
          <p:nvPicPr>
            <p:cNvPr id="356" name="그림 355"/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528403"/>
              <a:ext cx="189182" cy="189182"/>
            </a:xfrm>
            <a:prstGeom prst="rect">
              <a:avLst/>
            </a:prstGeom>
          </p:spPr>
        </p:pic>
      </p:grpSp>
      <p:grpSp>
        <p:nvGrpSpPr>
          <p:cNvPr id="357" name="그룹 356"/>
          <p:cNvGrpSpPr/>
          <p:nvPr/>
        </p:nvGrpSpPr>
        <p:grpSpPr>
          <a:xfrm>
            <a:off x="6175547" y="4789399"/>
            <a:ext cx="189188" cy="189188"/>
            <a:chOff x="6406126" y="4825974"/>
            <a:chExt cx="189188" cy="189188"/>
          </a:xfrm>
        </p:grpSpPr>
        <p:pic>
          <p:nvPicPr>
            <p:cNvPr id="358" name="그림 357"/>
            <p:cNvPicPr>
              <a:picLocks noChangeAspect="1"/>
            </p:cNvPicPr>
            <p:nvPr/>
          </p:nvPicPr>
          <p:blipFill>
            <a:blip r:embed="rId5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359" name="그림 358"/>
            <p:cNvPicPr>
              <a:picLocks noChangeAspect="1"/>
            </p:cNvPicPr>
            <p:nvPr/>
          </p:nvPicPr>
          <p:blipFill>
            <a:blip r:embed="rId5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360" name="그룹 359"/>
          <p:cNvGrpSpPr/>
          <p:nvPr/>
        </p:nvGrpSpPr>
        <p:grpSpPr>
          <a:xfrm>
            <a:off x="6175547" y="5086976"/>
            <a:ext cx="189188" cy="189188"/>
            <a:chOff x="6406126" y="5123551"/>
            <a:chExt cx="189188" cy="189188"/>
          </a:xfrm>
        </p:grpSpPr>
        <p:pic>
          <p:nvPicPr>
            <p:cNvPr id="361" name="그림 360"/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5123551"/>
              <a:ext cx="189182" cy="189182"/>
            </a:xfrm>
            <a:prstGeom prst="rect">
              <a:avLst/>
            </a:prstGeom>
          </p:spPr>
        </p:pic>
        <p:pic>
          <p:nvPicPr>
            <p:cNvPr id="362" name="그림 361"/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5123557"/>
              <a:ext cx="189182" cy="189182"/>
            </a:xfrm>
            <a:prstGeom prst="rect">
              <a:avLst/>
            </a:prstGeom>
          </p:spPr>
        </p:pic>
      </p:grpSp>
      <p:grpSp>
        <p:nvGrpSpPr>
          <p:cNvPr id="363" name="그룹 362"/>
          <p:cNvGrpSpPr/>
          <p:nvPr/>
        </p:nvGrpSpPr>
        <p:grpSpPr>
          <a:xfrm>
            <a:off x="6175547" y="5384553"/>
            <a:ext cx="189188" cy="189188"/>
            <a:chOff x="6406126" y="5421128"/>
            <a:chExt cx="189188" cy="189188"/>
          </a:xfrm>
        </p:grpSpPr>
        <p:pic>
          <p:nvPicPr>
            <p:cNvPr id="364" name="그림 363"/>
            <p:cNvPicPr>
              <a:picLocks noChangeAspect="1"/>
            </p:cNvPicPr>
            <p:nvPr/>
          </p:nvPicPr>
          <p:blipFill>
            <a:blip r:embed="rId5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5421128"/>
              <a:ext cx="189182" cy="189182"/>
            </a:xfrm>
            <a:prstGeom prst="rect">
              <a:avLst/>
            </a:prstGeom>
          </p:spPr>
        </p:pic>
        <p:pic>
          <p:nvPicPr>
            <p:cNvPr id="365" name="그림 364"/>
            <p:cNvPicPr>
              <a:picLocks noChangeAspect="1"/>
            </p:cNvPicPr>
            <p:nvPr/>
          </p:nvPicPr>
          <p:blipFill>
            <a:blip r:embed="rId5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5421134"/>
              <a:ext cx="189182" cy="189182"/>
            </a:xfrm>
            <a:prstGeom prst="rect">
              <a:avLst/>
            </a:prstGeom>
          </p:spPr>
        </p:pic>
      </p:grpSp>
      <p:grpSp>
        <p:nvGrpSpPr>
          <p:cNvPr id="366" name="그룹 365"/>
          <p:cNvGrpSpPr/>
          <p:nvPr/>
        </p:nvGrpSpPr>
        <p:grpSpPr>
          <a:xfrm>
            <a:off x="6175547" y="3003937"/>
            <a:ext cx="189188" cy="189188"/>
            <a:chOff x="6406126" y="3040512"/>
            <a:chExt cx="189188" cy="189188"/>
          </a:xfrm>
        </p:grpSpPr>
        <p:pic>
          <p:nvPicPr>
            <p:cNvPr id="367" name="그림 366"/>
            <p:cNvPicPr>
              <a:picLocks noChangeAspect="1"/>
            </p:cNvPicPr>
            <p:nvPr/>
          </p:nvPicPr>
          <p:blipFill>
            <a:blip r:embed="rId6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3040512"/>
              <a:ext cx="189182" cy="189182"/>
            </a:xfrm>
            <a:prstGeom prst="rect">
              <a:avLst/>
            </a:prstGeom>
          </p:spPr>
        </p:pic>
        <p:pic>
          <p:nvPicPr>
            <p:cNvPr id="368" name="그림 367"/>
            <p:cNvPicPr>
              <a:picLocks noChangeAspect="1"/>
            </p:cNvPicPr>
            <p:nvPr/>
          </p:nvPicPr>
          <p:blipFill>
            <a:blip r:embed="rId6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3040518"/>
              <a:ext cx="189182" cy="189182"/>
            </a:xfrm>
            <a:prstGeom prst="rect">
              <a:avLst/>
            </a:prstGeom>
          </p:spPr>
        </p:pic>
      </p:grpSp>
      <p:grpSp>
        <p:nvGrpSpPr>
          <p:cNvPr id="372" name="그룹 371"/>
          <p:cNvGrpSpPr/>
          <p:nvPr/>
        </p:nvGrpSpPr>
        <p:grpSpPr>
          <a:xfrm>
            <a:off x="6191964" y="5681760"/>
            <a:ext cx="156354" cy="156354"/>
            <a:chOff x="6406126" y="6016276"/>
            <a:chExt cx="189188" cy="189188"/>
          </a:xfrm>
        </p:grpSpPr>
        <p:pic>
          <p:nvPicPr>
            <p:cNvPr id="373" name="그림 372"/>
            <p:cNvPicPr>
              <a:picLocks noChangeAspect="1"/>
            </p:cNvPicPr>
            <p:nvPr/>
          </p:nvPicPr>
          <p:blipFill>
            <a:blip r:embed="rId6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6016276"/>
              <a:ext cx="189182" cy="189182"/>
            </a:xfrm>
            <a:prstGeom prst="rect">
              <a:avLst/>
            </a:prstGeom>
          </p:spPr>
        </p:pic>
        <p:pic>
          <p:nvPicPr>
            <p:cNvPr id="374" name="그림 373"/>
            <p:cNvPicPr>
              <a:picLocks noChangeAspect="1"/>
            </p:cNvPicPr>
            <p:nvPr/>
          </p:nvPicPr>
          <p:blipFill>
            <a:blip r:embed="rId6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6016282"/>
              <a:ext cx="189182" cy="189182"/>
            </a:xfrm>
            <a:prstGeom prst="rect">
              <a:avLst/>
            </a:prstGeom>
          </p:spPr>
        </p:pic>
      </p:grpSp>
      <p:grpSp>
        <p:nvGrpSpPr>
          <p:cNvPr id="375" name="그룹 374"/>
          <p:cNvGrpSpPr/>
          <p:nvPr/>
        </p:nvGrpSpPr>
        <p:grpSpPr>
          <a:xfrm>
            <a:off x="6175547" y="2408783"/>
            <a:ext cx="189188" cy="189188"/>
            <a:chOff x="6406126" y="2445358"/>
            <a:chExt cx="189188" cy="189188"/>
          </a:xfrm>
        </p:grpSpPr>
        <p:pic>
          <p:nvPicPr>
            <p:cNvPr id="376" name="그림 375"/>
            <p:cNvPicPr>
              <a:picLocks noChangeAspect="1"/>
            </p:cNvPicPr>
            <p:nvPr/>
          </p:nvPicPr>
          <p:blipFill>
            <a:blip r:embed="rId6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2445358"/>
              <a:ext cx="189182" cy="189182"/>
            </a:xfrm>
            <a:prstGeom prst="rect">
              <a:avLst/>
            </a:prstGeom>
          </p:spPr>
        </p:pic>
        <p:pic>
          <p:nvPicPr>
            <p:cNvPr id="377" name="그림 376"/>
            <p:cNvPicPr>
              <a:picLocks noChangeAspect="1"/>
            </p:cNvPicPr>
            <p:nvPr/>
          </p:nvPicPr>
          <p:blipFill>
            <a:blip r:embed="rId6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2445364"/>
              <a:ext cx="189182" cy="189182"/>
            </a:xfrm>
            <a:prstGeom prst="rect">
              <a:avLst/>
            </a:prstGeom>
          </p:spPr>
        </p:pic>
      </p:grpSp>
      <p:grpSp>
        <p:nvGrpSpPr>
          <p:cNvPr id="381" name="그룹 380"/>
          <p:cNvGrpSpPr/>
          <p:nvPr/>
        </p:nvGrpSpPr>
        <p:grpSpPr>
          <a:xfrm>
            <a:off x="4370126" y="4774097"/>
            <a:ext cx="193141" cy="209847"/>
            <a:chOff x="6478720" y="2989952"/>
            <a:chExt cx="216726" cy="230832"/>
          </a:xfrm>
        </p:grpSpPr>
        <p:sp>
          <p:nvSpPr>
            <p:cNvPr id="382" name="타원 381"/>
            <p:cNvSpPr/>
            <p:nvPr/>
          </p:nvSpPr>
          <p:spPr>
            <a:xfrm>
              <a:off x="6509219" y="3033107"/>
              <a:ext cx="173969" cy="15932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7A330206-9BFC-47BB-BE57-452800415EEE}"/>
                </a:ext>
              </a:extLst>
            </p:cNvPr>
            <p:cNvSpPr/>
            <p:nvPr/>
          </p:nvSpPr>
          <p:spPr>
            <a:xfrm>
              <a:off x="6478720" y="2989952"/>
              <a:ext cx="216726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ko-KR" altLang="en-US" sz="9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384" name="표 3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970776"/>
              </p:ext>
            </p:extLst>
          </p:nvPr>
        </p:nvGraphicFramePr>
        <p:xfrm>
          <a:off x="7797715" y="1165371"/>
          <a:ext cx="1665872" cy="5052400"/>
        </p:xfrm>
        <a:graphic>
          <a:graphicData uri="http://schemas.openxmlformats.org/drawingml/2006/table">
            <a:tbl>
              <a:tblPr firstRow="1" bandRow="1"/>
              <a:tblGrid>
                <a:gridCol w="5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업로드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Home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전체메뉴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상품 없음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상품 있음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마이페이지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477" name="그림 476"/>
          <p:cNvPicPr>
            <a:picLocks noChangeAspect="1"/>
          </p:cNvPicPr>
          <p:nvPr/>
        </p:nvPicPr>
        <p:blipFill>
          <a:blip r:embed="rId6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508" y="5704251"/>
            <a:ext cx="142662" cy="142662"/>
          </a:xfrm>
          <a:prstGeom prst="rect">
            <a:avLst/>
          </a:prstGeom>
        </p:spPr>
      </p:pic>
      <p:pic>
        <p:nvPicPr>
          <p:cNvPr id="479" name="그림 478"/>
          <p:cNvPicPr>
            <a:picLocks noChangeAspect="1"/>
          </p:cNvPicPr>
          <p:nvPr/>
        </p:nvPicPr>
        <p:blipFill>
          <a:blip r:embed="rId6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411" y="5119041"/>
            <a:ext cx="151876" cy="151876"/>
          </a:xfrm>
          <a:prstGeom prst="rect">
            <a:avLst/>
          </a:prstGeom>
        </p:spPr>
      </p:pic>
      <p:grpSp>
        <p:nvGrpSpPr>
          <p:cNvPr id="480" name="그룹 479"/>
          <p:cNvGrpSpPr/>
          <p:nvPr/>
        </p:nvGrpSpPr>
        <p:grpSpPr>
          <a:xfrm>
            <a:off x="7995598" y="5409798"/>
            <a:ext cx="161426" cy="156506"/>
            <a:chOff x="1918800" y="2676045"/>
            <a:chExt cx="161426" cy="156506"/>
          </a:xfrm>
        </p:grpSpPr>
        <p:pic>
          <p:nvPicPr>
            <p:cNvPr id="481" name="그림 480"/>
            <p:cNvPicPr>
              <a:picLocks noChangeAspect="1"/>
            </p:cNvPicPr>
            <p:nvPr/>
          </p:nvPicPr>
          <p:blipFill>
            <a:blip r:embed="rId6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8800" y="2680675"/>
              <a:ext cx="151876" cy="151876"/>
            </a:xfrm>
            <a:prstGeom prst="rect">
              <a:avLst/>
            </a:prstGeom>
          </p:spPr>
        </p:pic>
        <p:grpSp>
          <p:nvGrpSpPr>
            <p:cNvPr id="482" name="그룹 481"/>
            <p:cNvGrpSpPr/>
            <p:nvPr/>
          </p:nvGrpSpPr>
          <p:grpSpPr>
            <a:xfrm>
              <a:off x="1986203" y="2676045"/>
              <a:ext cx="94023" cy="92335"/>
              <a:chOff x="1572237" y="3573015"/>
              <a:chExt cx="94023" cy="92335"/>
            </a:xfrm>
          </p:grpSpPr>
          <p:sp>
            <p:nvSpPr>
              <p:cNvPr id="483" name="타원 482"/>
              <p:cNvSpPr/>
              <p:nvPr/>
            </p:nvSpPr>
            <p:spPr bwMode="auto">
              <a:xfrm>
                <a:off x="1572237" y="3573015"/>
                <a:ext cx="92335" cy="92335"/>
              </a:xfrm>
              <a:prstGeom prst="ellipse">
                <a:avLst/>
              </a:prstGeom>
              <a:solidFill>
                <a:srgbClr val="FF4F4F"/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 defTabSz="457200" latinLnBrk="0"/>
                <a:endParaRPr lang="ko-KR" altLang="en-US" sz="1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84" name="TextBox 483"/>
              <p:cNvSpPr txBox="1"/>
              <p:nvPr/>
            </p:nvSpPr>
            <p:spPr>
              <a:xfrm>
                <a:off x="1576785" y="3588320"/>
                <a:ext cx="89475" cy="61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defTabSz="457200" latinLnBrk="0"/>
                <a:r>
                  <a:rPr lang="en-US" altLang="ko-KR" sz="400" b="1" dirty="0">
                    <a:solidFill>
                      <a:prstClr val="white"/>
                    </a:solidFill>
                    <a:latin typeface="맑은 고딕" panose="020B0503020000020004" pitchFamily="50" charset="-127"/>
                  </a:rPr>
                  <a:t>99</a:t>
                </a:r>
              </a:p>
            </p:txBody>
          </p:sp>
        </p:grpSp>
      </p:grpSp>
      <p:pic>
        <p:nvPicPr>
          <p:cNvPr id="99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001940" y="4831514"/>
            <a:ext cx="138365" cy="11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2EBE09B-9A52-4E02-9120-71AD92794874}"/>
              </a:ext>
            </a:extLst>
          </p:cNvPr>
          <p:cNvPicPr>
            <a:picLocks noChangeAspect="1"/>
          </p:cNvPicPr>
          <p:nvPr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256" y="5992934"/>
            <a:ext cx="114620" cy="14637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931" y="4504872"/>
            <a:ext cx="165020" cy="165020"/>
          </a:xfrm>
          <a:prstGeom prst="rect">
            <a:avLst/>
          </a:prstGeom>
        </p:spPr>
      </p:pic>
      <p:grpSp>
        <p:nvGrpSpPr>
          <p:cNvPr id="23" name="그룹 22"/>
          <p:cNvGrpSpPr/>
          <p:nvPr/>
        </p:nvGrpSpPr>
        <p:grpSpPr>
          <a:xfrm>
            <a:off x="7978277" y="1239215"/>
            <a:ext cx="189188" cy="189188"/>
            <a:chOff x="8256562" y="1259888"/>
            <a:chExt cx="189188" cy="189188"/>
          </a:xfrm>
        </p:grpSpPr>
        <p:pic>
          <p:nvPicPr>
            <p:cNvPr id="463" name="그림 462"/>
            <p:cNvPicPr>
              <a:picLocks noChangeAspect="1"/>
            </p:cNvPicPr>
            <p:nvPr/>
          </p:nvPicPr>
          <p:blipFill>
            <a:blip r:embed="rId6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259888"/>
              <a:ext cx="189182" cy="189182"/>
            </a:xfrm>
            <a:prstGeom prst="rect">
              <a:avLst/>
            </a:prstGeom>
          </p:spPr>
        </p:pic>
        <p:pic>
          <p:nvPicPr>
            <p:cNvPr id="204" name="그림 203"/>
            <p:cNvPicPr>
              <a:picLocks noChangeAspect="1"/>
            </p:cNvPicPr>
            <p:nvPr/>
          </p:nvPicPr>
          <p:blipFill>
            <a:blip r:embed="rId6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259894"/>
              <a:ext cx="189182" cy="189182"/>
            </a:xfrm>
            <a:prstGeom prst="rect">
              <a:avLst/>
            </a:prstGeom>
          </p:spPr>
        </p:pic>
      </p:grpSp>
      <p:grpSp>
        <p:nvGrpSpPr>
          <p:cNvPr id="24" name="그룹 23"/>
          <p:cNvGrpSpPr/>
          <p:nvPr/>
        </p:nvGrpSpPr>
        <p:grpSpPr>
          <a:xfrm>
            <a:off x="7978277" y="1528618"/>
            <a:ext cx="189188" cy="189188"/>
            <a:chOff x="8256562" y="1565193"/>
            <a:chExt cx="189188" cy="189188"/>
          </a:xfrm>
        </p:grpSpPr>
        <p:pic>
          <p:nvPicPr>
            <p:cNvPr id="464" name="그림 463"/>
            <p:cNvPicPr>
              <a:picLocks noChangeAspect="1"/>
            </p:cNvPicPr>
            <p:nvPr/>
          </p:nvPicPr>
          <p:blipFill>
            <a:blip r:embed="rId6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565193"/>
              <a:ext cx="189182" cy="189182"/>
            </a:xfrm>
            <a:prstGeom prst="rect">
              <a:avLst/>
            </a:prstGeom>
          </p:spPr>
        </p:pic>
        <p:pic>
          <p:nvPicPr>
            <p:cNvPr id="205" name="그림 204"/>
            <p:cNvPicPr>
              <a:picLocks noChangeAspect="1"/>
            </p:cNvPicPr>
            <p:nvPr/>
          </p:nvPicPr>
          <p:blipFill>
            <a:blip r:embed="rId6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565199"/>
              <a:ext cx="189182" cy="189182"/>
            </a:xfrm>
            <a:prstGeom prst="rect">
              <a:avLst/>
            </a:prstGeom>
          </p:spPr>
        </p:pic>
      </p:grpSp>
      <p:grpSp>
        <p:nvGrpSpPr>
          <p:cNvPr id="25" name="그룹 24"/>
          <p:cNvGrpSpPr/>
          <p:nvPr/>
        </p:nvGrpSpPr>
        <p:grpSpPr>
          <a:xfrm>
            <a:off x="6182438" y="5979930"/>
            <a:ext cx="189188" cy="189188"/>
            <a:chOff x="8256562" y="1870498"/>
            <a:chExt cx="189188" cy="189188"/>
          </a:xfrm>
        </p:grpSpPr>
        <p:pic>
          <p:nvPicPr>
            <p:cNvPr id="465" name="그림 464"/>
            <p:cNvPicPr>
              <a:picLocks noChangeAspect="1"/>
            </p:cNvPicPr>
            <p:nvPr/>
          </p:nvPicPr>
          <p:blipFill>
            <a:blip r:embed="rId7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870498"/>
              <a:ext cx="189182" cy="189182"/>
            </a:xfrm>
            <a:prstGeom prst="rect">
              <a:avLst/>
            </a:prstGeom>
          </p:spPr>
        </p:pic>
        <p:pic>
          <p:nvPicPr>
            <p:cNvPr id="206" name="그림 205"/>
            <p:cNvPicPr>
              <a:picLocks noChangeAspect="1"/>
            </p:cNvPicPr>
            <p:nvPr/>
          </p:nvPicPr>
          <p:blipFill>
            <a:blip r:embed="rId7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870504"/>
              <a:ext cx="189182" cy="189182"/>
            </a:xfrm>
            <a:prstGeom prst="rect">
              <a:avLst/>
            </a:prstGeom>
          </p:spPr>
        </p:pic>
      </p:grpSp>
      <p:grpSp>
        <p:nvGrpSpPr>
          <p:cNvPr id="31" name="그룹 30"/>
          <p:cNvGrpSpPr/>
          <p:nvPr/>
        </p:nvGrpSpPr>
        <p:grpSpPr>
          <a:xfrm>
            <a:off x="7978277" y="3604050"/>
            <a:ext cx="189188" cy="189188"/>
            <a:chOff x="8256562" y="3680380"/>
            <a:chExt cx="189188" cy="189188"/>
          </a:xfrm>
        </p:grpSpPr>
        <p:pic>
          <p:nvPicPr>
            <p:cNvPr id="471" name="그림 470"/>
            <p:cNvPicPr>
              <a:picLocks noChangeAspect="1"/>
            </p:cNvPicPr>
            <p:nvPr/>
          </p:nvPicPr>
          <p:blipFill>
            <a:blip r:embed="rId7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3680380"/>
              <a:ext cx="189182" cy="189182"/>
            </a:xfrm>
            <a:prstGeom prst="rect">
              <a:avLst/>
            </a:prstGeom>
          </p:spPr>
        </p:pic>
        <p:pic>
          <p:nvPicPr>
            <p:cNvPr id="212" name="그림 211"/>
            <p:cNvPicPr>
              <a:picLocks noChangeAspect="1"/>
            </p:cNvPicPr>
            <p:nvPr/>
          </p:nvPicPr>
          <p:blipFill>
            <a:blip r:embed="rId7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3680386"/>
              <a:ext cx="189182" cy="189182"/>
            </a:xfrm>
            <a:prstGeom prst="rect">
              <a:avLst/>
            </a:prstGeom>
          </p:spPr>
        </p:pic>
      </p:grpSp>
      <p:grpSp>
        <p:nvGrpSpPr>
          <p:cNvPr id="32" name="그룹 31"/>
          <p:cNvGrpSpPr/>
          <p:nvPr/>
        </p:nvGrpSpPr>
        <p:grpSpPr>
          <a:xfrm>
            <a:off x="7978277" y="3901391"/>
            <a:ext cx="189188" cy="189188"/>
            <a:chOff x="8256562" y="3961819"/>
            <a:chExt cx="189188" cy="189188"/>
          </a:xfrm>
        </p:grpSpPr>
        <p:pic>
          <p:nvPicPr>
            <p:cNvPr id="472" name="그림 471"/>
            <p:cNvPicPr>
              <a:picLocks noChangeAspect="1"/>
            </p:cNvPicPr>
            <p:nvPr/>
          </p:nvPicPr>
          <p:blipFill>
            <a:blip r:embed="rId7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3961819"/>
              <a:ext cx="189182" cy="189182"/>
            </a:xfrm>
            <a:prstGeom prst="rect">
              <a:avLst/>
            </a:prstGeom>
          </p:spPr>
        </p:pic>
        <p:pic>
          <p:nvPicPr>
            <p:cNvPr id="213" name="그림 212"/>
            <p:cNvPicPr>
              <a:picLocks noChangeAspect="1"/>
            </p:cNvPicPr>
            <p:nvPr/>
          </p:nvPicPr>
          <p:blipFill>
            <a:blip r:embed="rId7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3961825"/>
              <a:ext cx="189182" cy="189182"/>
            </a:xfrm>
            <a:prstGeom prst="rect">
              <a:avLst/>
            </a:prstGeom>
          </p:spPr>
        </p:pic>
      </p:grpSp>
      <p:grpSp>
        <p:nvGrpSpPr>
          <p:cNvPr id="33" name="그룹 32"/>
          <p:cNvGrpSpPr/>
          <p:nvPr/>
        </p:nvGrpSpPr>
        <p:grpSpPr>
          <a:xfrm>
            <a:off x="7978277" y="4189709"/>
            <a:ext cx="189188" cy="189188"/>
            <a:chOff x="8256562" y="4242186"/>
            <a:chExt cx="189188" cy="189188"/>
          </a:xfrm>
        </p:grpSpPr>
        <p:pic>
          <p:nvPicPr>
            <p:cNvPr id="473" name="그림 472"/>
            <p:cNvPicPr>
              <a:picLocks noChangeAspect="1"/>
            </p:cNvPicPr>
            <p:nvPr/>
          </p:nvPicPr>
          <p:blipFill>
            <a:blip r:embed="rId7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4242186"/>
              <a:ext cx="189182" cy="189182"/>
            </a:xfrm>
            <a:prstGeom prst="rect">
              <a:avLst/>
            </a:prstGeom>
          </p:spPr>
        </p:pic>
        <p:pic>
          <p:nvPicPr>
            <p:cNvPr id="214" name="그림 213"/>
            <p:cNvPicPr>
              <a:picLocks noChangeAspect="1"/>
            </p:cNvPicPr>
            <p:nvPr/>
          </p:nvPicPr>
          <p:blipFill>
            <a:blip r:embed="rId7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4242192"/>
              <a:ext cx="189182" cy="189182"/>
            </a:xfrm>
            <a:prstGeom prst="rect">
              <a:avLst/>
            </a:prstGeom>
          </p:spPr>
        </p:pic>
      </p:grpSp>
      <p:grpSp>
        <p:nvGrpSpPr>
          <p:cNvPr id="378" name="그룹 377"/>
          <p:cNvGrpSpPr/>
          <p:nvPr/>
        </p:nvGrpSpPr>
        <p:grpSpPr>
          <a:xfrm>
            <a:off x="7995092" y="3320765"/>
            <a:ext cx="156209" cy="154530"/>
            <a:chOff x="8366566" y="1331025"/>
            <a:chExt cx="156209" cy="154530"/>
          </a:xfrm>
        </p:grpSpPr>
        <p:pic>
          <p:nvPicPr>
            <p:cNvPr id="379" name="그림 378"/>
            <p:cNvPicPr>
              <a:picLocks noChangeAspect="1"/>
            </p:cNvPicPr>
            <p:nvPr/>
          </p:nvPicPr>
          <p:blipFill>
            <a:blip r:embed="rId7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6566" y="1331025"/>
              <a:ext cx="150018" cy="150018"/>
            </a:xfrm>
            <a:prstGeom prst="rect">
              <a:avLst/>
            </a:prstGeom>
          </p:spPr>
        </p:pic>
        <p:pic>
          <p:nvPicPr>
            <p:cNvPr id="380" name="그림 379"/>
            <p:cNvPicPr>
              <a:picLocks noChangeAspect="1"/>
            </p:cNvPicPr>
            <p:nvPr/>
          </p:nvPicPr>
          <p:blipFill>
            <a:blip r:embed="rId7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2757" y="1335537"/>
              <a:ext cx="150018" cy="150018"/>
            </a:xfrm>
            <a:prstGeom prst="rect">
              <a:avLst/>
            </a:prstGeom>
          </p:spPr>
        </p:pic>
      </p:grpSp>
      <p:pic>
        <p:nvPicPr>
          <p:cNvPr id="312" name="그림 311">
            <a:extLst>
              <a:ext uri="{FF2B5EF4-FFF2-40B4-BE49-F238E27FC236}">
                <a16:creationId xmlns:a16="http://schemas.microsoft.com/office/drawing/2014/main" id="{8D18D896-2881-7345-9A53-9F9B979949E9}"/>
              </a:ext>
            </a:extLst>
          </p:cNvPr>
          <p:cNvPicPr>
            <a:picLocks noChangeAspect="1"/>
          </p:cNvPicPr>
          <p:nvPr/>
        </p:nvPicPr>
        <p:blipFill>
          <a:blip r:embed="rId7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021" y="2125715"/>
            <a:ext cx="178513" cy="178513"/>
          </a:xfrm>
          <a:prstGeom prst="rect">
            <a:avLst/>
          </a:prstGeom>
        </p:spPr>
      </p:pic>
      <p:grpSp>
        <p:nvGrpSpPr>
          <p:cNvPr id="385" name="그룹 384"/>
          <p:cNvGrpSpPr/>
          <p:nvPr/>
        </p:nvGrpSpPr>
        <p:grpSpPr>
          <a:xfrm>
            <a:off x="4362114" y="1492406"/>
            <a:ext cx="255198" cy="230832"/>
            <a:chOff x="6459835" y="2983781"/>
            <a:chExt cx="286361" cy="253916"/>
          </a:xfrm>
        </p:grpSpPr>
        <p:sp>
          <p:nvSpPr>
            <p:cNvPr id="386" name="타원 385"/>
            <p:cNvSpPr/>
            <p:nvPr/>
          </p:nvSpPr>
          <p:spPr>
            <a:xfrm>
              <a:off x="6509219" y="3033107"/>
              <a:ext cx="173969" cy="15932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7A330206-9BFC-47BB-BE57-452800415EEE}"/>
                </a:ext>
              </a:extLst>
            </p:cNvPr>
            <p:cNvSpPr/>
            <p:nvPr/>
          </p:nvSpPr>
          <p:spPr>
            <a:xfrm>
              <a:off x="6459835" y="2983781"/>
              <a:ext cx="28636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  <a:latin typeface="+mn-ea"/>
                </a:rPr>
                <a:t>P</a:t>
              </a: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0" name="그림 29"/>
          <p:cNvPicPr>
            <a:picLocks noChangeAspect="1"/>
          </p:cNvPicPr>
          <p:nvPr/>
        </p:nvPicPr>
        <p:blipFill>
          <a:blip r:embed="rId7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350" y="3048069"/>
            <a:ext cx="183411" cy="101025"/>
          </a:xfrm>
          <a:prstGeom prst="rect">
            <a:avLst/>
          </a:prstGeom>
        </p:spPr>
      </p:pic>
      <p:grpSp>
        <p:nvGrpSpPr>
          <p:cNvPr id="35" name="그룹 34"/>
          <p:cNvGrpSpPr/>
          <p:nvPr/>
        </p:nvGrpSpPr>
        <p:grpSpPr>
          <a:xfrm>
            <a:off x="4320617" y="1818437"/>
            <a:ext cx="322524" cy="200491"/>
            <a:chOff x="4012577" y="870957"/>
            <a:chExt cx="322524" cy="220540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77" cstate="print">
              <a:extLst>
                <a:ext uri="{BEBA8EAE-BF5A-486C-A8C5-ECC9F3942E4B}">
                  <a14:imgProps xmlns:a14="http://schemas.microsoft.com/office/drawing/2010/main">
                    <a14:imgLayer r:embed="rId78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7A330206-9BFC-47BB-BE57-452800415EEE}"/>
                </a:ext>
              </a:extLst>
            </p:cNvPr>
            <p:cNvSpPr/>
            <p:nvPr/>
          </p:nvSpPr>
          <p:spPr>
            <a:xfrm>
              <a:off x="4012577" y="870957"/>
              <a:ext cx="322524" cy="169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500" b="1" dirty="0">
                  <a:latin typeface="+mn-ea"/>
                </a:rPr>
                <a:t>Blog</a:t>
              </a:r>
              <a:endParaRPr lang="ko-KR" altLang="en-US" sz="500" b="1" dirty="0">
                <a:latin typeface="+mn-ea"/>
              </a:endParaRPr>
            </a:p>
          </p:txBody>
        </p:sp>
      </p:grpSp>
      <p:pic>
        <p:nvPicPr>
          <p:cNvPr id="36" name="그림 35"/>
          <p:cNvPicPr>
            <a:picLocks noChangeAspect="1"/>
          </p:cNvPicPr>
          <p:nvPr/>
        </p:nvPicPr>
        <p:blipFill>
          <a:blip r:embed="rId7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72" y="3892120"/>
            <a:ext cx="199674" cy="199674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7979084" y="2412074"/>
            <a:ext cx="190465" cy="189518"/>
            <a:chOff x="707191" y="3924220"/>
            <a:chExt cx="190465" cy="189518"/>
          </a:xfrm>
        </p:grpSpPr>
        <p:pic>
          <p:nvPicPr>
            <p:cNvPr id="401" name="그림 400"/>
            <p:cNvPicPr>
              <a:picLocks noChangeAspect="1"/>
            </p:cNvPicPr>
            <p:nvPr/>
          </p:nvPicPr>
          <p:blipFill>
            <a:blip r:embed="rId8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924556"/>
              <a:ext cx="189182" cy="189182"/>
            </a:xfrm>
            <a:prstGeom prst="rect">
              <a:avLst/>
            </a:prstGeom>
          </p:spPr>
        </p:pic>
        <p:pic>
          <p:nvPicPr>
            <p:cNvPr id="115" name="그림 114"/>
            <p:cNvPicPr>
              <a:picLocks noChangeAspect="1"/>
            </p:cNvPicPr>
            <p:nvPr/>
          </p:nvPicPr>
          <p:blipFill>
            <a:blip r:embed="rId8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924220"/>
              <a:ext cx="189182" cy="189182"/>
            </a:xfrm>
            <a:prstGeom prst="rect">
              <a:avLst/>
            </a:prstGeom>
          </p:spPr>
        </p:pic>
      </p:grpSp>
      <p:pic>
        <p:nvPicPr>
          <p:cNvPr id="37" name="그림 36"/>
          <p:cNvPicPr>
            <a:picLocks noChangeAspect="1"/>
          </p:cNvPicPr>
          <p:nvPr/>
        </p:nvPicPr>
        <p:blipFill>
          <a:blip r:embed="rId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380" y="1846505"/>
            <a:ext cx="136380" cy="136380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7944943" y="2699600"/>
            <a:ext cx="206265" cy="166501"/>
            <a:chOff x="7958539" y="2702999"/>
            <a:chExt cx="206265" cy="166501"/>
          </a:xfrm>
        </p:grpSpPr>
        <p:pic>
          <p:nvPicPr>
            <p:cNvPr id="278" name="그림 277">
              <a:extLst>
                <a:ext uri="{FF2B5EF4-FFF2-40B4-BE49-F238E27FC236}">
                  <a16:creationId xmlns:a16="http://schemas.microsoft.com/office/drawing/2014/main" id="{8BE8E9D3-4067-BE4D-BA89-80AD62A48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8539" y="2702999"/>
              <a:ext cx="147532" cy="147532"/>
            </a:xfrm>
            <a:prstGeom prst="rect">
              <a:avLst/>
            </a:prstGeom>
          </p:spPr>
        </p:pic>
        <p:cxnSp>
          <p:nvCxnSpPr>
            <p:cNvPr id="39" name="직선 연결선 38"/>
            <p:cNvCxnSpPr/>
            <p:nvPr/>
          </p:nvCxnSpPr>
          <p:spPr>
            <a:xfrm>
              <a:off x="8045353" y="2775401"/>
              <a:ext cx="119451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/>
            <p:cNvCxnSpPr/>
            <p:nvPr/>
          </p:nvCxnSpPr>
          <p:spPr>
            <a:xfrm rot="5400000">
              <a:off x="8109800" y="2821592"/>
              <a:ext cx="95816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>
              <a:off x="8040311" y="2864584"/>
              <a:ext cx="115938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/>
            <p:cNvSpPr/>
            <p:nvPr/>
          </p:nvSpPr>
          <p:spPr>
            <a:xfrm>
              <a:off x="8061919" y="2800558"/>
              <a:ext cx="67423" cy="40984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957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/>
          <p:nvPr/>
        </p:nvSpPr>
        <p:spPr>
          <a:xfrm>
            <a:off x="2019011" y="4115323"/>
            <a:ext cx="160921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Default</a:t>
            </a:r>
          </a:p>
          <a:p>
            <a:pPr defTabSz="457200" latinLnBrk="0">
              <a:lnSpc>
                <a:spcPct val="20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Graphic Pagination</a:t>
            </a:r>
          </a:p>
          <a:p>
            <a:pPr defTabSz="457200" latinLnBrk="0">
              <a:lnSpc>
                <a:spcPct val="20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Icon Pagination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defTabSz="457200" latinLnBrk="0">
              <a:lnSpc>
                <a:spcPct val="200000"/>
              </a:lnSpc>
            </a:pP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4074" y="1257593"/>
            <a:ext cx="114935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Drop-down Box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4074" y="2710645"/>
            <a:ext cx="76623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Checkbox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013935" y="2710645"/>
            <a:ext cx="161428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Checked / Unchecked</a:t>
            </a:r>
          </a:p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13935" y="1280695"/>
            <a:ext cx="16142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Closed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074" y="5086608"/>
            <a:ext cx="65081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Buttons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13935" y="5088613"/>
            <a:ext cx="107032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Default / Highlight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074" y="3375136"/>
            <a:ext cx="98424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Radio Button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13935" y="3375136"/>
            <a:ext cx="161428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Checked / Unchecked</a:t>
            </a:r>
          </a:p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4074" y="4110801"/>
            <a:ext cx="8271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Pagination</a:t>
            </a:r>
          </a:p>
        </p:txBody>
      </p:sp>
      <p:grpSp>
        <p:nvGrpSpPr>
          <p:cNvPr id="70" name="Pagination"/>
          <p:cNvGrpSpPr>
            <a:grpSpLocks/>
          </p:cNvGrpSpPr>
          <p:nvPr/>
        </p:nvGrpSpPr>
        <p:grpSpPr bwMode="auto">
          <a:xfrm>
            <a:off x="3372295" y="4371055"/>
            <a:ext cx="1763618" cy="142951"/>
            <a:chOff x="508000" y="1397000"/>
            <a:chExt cx="2003637" cy="175940"/>
          </a:xfrm>
        </p:grpSpPr>
        <p:sp>
          <p:nvSpPr>
            <p:cNvPr id="71" name="Back Button"/>
            <p:cNvSpPr>
              <a:spLocks/>
            </p:cNvSpPr>
            <p:nvPr/>
          </p:nvSpPr>
          <p:spPr bwMode="auto">
            <a:xfrm>
              <a:off x="508000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A6A6A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solidFill>
                    <a:srgbClr val="A6A6A6"/>
                  </a:solidFill>
                  <a:latin typeface="+mn-ea"/>
                </a:rPr>
                <a:t>◁</a:t>
              </a:r>
              <a:endParaRPr lang="en-US" sz="700" dirty="0">
                <a:solidFill>
                  <a:srgbClr val="A6A6A6"/>
                </a:solidFill>
                <a:latin typeface="+mn-ea"/>
              </a:endParaRPr>
            </a:p>
          </p:txBody>
        </p:sp>
        <p:sp>
          <p:nvSpPr>
            <p:cNvPr id="72" name="Page 1"/>
            <p:cNvSpPr>
              <a:spLocks/>
            </p:cNvSpPr>
            <p:nvPr/>
          </p:nvSpPr>
          <p:spPr bwMode="auto">
            <a:xfrm>
              <a:off x="741764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rgbClr val="595959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  <p:sp>
          <p:nvSpPr>
            <p:cNvPr id="73" name="Page 2"/>
            <p:cNvSpPr>
              <a:spLocks/>
            </p:cNvSpPr>
            <p:nvPr/>
          </p:nvSpPr>
          <p:spPr bwMode="auto">
            <a:xfrm>
              <a:off x="981312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2</a:t>
              </a:r>
            </a:p>
          </p:txBody>
        </p:sp>
        <p:sp>
          <p:nvSpPr>
            <p:cNvPr id="74" name="Page 3"/>
            <p:cNvSpPr>
              <a:spLocks/>
            </p:cNvSpPr>
            <p:nvPr/>
          </p:nvSpPr>
          <p:spPr bwMode="auto">
            <a:xfrm>
              <a:off x="1220860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3</a:t>
              </a:r>
            </a:p>
          </p:txBody>
        </p:sp>
        <p:sp>
          <p:nvSpPr>
            <p:cNvPr id="75" name="Page 4"/>
            <p:cNvSpPr>
              <a:spLocks/>
            </p:cNvSpPr>
            <p:nvPr/>
          </p:nvSpPr>
          <p:spPr bwMode="auto">
            <a:xfrm>
              <a:off x="1460407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rgbClr val="262626"/>
                  </a:solidFill>
                  <a:latin typeface="+mn-ea"/>
                </a:rPr>
                <a:t>4</a:t>
              </a:r>
            </a:p>
          </p:txBody>
        </p:sp>
        <p:sp>
          <p:nvSpPr>
            <p:cNvPr id="76" name="Dots"/>
            <p:cNvSpPr>
              <a:spLocks/>
            </p:cNvSpPr>
            <p:nvPr/>
          </p:nvSpPr>
          <p:spPr bwMode="auto">
            <a:xfrm>
              <a:off x="1688851" y="1409209"/>
              <a:ext cx="116554" cy="151521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rgbClr val="FFFFFF"/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262626"/>
                  </a:solidFill>
                  <a:latin typeface="+mn-ea"/>
                </a:rPr>
                <a:t>…</a:t>
              </a:r>
            </a:p>
          </p:txBody>
        </p:sp>
        <p:sp>
          <p:nvSpPr>
            <p:cNvPr id="77" name="Page 9"/>
            <p:cNvSpPr>
              <a:spLocks/>
            </p:cNvSpPr>
            <p:nvPr/>
          </p:nvSpPr>
          <p:spPr bwMode="auto">
            <a:xfrm>
              <a:off x="1853407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9</a:t>
              </a:r>
            </a:p>
          </p:txBody>
        </p:sp>
        <p:sp>
          <p:nvSpPr>
            <p:cNvPr id="78" name="Page 10"/>
            <p:cNvSpPr>
              <a:spLocks/>
            </p:cNvSpPr>
            <p:nvPr/>
          </p:nvSpPr>
          <p:spPr bwMode="auto">
            <a:xfrm>
              <a:off x="2092955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262626"/>
                  </a:solidFill>
                  <a:latin typeface="+mn-ea"/>
                </a:rPr>
                <a:t>10</a:t>
              </a:r>
            </a:p>
          </p:txBody>
        </p:sp>
        <p:sp>
          <p:nvSpPr>
            <p:cNvPr id="79" name="Next Button"/>
            <p:cNvSpPr>
              <a:spLocks/>
            </p:cNvSpPr>
            <p:nvPr/>
          </p:nvSpPr>
          <p:spPr bwMode="auto">
            <a:xfrm>
              <a:off x="2331194" y="1397000"/>
              <a:ext cx="180443" cy="175940"/>
            </a:xfrm>
            <a:prstGeom prst="roundRect">
              <a:avLst>
                <a:gd name="adj" fmla="val 12258"/>
              </a:avLst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solidFill>
                    <a:srgbClr val="262626"/>
                  </a:solidFill>
                  <a:latin typeface="+mn-ea"/>
                </a:rPr>
                <a:t>▷</a:t>
              </a:r>
              <a:endParaRPr lang="en-US" sz="700" dirty="0">
                <a:solidFill>
                  <a:srgbClr val="262626"/>
                </a:solidFill>
                <a:latin typeface="+mn-ea"/>
              </a:endParaRP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372294" y="5738176"/>
            <a:ext cx="565861" cy="1407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+ Button Text</a:t>
            </a:r>
            <a:endParaRPr lang="ko-KR" altLang="en-US" sz="7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417984" y="1218520"/>
            <a:ext cx="63827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20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Opened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84" name="Drop-Down Box" descr="&lt;SmartSettings&gt;&lt;SmartResize enabled=&quot;True&quot; minWidth=&quot;18&quot; minHeight=&quot;7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3419812" y="1240640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85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Drop-Down Box</a:t>
              </a:r>
            </a:p>
          </p:txBody>
        </p:sp>
        <p:sp>
          <p:nvSpPr>
            <p:cNvPr id="86" name="Arrow Down"/>
            <p:cNvSpPr>
              <a:spLocks noChangeAspect="1"/>
            </p:cNvSpPr>
            <p:nvPr>
              <p:custDataLst>
                <p:tags r:id="rId37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7" name="Drop-Down Box (Expanded)"/>
          <p:cNvGrpSpPr/>
          <p:nvPr>
            <p:custDataLst>
              <p:tags r:id="rId2"/>
            </p:custDataLst>
          </p:nvPr>
        </p:nvGrpSpPr>
        <p:grpSpPr>
          <a:xfrm>
            <a:off x="6823861" y="1263346"/>
            <a:ext cx="1368150" cy="1049389"/>
            <a:chOff x="595686" y="1268936"/>
            <a:chExt cx="1368150" cy="1049389"/>
          </a:xfrm>
        </p:grpSpPr>
        <p:grpSp>
          <p:nvGrpSpPr>
            <p:cNvPr id="88" name="Drop-Down Box"/>
            <p:cNvGrpSpPr/>
            <p:nvPr/>
          </p:nvGrpSpPr>
          <p:grpSpPr>
            <a:xfrm>
              <a:off x="595686" y="1268936"/>
              <a:ext cx="1368150" cy="225703"/>
              <a:chOff x="595686" y="1268936"/>
              <a:chExt cx="1368150" cy="225703"/>
            </a:xfrm>
          </p:grpSpPr>
          <p:sp>
            <p:nvSpPr>
              <p:cNvPr id="92" name="Text Box"/>
              <p:cNvSpPr/>
              <p:nvPr>
                <p:custDataLst>
                  <p:tags r:id="rId35"/>
                </p:custDataLst>
              </p:nvPr>
            </p:nvSpPr>
            <p:spPr>
              <a:xfrm>
                <a:off x="595686" y="1268936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Drop-Down Box</a:t>
                </a:r>
              </a:p>
            </p:txBody>
          </p:sp>
          <p:sp>
            <p:nvSpPr>
              <p:cNvPr id="93" name="Arrow Down"/>
              <p:cNvSpPr>
                <a:spLocks noChangeAspect="1"/>
              </p:cNvSpPr>
              <p:nvPr>
                <p:custDataLst>
                  <p:tags r:id="rId36"/>
                </p:custDataLst>
              </p:nvPr>
            </p:nvSpPr>
            <p:spPr bwMode="auto">
              <a:xfrm rot="10800000" flipH="1">
                <a:off x="1825975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9" name="Drop-Down Menu"/>
            <p:cNvGrpSpPr/>
            <p:nvPr/>
          </p:nvGrpSpPr>
          <p:grpSpPr>
            <a:xfrm>
              <a:off x="595686" y="1497587"/>
              <a:ext cx="1368150" cy="820738"/>
              <a:chOff x="595686" y="1497587"/>
              <a:chExt cx="1368150" cy="820738"/>
            </a:xfrm>
          </p:grpSpPr>
          <p:sp>
            <p:nvSpPr>
              <p:cNvPr id="90" name="Box"/>
              <p:cNvSpPr/>
              <p:nvPr>
                <p:custDataLst>
                  <p:tags r:id="rId33"/>
                </p:custDataLst>
              </p:nvPr>
            </p:nvSpPr>
            <p:spPr>
              <a:xfrm>
                <a:off x="595686" y="1497587"/>
                <a:ext cx="1368150" cy="82073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First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Second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Third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Fourth Item</a:t>
                </a:r>
              </a:p>
              <a:p>
                <a:pPr>
                  <a:spcAft>
                    <a:spcPts val="200"/>
                  </a:spcAft>
                </a:pPr>
                <a:r>
                  <a:rPr 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Fifth Item</a:t>
                </a:r>
              </a:p>
            </p:txBody>
          </p:sp>
          <p:sp>
            <p:nvSpPr>
              <p:cNvPr id="91" name="Selection Overlay"/>
              <p:cNvSpPr/>
              <p:nvPr>
                <p:custDataLst>
                  <p:tags r:id="rId34"/>
                </p:custDataLst>
              </p:nvPr>
            </p:nvSpPr>
            <p:spPr>
              <a:xfrm>
                <a:off x="595686" y="1692510"/>
                <a:ext cx="1368150" cy="165672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9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.4&quot; minHeight=&quot;10.4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3420330" y="2688913"/>
            <a:ext cx="737748" cy="196977"/>
            <a:chOff x="554563" y="2599934"/>
            <a:chExt cx="737748" cy="196977"/>
          </a:xfrm>
        </p:grpSpPr>
        <p:sp>
          <p:nvSpPr>
            <p:cNvPr id="9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6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32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</p:grpSp>
      <p:grpSp>
        <p:nvGrpSpPr>
          <p:cNvPr id="9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4291416" y="2688913"/>
            <a:ext cx="737748" cy="196977"/>
            <a:chOff x="554563" y="2599934"/>
            <a:chExt cx="737748" cy="196977"/>
          </a:xfrm>
        </p:grpSpPr>
        <p:sp>
          <p:nvSpPr>
            <p:cNvPr id="9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9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9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  <p:sp>
          <p:nvSpPr>
            <p:cNvPr id="10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1" name="Accept"/>
          <p:cNvSpPr>
            <a:spLocks noChangeAspect="1"/>
          </p:cNvSpPr>
          <p:nvPr/>
        </p:nvSpPr>
        <p:spPr bwMode="auto">
          <a:xfrm>
            <a:off x="3456826" y="275992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.4&quot; minHeight=&quot;10.4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3420330" y="2898852"/>
            <a:ext cx="737748" cy="196977"/>
            <a:chOff x="554563" y="2599934"/>
            <a:chExt cx="737748" cy="196977"/>
          </a:xfrm>
        </p:grpSpPr>
        <p:sp>
          <p:nvSpPr>
            <p:cNvPr id="10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4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7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</p:grpSp>
      <p:grpSp>
        <p:nvGrpSpPr>
          <p:cNvPr id="10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4291416" y="2898852"/>
            <a:ext cx="737748" cy="196977"/>
            <a:chOff x="554563" y="2599934"/>
            <a:chExt cx="737748" cy="196977"/>
          </a:xfrm>
        </p:grpSpPr>
        <p:sp>
          <p:nvSpPr>
            <p:cNvPr id="10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7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4"/>
              </p:custDataLst>
            </p:nvPr>
          </p:nvSpPr>
          <p:spPr>
            <a:xfrm>
              <a:off x="686119" y="2599934"/>
              <a:ext cx="606192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Checkbox</a:t>
              </a:r>
            </a:p>
          </p:txBody>
        </p:sp>
        <p:sp>
          <p:nvSpPr>
            <p:cNvPr id="10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9" name="Accept"/>
          <p:cNvSpPr>
            <a:spLocks noChangeAspect="1"/>
          </p:cNvSpPr>
          <p:nvPr/>
        </p:nvSpPr>
        <p:spPr bwMode="auto">
          <a:xfrm>
            <a:off x="3456826" y="2969860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bg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white">
                  <a:lumMod val="6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3419812" y="3355131"/>
            <a:ext cx="879004" cy="196977"/>
            <a:chOff x="593892" y="1592858"/>
            <a:chExt cx="879004" cy="196977"/>
          </a:xfrm>
        </p:grpSpPr>
        <p:sp>
          <p:nvSpPr>
            <p:cNvPr id="111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0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2" name="Check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3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2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grpSp>
        <p:nvGrpSpPr>
          <p:cNvPr id="1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4427924" y="3355131"/>
            <a:ext cx="879004" cy="196977"/>
            <a:chOff x="593892" y="1592858"/>
            <a:chExt cx="879004" cy="196977"/>
          </a:xfrm>
        </p:grpSpPr>
        <p:sp>
          <p:nvSpPr>
            <p:cNvPr id="115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6" name="Check" descr="&lt;SmartSettings&gt;&lt;SmartResize anchorLeft=&quot;Absolute&quot; anchorTop=&quot;None&quot; anchorRight=&quot;None&quot; anchorBottom=&quot;None&quot; /&gt;&lt;/SmartSettings&gt;" hidden="1"/>
            <p:cNvSpPr/>
            <p:nvPr>
              <p:custDataLst>
                <p:tags r:id="rId1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7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19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grpSp>
        <p:nvGrpSpPr>
          <p:cNvPr id="11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3419812" y="3573558"/>
            <a:ext cx="879004" cy="196977"/>
            <a:chOff x="593892" y="1592858"/>
            <a:chExt cx="879004" cy="196977"/>
          </a:xfrm>
        </p:grpSpPr>
        <p:sp>
          <p:nvSpPr>
            <p:cNvPr id="119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0" name="Check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1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16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grpSp>
        <p:nvGrpSpPr>
          <p:cNvPr id="1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4427924" y="3573558"/>
            <a:ext cx="879004" cy="196977"/>
            <a:chOff x="593892" y="1592858"/>
            <a:chExt cx="879004" cy="196977"/>
          </a:xfrm>
        </p:grpSpPr>
        <p:sp>
          <p:nvSpPr>
            <p:cNvPr id="123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4" name="Check" descr="&lt;SmartSettings&gt;&lt;SmartResize anchorLeft=&quot;Absolute&quot; anchorTop=&quot;None&quot; anchorRight=&quot;None&quot; anchorBottom=&quot;None&quot; /&gt;&lt;/SmartSettings&gt;" hidden="1"/>
            <p:cNvSpPr/>
            <p:nvPr>
              <p:custDataLst>
                <p:tags r:id="rId12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prstClr val="white">
                    <a:lumMod val="65000"/>
                  </a:prst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5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13"/>
              </p:custDataLst>
            </p:nvPr>
          </p:nvSpPr>
          <p:spPr>
            <a:xfrm>
              <a:off x="727243" y="1592858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prstClr val="white">
                      <a:lumMod val="65000"/>
                    </a:prstClr>
                  </a:solidFill>
                  <a:latin typeface="+mn-ea"/>
                  <a:cs typeface="Segoe UI" panose="020B0502040204020203" pitchFamily="34" charset="0"/>
                </a:rPr>
                <a:t>Radio Button</a:t>
              </a:r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2013935" y="5420573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013935" y="5717902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 Button(1)</a:t>
            </a:r>
          </a:p>
        </p:txBody>
      </p:sp>
      <p:cxnSp>
        <p:nvCxnSpPr>
          <p:cNvPr id="131" name="직선 연결선 130"/>
          <p:cNvCxnSpPr/>
          <p:nvPr/>
        </p:nvCxnSpPr>
        <p:spPr>
          <a:xfrm>
            <a:off x="417536" y="2491193"/>
            <a:ext cx="9215414" cy="9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/>
          <p:cNvCxnSpPr/>
          <p:nvPr/>
        </p:nvCxnSpPr>
        <p:spPr>
          <a:xfrm>
            <a:off x="417536" y="3256229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>
            <a:off x="417536" y="3950021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>
            <a:off x="417536" y="4910839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372294" y="6227338"/>
            <a:ext cx="37350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/>
            <a:r>
              <a:rPr lang="en-US" altLang="ko-KR" sz="700" u="sng" dirty="0">
                <a:solidFill>
                  <a:srgbClr val="0070C0"/>
                </a:solidFill>
                <a:latin typeface="맑은 고딕" panose="020B0503020000020004" pitchFamily="50" charset="-127"/>
              </a:rPr>
              <a:t>Text link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13935" y="6174333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 Link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72294" y="6019067"/>
            <a:ext cx="15837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Home  |  Services  |  Blog  |  About 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013935" y="5957184"/>
            <a:ext cx="107032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 Button(2)</a:t>
            </a:r>
          </a:p>
        </p:txBody>
      </p:sp>
      <p:grpSp>
        <p:nvGrpSpPr>
          <p:cNvPr id="139" name="그룹 138"/>
          <p:cNvGrpSpPr/>
          <p:nvPr/>
        </p:nvGrpSpPr>
        <p:grpSpPr>
          <a:xfrm>
            <a:off x="3370763" y="4652393"/>
            <a:ext cx="385170" cy="88458"/>
            <a:chOff x="4083801" y="5957984"/>
            <a:chExt cx="385170" cy="88458"/>
          </a:xfrm>
        </p:grpSpPr>
        <p:sp>
          <p:nvSpPr>
            <p:cNvPr id="140" name="Indicator 3"/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1" name="Indicator 2"/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Indicator 2"/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3" name="TextBox 142"/>
          <p:cNvSpPr txBox="1"/>
          <p:nvPr/>
        </p:nvSpPr>
        <p:spPr>
          <a:xfrm>
            <a:off x="6490849" y="5010367"/>
            <a:ext cx="3181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중요 버튼은 강조하여 표기하고</a:t>
            </a:r>
            <a:r>
              <a:rPr lang="en-US" altLang="ko-KR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, 2</a:t>
            </a: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개 이상의 버튼 존재 시 긍정 버튼을 우측에 위치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490849" y="2652810"/>
            <a:ext cx="353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다중 선택 가능 버튼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490849" y="3398171"/>
            <a:ext cx="353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다중 선택 불가능 버튼 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490849" y="4084370"/>
            <a:ext cx="353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Tx/>
              <a:buChar char="-"/>
            </a:pP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게시판 등록 게시물 구분</a:t>
            </a:r>
            <a:endParaRPr lang="en-US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sp>
        <p:nvSpPr>
          <p:cNvPr id="148" name="TextBox 147"/>
          <p:cNvSpPr txBox="1"/>
          <p:nvPr/>
        </p:nvSpPr>
        <p:spPr>
          <a:xfrm>
            <a:off x="415925" y="877489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■ CSS Style</a:t>
            </a:r>
          </a:p>
        </p:txBody>
      </p:sp>
      <p:sp>
        <p:nvSpPr>
          <p:cNvPr id="129" name="Rectangle 89"/>
          <p:cNvSpPr>
            <a:spLocks noChangeArrowheads="1"/>
          </p:cNvSpPr>
          <p:nvPr/>
        </p:nvSpPr>
        <p:spPr bwMode="auto">
          <a:xfrm>
            <a:off x="3372295" y="5086167"/>
            <a:ext cx="566539" cy="2283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149" name="Rectangle 89"/>
          <p:cNvSpPr>
            <a:spLocks noChangeArrowheads="1"/>
          </p:cNvSpPr>
          <p:nvPr/>
        </p:nvSpPr>
        <p:spPr bwMode="auto">
          <a:xfrm>
            <a:off x="4040825" y="5088613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150" name="Rectangle 89"/>
          <p:cNvSpPr>
            <a:spLocks noChangeArrowheads="1"/>
          </p:cNvSpPr>
          <p:nvPr/>
        </p:nvSpPr>
        <p:spPr bwMode="auto">
          <a:xfrm>
            <a:off x="3373245" y="5420573"/>
            <a:ext cx="566539" cy="2283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chemeClr val="bg1">
                    <a:lumMod val="75000"/>
                  </a:schemeClr>
                </a:solidFill>
              </a:rPr>
              <a:t>Button</a:t>
            </a:r>
            <a:endParaRPr kumimoji="0" lang="ko-KR" altLang="en-US" sz="700" kern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3372294" y="4102488"/>
            <a:ext cx="181620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&lt;&lt;   &lt;  </a:t>
            </a:r>
            <a:r>
              <a:rPr lang="en-US" altLang="ko-KR" sz="700" b="1" dirty="0">
                <a:solidFill>
                  <a:prstClr val="black"/>
                </a:solidFill>
                <a:latin typeface="+mn-ea"/>
              </a:rPr>
              <a:t> 1  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2   3   4   …   9   10   &gt;   &gt;&gt;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05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4074" y="982577"/>
            <a:ext cx="87203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Date Picker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424854" y="1436526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90864" y="982577"/>
            <a:ext cx="87203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Search Box</a:t>
            </a:r>
          </a:p>
        </p:txBody>
      </p:sp>
      <p:sp>
        <p:nvSpPr>
          <p:cNvPr id="14" name="Text Box"/>
          <p:cNvSpPr/>
          <p:nvPr/>
        </p:nvSpPr>
        <p:spPr>
          <a:xfrm>
            <a:off x="6675928" y="941682"/>
            <a:ext cx="1687736" cy="239588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4074" y="1719424"/>
            <a:ext cx="55143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0864" y="1719424"/>
            <a:ext cx="69249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Dimmed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417536" y="2532419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4074" y="2703069"/>
            <a:ext cx="9698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Video Player</a:t>
            </a:r>
            <a:b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</a:b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/ Map Image</a:t>
            </a:r>
          </a:p>
        </p:txBody>
      </p:sp>
      <p:grpSp>
        <p:nvGrpSpPr>
          <p:cNvPr id="24" name="Video Player"/>
          <p:cNvGrpSpPr/>
          <p:nvPr>
            <p:custDataLst>
              <p:tags r:id="rId1"/>
            </p:custDataLst>
          </p:nvPr>
        </p:nvGrpSpPr>
        <p:grpSpPr>
          <a:xfrm>
            <a:off x="1978489" y="2703069"/>
            <a:ext cx="1511214" cy="1062364"/>
            <a:chOff x="595686" y="1261242"/>
            <a:chExt cx="2592288" cy="1728190"/>
          </a:xfrm>
        </p:grpSpPr>
        <p:sp>
          <p:nvSpPr>
            <p:cNvPr id="25" name="Media Controls Background"/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595686" y="2719239"/>
              <a:ext cx="2592288" cy="27019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Media Area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595686" y="1261242"/>
              <a:ext cx="2592288" cy="14580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Play Icon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>
              <a:off x="1709505" y="1761954"/>
              <a:ext cx="364648" cy="456576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Volume Control"/>
            <p:cNvSpPr>
              <a:spLocks noChangeAspect="1"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2957887" y="2790043"/>
              <a:ext cx="152400" cy="128587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Play Button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19512" y="2781313"/>
              <a:ext cx="125412" cy="146050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rack"/>
            <p:cNvSpPr/>
            <p:nvPr>
              <p:custDataLst>
                <p:tags r:id="rId10"/>
              </p:custDataLst>
            </p:nvPr>
          </p:nvSpPr>
          <p:spPr>
            <a:xfrm>
              <a:off x="907687" y="2826120"/>
              <a:ext cx="1962199" cy="498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Slider Thumb"/>
            <p:cNvSpPr/>
            <p:nvPr>
              <p:custDataLst>
                <p:tags r:id="rId11"/>
              </p:custDataLst>
            </p:nvPr>
          </p:nvSpPr>
          <p:spPr>
            <a:xfrm>
              <a:off x="1532471" y="2789250"/>
              <a:ext cx="130176" cy="130175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Map"/>
          <p:cNvGrpSpPr>
            <a:grpSpLocks noChangeAspect="1"/>
          </p:cNvGrpSpPr>
          <p:nvPr/>
        </p:nvGrpSpPr>
        <p:grpSpPr>
          <a:xfrm>
            <a:off x="3571432" y="2703069"/>
            <a:ext cx="1610168" cy="1062364"/>
            <a:chOff x="4585634" y="1597655"/>
            <a:chExt cx="2407667" cy="1588541"/>
          </a:xfrm>
        </p:grpSpPr>
        <p:sp>
          <p:nvSpPr>
            <p:cNvPr id="33" name="Background"/>
            <p:cNvSpPr/>
            <p:nvPr/>
          </p:nvSpPr>
          <p:spPr>
            <a:xfrm>
              <a:off x="4585634" y="1597655"/>
              <a:ext cx="2407667" cy="1588541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River"/>
            <p:cNvSpPr>
              <a:spLocks/>
            </p:cNvSpPr>
            <p:nvPr/>
          </p:nvSpPr>
          <p:spPr bwMode="auto">
            <a:xfrm>
              <a:off x="5468143" y="1597655"/>
              <a:ext cx="1290638" cy="15885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89" y="2525"/>
                </a:cxn>
                <a:cxn ang="0">
                  <a:pos x="4162" y="4620"/>
                </a:cxn>
                <a:cxn ang="0">
                  <a:pos x="4877" y="5439"/>
                </a:cxn>
                <a:cxn ang="0">
                  <a:pos x="5298" y="5951"/>
                </a:cxn>
                <a:cxn ang="0">
                  <a:pos x="5532" y="6277"/>
                </a:cxn>
                <a:cxn ang="0">
                  <a:pos x="5753" y="6609"/>
                </a:cxn>
                <a:cxn ang="0">
                  <a:pos x="5960" y="6945"/>
                </a:cxn>
                <a:cxn ang="0">
                  <a:pos x="6150" y="7278"/>
                </a:cxn>
                <a:cxn ang="0">
                  <a:pos x="6478" y="7922"/>
                </a:cxn>
                <a:cxn ang="0">
                  <a:pos x="6724" y="8506"/>
                </a:cxn>
                <a:cxn ang="0">
                  <a:pos x="6806" y="9445"/>
                </a:cxn>
                <a:cxn ang="0">
                  <a:pos x="6827" y="9849"/>
                </a:cxn>
                <a:cxn ang="0">
                  <a:pos x="7796" y="9849"/>
                </a:cxn>
                <a:cxn ang="0">
                  <a:pos x="7695" y="9275"/>
                </a:cxn>
                <a:cxn ang="0">
                  <a:pos x="7571" y="8686"/>
                </a:cxn>
                <a:cxn ang="0">
                  <a:pos x="7445" y="8202"/>
                </a:cxn>
                <a:cxn ang="0">
                  <a:pos x="7288" y="7711"/>
                </a:cxn>
                <a:cxn ang="0">
                  <a:pos x="7190" y="7460"/>
                </a:cxn>
                <a:cxn ang="0">
                  <a:pos x="7074" y="7206"/>
                </a:cxn>
                <a:cxn ang="0">
                  <a:pos x="6937" y="6947"/>
                </a:cxn>
                <a:cxn ang="0">
                  <a:pos x="6776" y="6683"/>
                </a:cxn>
                <a:cxn ang="0">
                  <a:pos x="6566" y="6386"/>
                </a:cxn>
                <a:cxn ang="0">
                  <a:pos x="6291" y="6033"/>
                </a:cxn>
                <a:cxn ang="0">
                  <a:pos x="5577" y="5184"/>
                </a:cxn>
                <a:cxn ang="0">
                  <a:pos x="3708" y="3069"/>
                </a:cxn>
                <a:cxn ang="0">
                  <a:pos x="2658" y="1894"/>
                </a:cxn>
                <a:cxn ang="0">
                  <a:pos x="1670" y="807"/>
                </a:cxn>
                <a:cxn ang="0">
                  <a:pos x="928" y="0"/>
                </a:cxn>
                <a:cxn ang="0">
                  <a:pos x="0" y="0"/>
                </a:cxn>
              </a:cxnLst>
              <a:rect l="0" t="0" r="r" b="b"/>
              <a:pathLst>
                <a:path w="7796" h="9849">
                  <a:moveTo>
                    <a:pt x="0" y="0"/>
                  </a:moveTo>
                  <a:cubicBezTo>
                    <a:pt x="199" y="219"/>
                    <a:pt x="1109" y="1214"/>
                    <a:pt x="2289" y="2525"/>
                  </a:cubicBezTo>
                  <a:cubicBezTo>
                    <a:pt x="2942" y="3248"/>
                    <a:pt x="3613" y="3998"/>
                    <a:pt x="4162" y="4620"/>
                  </a:cubicBezTo>
                  <a:cubicBezTo>
                    <a:pt x="4437" y="4932"/>
                    <a:pt x="4682" y="5211"/>
                    <a:pt x="4877" y="5439"/>
                  </a:cubicBezTo>
                  <a:cubicBezTo>
                    <a:pt x="5072" y="5667"/>
                    <a:pt x="5218" y="5844"/>
                    <a:pt x="5298" y="5951"/>
                  </a:cubicBezTo>
                  <a:cubicBezTo>
                    <a:pt x="5378" y="6058"/>
                    <a:pt x="5456" y="6167"/>
                    <a:pt x="5532" y="6277"/>
                  </a:cubicBezTo>
                  <a:cubicBezTo>
                    <a:pt x="5608" y="6387"/>
                    <a:pt x="5682" y="6498"/>
                    <a:pt x="5753" y="6609"/>
                  </a:cubicBezTo>
                  <a:cubicBezTo>
                    <a:pt x="5825" y="6721"/>
                    <a:pt x="5894" y="6833"/>
                    <a:pt x="5960" y="6945"/>
                  </a:cubicBezTo>
                  <a:cubicBezTo>
                    <a:pt x="6026" y="7057"/>
                    <a:pt x="6090" y="7167"/>
                    <a:pt x="6150" y="7278"/>
                  </a:cubicBezTo>
                  <a:cubicBezTo>
                    <a:pt x="6271" y="7499"/>
                    <a:pt x="6382" y="7715"/>
                    <a:pt x="6478" y="7922"/>
                  </a:cubicBezTo>
                  <a:cubicBezTo>
                    <a:pt x="6575" y="8129"/>
                    <a:pt x="6657" y="8325"/>
                    <a:pt x="6724" y="8506"/>
                  </a:cubicBezTo>
                  <a:cubicBezTo>
                    <a:pt x="6759" y="8846"/>
                    <a:pt x="6786" y="9162"/>
                    <a:pt x="6806" y="9445"/>
                  </a:cubicBezTo>
                  <a:cubicBezTo>
                    <a:pt x="6817" y="9599"/>
                    <a:pt x="6821" y="9716"/>
                    <a:pt x="6827" y="9849"/>
                  </a:cubicBezTo>
                  <a:lnTo>
                    <a:pt x="7796" y="9849"/>
                  </a:lnTo>
                  <a:cubicBezTo>
                    <a:pt x="7765" y="9661"/>
                    <a:pt x="7731" y="9465"/>
                    <a:pt x="7695" y="9275"/>
                  </a:cubicBezTo>
                  <a:cubicBezTo>
                    <a:pt x="7653" y="9054"/>
                    <a:pt x="7610" y="8847"/>
                    <a:pt x="7571" y="8686"/>
                  </a:cubicBezTo>
                  <a:cubicBezTo>
                    <a:pt x="7530" y="8525"/>
                    <a:pt x="7490" y="8365"/>
                    <a:pt x="7445" y="8202"/>
                  </a:cubicBezTo>
                  <a:cubicBezTo>
                    <a:pt x="7399" y="8040"/>
                    <a:pt x="7348" y="7877"/>
                    <a:pt x="7288" y="7711"/>
                  </a:cubicBezTo>
                  <a:cubicBezTo>
                    <a:pt x="7257" y="7628"/>
                    <a:pt x="7225" y="7544"/>
                    <a:pt x="7190" y="7460"/>
                  </a:cubicBezTo>
                  <a:cubicBezTo>
                    <a:pt x="7154" y="7376"/>
                    <a:pt x="7115" y="7292"/>
                    <a:pt x="7074" y="7206"/>
                  </a:cubicBezTo>
                  <a:cubicBezTo>
                    <a:pt x="7031" y="7120"/>
                    <a:pt x="6987" y="7034"/>
                    <a:pt x="6937" y="6947"/>
                  </a:cubicBezTo>
                  <a:cubicBezTo>
                    <a:pt x="6888" y="6860"/>
                    <a:pt x="6835" y="6772"/>
                    <a:pt x="6776" y="6683"/>
                  </a:cubicBezTo>
                  <a:cubicBezTo>
                    <a:pt x="6718" y="6594"/>
                    <a:pt x="6648" y="6494"/>
                    <a:pt x="6566" y="6386"/>
                  </a:cubicBezTo>
                  <a:cubicBezTo>
                    <a:pt x="6485" y="6277"/>
                    <a:pt x="6393" y="6160"/>
                    <a:pt x="6291" y="6033"/>
                  </a:cubicBezTo>
                  <a:cubicBezTo>
                    <a:pt x="6088" y="5781"/>
                    <a:pt x="5846" y="5495"/>
                    <a:pt x="5577" y="5184"/>
                  </a:cubicBezTo>
                  <a:cubicBezTo>
                    <a:pt x="5037" y="4561"/>
                    <a:pt x="4387" y="3836"/>
                    <a:pt x="3708" y="3069"/>
                  </a:cubicBezTo>
                  <a:cubicBezTo>
                    <a:pt x="3370" y="2685"/>
                    <a:pt x="3008" y="2282"/>
                    <a:pt x="2658" y="1894"/>
                  </a:cubicBezTo>
                  <a:cubicBezTo>
                    <a:pt x="2307" y="1506"/>
                    <a:pt x="1968" y="1132"/>
                    <a:pt x="1670" y="807"/>
                  </a:cubicBezTo>
                  <a:cubicBezTo>
                    <a:pt x="1238" y="334"/>
                    <a:pt x="1084" y="169"/>
                    <a:pt x="92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Streets"/>
            <p:cNvSpPr>
              <a:spLocks noEditPoints="1"/>
            </p:cNvSpPr>
            <p:nvPr/>
          </p:nvSpPr>
          <p:spPr bwMode="auto">
            <a:xfrm>
              <a:off x="4585634" y="1597655"/>
              <a:ext cx="2407667" cy="1588541"/>
            </a:xfrm>
            <a:custGeom>
              <a:avLst/>
              <a:gdLst>
                <a:gd name="T0" fmla="*/ 57 w 6215"/>
                <a:gd name="T1" fmla="*/ 885 h 4534"/>
                <a:gd name="T2" fmla="*/ 0 w 6215"/>
                <a:gd name="T3" fmla="*/ 1173 h 4534"/>
                <a:gd name="T4" fmla="*/ 0 w 6215"/>
                <a:gd name="T5" fmla="*/ 3540 h 4534"/>
                <a:gd name="T6" fmla="*/ 1342 w 6215"/>
                <a:gd name="T7" fmla="*/ 2690 h 4534"/>
                <a:gd name="T8" fmla="*/ 327 w 6215"/>
                <a:gd name="T9" fmla="*/ 4534 h 4534"/>
                <a:gd name="T10" fmla="*/ 1979 w 6215"/>
                <a:gd name="T11" fmla="*/ 3409 h 4534"/>
                <a:gd name="T12" fmla="*/ 1823 w 6215"/>
                <a:gd name="T13" fmla="*/ 4534 h 4534"/>
                <a:gd name="T14" fmla="*/ 2626 w 6215"/>
                <a:gd name="T15" fmla="*/ 4139 h 4534"/>
                <a:gd name="T16" fmla="*/ 3588 w 6215"/>
                <a:gd name="T17" fmla="*/ 4534 h 4534"/>
                <a:gd name="T18" fmla="*/ 4742 w 6215"/>
                <a:gd name="T19" fmla="*/ 3723 h 4534"/>
                <a:gd name="T20" fmla="*/ 5092 w 6215"/>
                <a:gd name="T21" fmla="*/ 4534 h 4534"/>
                <a:gd name="T22" fmla="*/ 5297 w 6215"/>
                <a:gd name="T23" fmla="*/ 4371 h 4534"/>
                <a:gd name="T24" fmla="*/ 4928 w 6215"/>
                <a:gd name="T25" fmla="*/ 3582 h 4534"/>
                <a:gd name="T26" fmla="*/ 4270 w 6215"/>
                <a:gd name="T27" fmla="*/ 2884 h 4534"/>
                <a:gd name="T28" fmla="*/ 4188 w 6215"/>
                <a:gd name="T29" fmla="*/ 3077 h 4534"/>
                <a:gd name="T30" fmla="*/ 3260 w 6215"/>
                <a:gd name="T31" fmla="*/ 4504 h 4534"/>
                <a:gd name="T32" fmla="*/ 5053 w 6215"/>
                <a:gd name="T33" fmla="*/ 2000 h 4534"/>
                <a:gd name="T34" fmla="*/ 6215 w 6215"/>
                <a:gd name="T35" fmla="*/ 2972 h 4534"/>
                <a:gd name="T36" fmla="*/ 6215 w 6215"/>
                <a:gd name="T37" fmla="*/ 976 h 4534"/>
                <a:gd name="T38" fmla="*/ 6175 w 6215"/>
                <a:gd name="T39" fmla="*/ 701 h 4534"/>
                <a:gd name="T40" fmla="*/ 5294 w 6215"/>
                <a:gd name="T41" fmla="*/ 0 h 4534"/>
                <a:gd name="T42" fmla="*/ 5073 w 6215"/>
                <a:gd name="T43" fmla="*/ 1671 h 4534"/>
                <a:gd name="T44" fmla="*/ 5223 w 6215"/>
                <a:gd name="T45" fmla="*/ 468 h 4534"/>
                <a:gd name="T46" fmla="*/ 5147 w 6215"/>
                <a:gd name="T47" fmla="*/ 264 h 4534"/>
                <a:gd name="T48" fmla="*/ 4401 w 6215"/>
                <a:gd name="T49" fmla="*/ 906 h 4534"/>
                <a:gd name="T50" fmla="*/ 3299 w 6215"/>
                <a:gd name="T51" fmla="*/ 0 h 4534"/>
                <a:gd name="T52" fmla="*/ 4039 w 6215"/>
                <a:gd name="T53" fmla="*/ 2582 h 4534"/>
                <a:gd name="T54" fmla="*/ 1444 w 6215"/>
                <a:gd name="T55" fmla="*/ 0 h 4534"/>
                <a:gd name="T56" fmla="*/ 3864 w 6215"/>
                <a:gd name="T57" fmla="*/ 2736 h 4534"/>
                <a:gd name="T58" fmla="*/ 1164 w 6215"/>
                <a:gd name="T59" fmla="*/ 888 h 4534"/>
                <a:gd name="T60" fmla="*/ 1335 w 6215"/>
                <a:gd name="T61" fmla="*/ 129 h 4534"/>
                <a:gd name="T62" fmla="*/ 1125 w 6215"/>
                <a:gd name="T63" fmla="*/ 0 h 4534"/>
                <a:gd name="T64" fmla="*/ 989 w 6215"/>
                <a:gd name="T65" fmla="*/ 1041 h 4534"/>
                <a:gd name="T66" fmla="*/ 2645 w 6215"/>
                <a:gd name="T67" fmla="*/ 3810 h 4534"/>
                <a:gd name="T68" fmla="*/ 671 w 6215"/>
                <a:gd name="T69" fmla="*/ 680 h 4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15" h="4534">
                  <a:moveTo>
                    <a:pt x="1125" y="0"/>
                  </a:moveTo>
                  <a:lnTo>
                    <a:pt x="57" y="885"/>
                  </a:lnTo>
                  <a:lnTo>
                    <a:pt x="0" y="820"/>
                  </a:lnTo>
                  <a:lnTo>
                    <a:pt x="0" y="1173"/>
                  </a:lnTo>
                  <a:lnTo>
                    <a:pt x="1188" y="2515"/>
                  </a:lnTo>
                  <a:lnTo>
                    <a:pt x="0" y="3540"/>
                  </a:lnTo>
                  <a:lnTo>
                    <a:pt x="0" y="3848"/>
                  </a:lnTo>
                  <a:lnTo>
                    <a:pt x="1342" y="2690"/>
                  </a:lnTo>
                  <a:lnTo>
                    <a:pt x="1825" y="3236"/>
                  </a:lnTo>
                  <a:lnTo>
                    <a:pt x="327" y="4534"/>
                  </a:lnTo>
                  <a:lnTo>
                    <a:pt x="683" y="4534"/>
                  </a:lnTo>
                  <a:lnTo>
                    <a:pt x="1979" y="3409"/>
                  </a:lnTo>
                  <a:lnTo>
                    <a:pt x="2470" y="3963"/>
                  </a:lnTo>
                  <a:lnTo>
                    <a:pt x="1823" y="4534"/>
                  </a:lnTo>
                  <a:lnTo>
                    <a:pt x="2175" y="4534"/>
                  </a:lnTo>
                  <a:lnTo>
                    <a:pt x="2626" y="4139"/>
                  </a:lnTo>
                  <a:lnTo>
                    <a:pt x="2975" y="4534"/>
                  </a:lnTo>
                  <a:lnTo>
                    <a:pt x="3588" y="4534"/>
                  </a:lnTo>
                  <a:lnTo>
                    <a:pt x="4670" y="3630"/>
                  </a:lnTo>
                  <a:cubicBezTo>
                    <a:pt x="4692" y="3657"/>
                    <a:pt x="4716" y="3688"/>
                    <a:pt x="4742" y="3723"/>
                  </a:cubicBezTo>
                  <a:cubicBezTo>
                    <a:pt x="4827" y="3833"/>
                    <a:pt x="4923" y="3971"/>
                    <a:pt x="4964" y="4056"/>
                  </a:cubicBezTo>
                  <a:cubicBezTo>
                    <a:pt x="4994" y="4122"/>
                    <a:pt x="5049" y="4333"/>
                    <a:pt x="5092" y="4534"/>
                  </a:cubicBezTo>
                  <a:lnTo>
                    <a:pt x="5332" y="4534"/>
                  </a:lnTo>
                  <a:cubicBezTo>
                    <a:pt x="5321" y="4480"/>
                    <a:pt x="5309" y="4425"/>
                    <a:pt x="5297" y="4371"/>
                  </a:cubicBezTo>
                  <a:cubicBezTo>
                    <a:pt x="5261" y="4209"/>
                    <a:pt x="5221" y="4057"/>
                    <a:pt x="5174" y="3957"/>
                  </a:cubicBezTo>
                  <a:cubicBezTo>
                    <a:pt x="5116" y="3836"/>
                    <a:pt x="5015" y="3698"/>
                    <a:pt x="4928" y="3582"/>
                  </a:cubicBezTo>
                  <a:cubicBezTo>
                    <a:pt x="4752" y="3351"/>
                    <a:pt x="4555" y="3143"/>
                    <a:pt x="4363" y="2923"/>
                  </a:cubicBezTo>
                  <a:cubicBezTo>
                    <a:pt x="4341" y="2897"/>
                    <a:pt x="4305" y="2883"/>
                    <a:pt x="4270" y="2884"/>
                  </a:cubicBezTo>
                  <a:cubicBezTo>
                    <a:pt x="4226" y="2885"/>
                    <a:pt x="4184" y="2914"/>
                    <a:pt x="4166" y="2954"/>
                  </a:cubicBezTo>
                  <a:cubicBezTo>
                    <a:pt x="4149" y="2995"/>
                    <a:pt x="4158" y="3045"/>
                    <a:pt x="4188" y="3077"/>
                  </a:cubicBezTo>
                  <a:lnTo>
                    <a:pt x="4517" y="3454"/>
                  </a:lnTo>
                  <a:lnTo>
                    <a:pt x="3260" y="4504"/>
                  </a:lnTo>
                  <a:lnTo>
                    <a:pt x="2800" y="3984"/>
                  </a:lnTo>
                  <a:lnTo>
                    <a:pt x="5053" y="2000"/>
                  </a:lnTo>
                  <a:lnTo>
                    <a:pt x="6215" y="3325"/>
                  </a:lnTo>
                  <a:lnTo>
                    <a:pt x="6215" y="2972"/>
                  </a:lnTo>
                  <a:lnTo>
                    <a:pt x="5227" y="1847"/>
                  </a:lnTo>
                  <a:lnTo>
                    <a:pt x="6215" y="976"/>
                  </a:lnTo>
                  <a:lnTo>
                    <a:pt x="6215" y="666"/>
                  </a:lnTo>
                  <a:lnTo>
                    <a:pt x="6175" y="701"/>
                  </a:lnTo>
                  <a:lnTo>
                    <a:pt x="5595" y="0"/>
                  </a:lnTo>
                  <a:lnTo>
                    <a:pt x="5294" y="0"/>
                  </a:lnTo>
                  <a:lnTo>
                    <a:pt x="5999" y="855"/>
                  </a:lnTo>
                  <a:lnTo>
                    <a:pt x="5073" y="1671"/>
                  </a:lnTo>
                  <a:lnTo>
                    <a:pt x="4555" y="1081"/>
                  </a:lnTo>
                  <a:lnTo>
                    <a:pt x="5223" y="468"/>
                  </a:lnTo>
                  <a:cubicBezTo>
                    <a:pt x="5257" y="437"/>
                    <a:pt x="5270" y="384"/>
                    <a:pt x="5254" y="341"/>
                  </a:cubicBezTo>
                  <a:cubicBezTo>
                    <a:pt x="5237" y="297"/>
                    <a:pt x="5194" y="265"/>
                    <a:pt x="5147" y="264"/>
                  </a:cubicBezTo>
                  <a:cubicBezTo>
                    <a:pt x="5117" y="264"/>
                    <a:pt x="5087" y="276"/>
                    <a:pt x="5065" y="296"/>
                  </a:cubicBezTo>
                  <a:lnTo>
                    <a:pt x="4401" y="906"/>
                  </a:lnTo>
                  <a:lnTo>
                    <a:pt x="3607" y="0"/>
                  </a:lnTo>
                  <a:lnTo>
                    <a:pt x="3299" y="0"/>
                  </a:lnTo>
                  <a:lnTo>
                    <a:pt x="4899" y="1825"/>
                  </a:lnTo>
                  <a:lnTo>
                    <a:pt x="4039" y="2582"/>
                  </a:lnTo>
                  <a:lnTo>
                    <a:pt x="1738" y="0"/>
                  </a:lnTo>
                  <a:lnTo>
                    <a:pt x="1444" y="0"/>
                  </a:lnTo>
                  <a:cubicBezTo>
                    <a:pt x="1448" y="18"/>
                    <a:pt x="1457" y="35"/>
                    <a:pt x="1469" y="48"/>
                  </a:cubicBezTo>
                  <a:lnTo>
                    <a:pt x="3864" y="2736"/>
                  </a:lnTo>
                  <a:lnTo>
                    <a:pt x="3256" y="3272"/>
                  </a:lnTo>
                  <a:lnTo>
                    <a:pt x="1164" y="888"/>
                  </a:lnTo>
                  <a:lnTo>
                    <a:pt x="851" y="531"/>
                  </a:lnTo>
                  <a:lnTo>
                    <a:pt x="1335" y="129"/>
                  </a:lnTo>
                  <a:cubicBezTo>
                    <a:pt x="1372" y="100"/>
                    <a:pt x="1387" y="44"/>
                    <a:pt x="1371" y="0"/>
                  </a:cubicBezTo>
                  <a:lnTo>
                    <a:pt x="1125" y="0"/>
                  </a:lnTo>
                  <a:close/>
                  <a:moveTo>
                    <a:pt x="671" y="680"/>
                  </a:moveTo>
                  <a:lnTo>
                    <a:pt x="989" y="1041"/>
                  </a:lnTo>
                  <a:lnTo>
                    <a:pt x="3082" y="3426"/>
                  </a:lnTo>
                  <a:lnTo>
                    <a:pt x="2645" y="3810"/>
                  </a:lnTo>
                  <a:lnTo>
                    <a:pt x="211" y="1060"/>
                  </a:lnTo>
                  <a:lnTo>
                    <a:pt x="671" y="68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36" name="Pointer"/>
            <p:cNvGrpSpPr/>
            <p:nvPr/>
          </p:nvGrpSpPr>
          <p:grpSpPr>
            <a:xfrm>
              <a:off x="5614473" y="2271995"/>
              <a:ext cx="180696" cy="284857"/>
              <a:chOff x="2838590" y="3023046"/>
              <a:chExt cx="180696" cy="284857"/>
            </a:xfrm>
          </p:grpSpPr>
          <p:sp>
            <p:nvSpPr>
              <p:cNvPr id="37" name="Pointer Outer"/>
              <p:cNvSpPr>
                <a:spLocks/>
              </p:cNvSpPr>
              <p:nvPr/>
            </p:nvSpPr>
            <p:spPr bwMode="auto">
              <a:xfrm>
                <a:off x="2838590" y="3023046"/>
                <a:ext cx="180696" cy="284857"/>
              </a:xfrm>
              <a:custGeom>
                <a:avLst/>
                <a:gdLst>
                  <a:gd name="T0" fmla="*/ 1933 w 3866"/>
                  <a:gd name="T1" fmla="*/ 0 h 6125"/>
                  <a:gd name="T2" fmla="*/ 0 w 3866"/>
                  <a:gd name="T3" fmla="*/ 1934 h 6125"/>
                  <a:gd name="T4" fmla="*/ 1171 w 3866"/>
                  <a:gd name="T5" fmla="*/ 3711 h 6125"/>
                  <a:gd name="T6" fmla="*/ 1933 w 3866"/>
                  <a:gd name="T7" fmla="*/ 6125 h 6125"/>
                  <a:gd name="T8" fmla="*/ 2696 w 3866"/>
                  <a:gd name="T9" fmla="*/ 3710 h 6125"/>
                  <a:gd name="T10" fmla="*/ 3866 w 3866"/>
                  <a:gd name="T11" fmla="*/ 1934 h 6125"/>
                  <a:gd name="T12" fmla="*/ 1933 w 3866"/>
                  <a:gd name="T13" fmla="*/ 0 h 6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66" h="6125">
                    <a:moveTo>
                      <a:pt x="1933" y="0"/>
                    </a:moveTo>
                    <a:cubicBezTo>
                      <a:pt x="865" y="0"/>
                      <a:pt x="0" y="866"/>
                      <a:pt x="0" y="1934"/>
                    </a:cubicBezTo>
                    <a:cubicBezTo>
                      <a:pt x="0" y="2730"/>
                      <a:pt x="482" y="3415"/>
                      <a:pt x="1171" y="3711"/>
                    </a:cubicBezTo>
                    <a:lnTo>
                      <a:pt x="1933" y="6125"/>
                    </a:lnTo>
                    <a:lnTo>
                      <a:pt x="2696" y="3710"/>
                    </a:lnTo>
                    <a:cubicBezTo>
                      <a:pt x="3384" y="3414"/>
                      <a:pt x="3866" y="2730"/>
                      <a:pt x="3866" y="1934"/>
                    </a:cubicBezTo>
                    <a:cubicBezTo>
                      <a:pt x="3866" y="866"/>
                      <a:pt x="3001" y="0"/>
                      <a:pt x="19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Pointer Inner"/>
              <p:cNvSpPr>
                <a:spLocks noChangeArrowheads="1"/>
              </p:cNvSpPr>
              <p:nvPr/>
            </p:nvSpPr>
            <p:spPr bwMode="auto">
              <a:xfrm>
                <a:off x="2894968" y="3077480"/>
                <a:ext cx="67940" cy="67531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5590864" y="2711352"/>
            <a:ext cx="70692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Calendar</a:t>
            </a:r>
          </a:p>
        </p:txBody>
      </p:sp>
      <p:cxnSp>
        <p:nvCxnSpPr>
          <p:cNvPr id="87" name="직선 연결선 86"/>
          <p:cNvCxnSpPr/>
          <p:nvPr/>
        </p:nvCxnSpPr>
        <p:spPr>
          <a:xfrm>
            <a:off x="417536" y="4276445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04074" y="4462901"/>
            <a:ext cx="109324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Scroll Text Box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90864" y="4471184"/>
            <a:ext cx="75341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Scroll Bar</a:t>
            </a:r>
          </a:p>
        </p:txBody>
      </p:sp>
      <p:sp>
        <p:nvSpPr>
          <p:cNvPr id="98" name="Box"/>
          <p:cNvSpPr/>
          <p:nvPr>
            <p:custDataLst>
              <p:tags r:id="rId2"/>
            </p:custDataLst>
          </p:nvPr>
        </p:nvSpPr>
        <p:spPr>
          <a:xfrm>
            <a:off x="1962127" y="4470862"/>
            <a:ext cx="1377079" cy="94427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First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Second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Third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Fourth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Fifth Item</a:t>
            </a:r>
          </a:p>
          <a:p>
            <a:pPr>
              <a:spcAft>
                <a:spcPts val="200"/>
              </a:spcAft>
            </a:pPr>
            <a:r>
              <a: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Sixth item</a:t>
            </a:r>
          </a:p>
        </p:txBody>
      </p:sp>
      <p:sp>
        <p:nvSpPr>
          <p:cNvPr id="99" name="Selection Overlay"/>
          <p:cNvSpPr/>
          <p:nvPr>
            <p:custDataLst>
              <p:tags r:id="rId3"/>
            </p:custDataLst>
          </p:nvPr>
        </p:nvSpPr>
        <p:spPr>
          <a:xfrm>
            <a:off x="1962127" y="4658165"/>
            <a:ext cx="1377079" cy="163137"/>
          </a:xfrm>
          <a:prstGeom prst="rect">
            <a:avLst/>
          </a:prstGeom>
          <a:solidFill>
            <a:srgbClr val="5B9BD5">
              <a:alpha val="21961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262395" y="4533456"/>
            <a:ext cx="28800" cy="8280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7" name="제목 1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pic>
        <p:nvPicPr>
          <p:cNvPr id="113" name="그림 112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168" y="974426"/>
            <a:ext cx="189182" cy="189182"/>
          </a:xfrm>
          <a:prstGeom prst="rect">
            <a:avLst/>
          </a:prstGeom>
        </p:spPr>
      </p:pic>
      <p:cxnSp>
        <p:nvCxnSpPr>
          <p:cNvPr id="115" name="직선 연결선 114"/>
          <p:cNvCxnSpPr/>
          <p:nvPr/>
        </p:nvCxnSpPr>
        <p:spPr>
          <a:xfrm>
            <a:off x="2035585" y="1188915"/>
            <a:ext cx="107245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2073636" y="875402"/>
            <a:ext cx="7673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+mn-ea"/>
              </a:rPr>
              <a:t>2022.08.05</a:t>
            </a:r>
            <a:endParaRPr lang="en-US" altLang="ko-KR" sz="800" b="1" dirty="0">
              <a:latin typeface="+mn-ea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3106873" y="860849"/>
            <a:ext cx="265945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50" dirty="0">
                <a:latin typeface="+mn-ea"/>
              </a:rPr>
              <a:t>~</a:t>
            </a:r>
            <a:endParaRPr lang="en-US" altLang="ko-KR" sz="850" b="1" dirty="0">
              <a:latin typeface="+mn-ea"/>
            </a:endParaRPr>
          </a:p>
        </p:txBody>
      </p:sp>
      <p:pic>
        <p:nvPicPr>
          <p:cNvPr id="119" name="그림 118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001" y="980776"/>
            <a:ext cx="189182" cy="189182"/>
          </a:xfrm>
          <a:prstGeom prst="rect">
            <a:avLst/>
          </a:prstGeom>
        </p:spPr>
      </p:pic>
      <p:cxnSp>
        <p:nvCxnSpPr>
          <p:cNvPr id="128" name="직선 연결선 127"/>
          <p:cNvCxnSpPr/>
          <p:nvPr/>
        </p:nvCxnSpPr>
        <p:spPr>
          <a:xfrm>
            <a:off x="3354733" y="1195265"/>
            <a:ext cx="107245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3379119" y="881752"/>
            <a:ext cx="7673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+mn-ea"/>
              </a:rPr>
              <a:t>2022.09.05</a:t>
            </a:r>
            <a:endParaRPr lang="en-US" altLang="ko-KR" sz="800" b="1" dirty="0">
              <a:latin typeface="+mn-ea"/>
            </a:endParaRPr>
          </a:p>
        </p:txBody>
      </p:sp>
      <p:sp>
        <p:nvSpPr>
          <p:cNvPr id="130" name="Day"/>
          <p:cNvSpPr txBox="1"/>
          <p:nvPr/>
        </p:nvSpPr>
        <p:spPr>
          <a:xfrm>
            <a:off x="8009034" y="3879687"/>
            <a:ext cx="12503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30</a:t>
            </a:r>
          </a:p>
        </p:txBody>
      </p:sp>
      <p:sp>
        <p:nvSpPr>
          <p:cNvPr id="131" name="Day"/>
          <p:cNvSpPr txBox="1"/>
          <p:nvPr/>
        </p:nvSpPr>
        <p:spPr>
          <a:xfrm>
            <a:off x="8248895" y="3879687"/>
            <a:ext cx="12503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6675308" y="1704697"/>
            <a:ext cx="589805" cy="600086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+mn-ea"/>
              </a:rPr>
              <a:t>20%</a:t>
            </a:r>
            <a:endParaRPr lang="ko-KR" altLang="en-US" sz="800" b="1" dirty="0">
              <a:latin typeface="+mn-ea"/>
            </a:endParaRPr>
          </a:p>
        </p:txBody>
      </p:sp>
      <p:grpSp>
        <p:nvGrpSpPr>
          <p:cNvPr id="136" name="Placeholder"/>
          <p:cNvGrpSpPr>
            <a:grpSpLocks noChangeAspect="1"/>
          </p:cNvGrpSpPr>
          <p:nvPr/>
        </p:nvGrpSpPr>
        <p:grpSpPr>
          <a:xfrm>
            <a:off x="3506046" y="1674466"/>
            <a:ext cx="595505" cy="630317"/>
            <a:chOff x="6827020" y="2346996"/>
            <a:chExt cx="902776" cy="1008112"/>
          </a:xfrm>
          <a:solidFill>
            <a:srgbClr val="FFFFFF"/>
          </a:solidFill>
        </p:grpSpPr>
        <p:sp>
          <p:nvSpPr>
            <p:cNvPr id="137" name="Border"/>
            <p:cNvSpPr>
              <a:spLocks/>
            </p:cNvSpPr>
            <p:nvPr/>
          </p:nvSpPr>
          <p:spPr bwMode="auto">
            <a:xfrm>
              <a:off x="6827020" y="2346996"/>
              <a:ext cx="902776" cy="1008112"/>
            </a:xfrm>
            <a:prstGeom prst="rect">
              <a:avLst/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User"/>
            <p:cNvSpPr>
              <a:spLocks/>
            </p:cNvSpPr>
            <p:nvPr/>
          </p:nvSpPr>
          <p:spPr bwMode="auto">
            <a:xfrm>
              <a:off x="6917763" y="2522893"/>
              <a:ext cx="721288" cy="721647"/>
            </a:xfrm>
            <a:custGeom>
              <a:avLst/>
              <a:gdLst>
                <a:gd name="connsiteX0" fmla="*/ 784055 w 813926"/>
                <a:gd name="connsiteY0" fmla="*/ 619999 h 814331"/>
                <a:gd name="connsiteX1" fmla="*/ 611757 w 813926"/>
                <a:gd name="connsiteY1" fmla="*/ 531394 h 814331"/>
                <a:gd name="connsiteX2" fmla="*/ 501982 w 813926"/>
                <a:gd name="connsiteY2" fmla="*/ 482454 h 814331"/>
                <a:gd name="connsiteX3" fmla="*/ 572540 w 813926"/>
                <a:gd name="connsiteY3" fmla="*/ 288932 h 814331"/>
                <a:gd name="connsiteX4" fmla="*/ 473533 w 813926"/>
                <a:gd name="connsiteY4" fmla="*/ 15443 h 814331"/>
                <a:gd name="connsiteX5" fmla="*/ 249000 w 813926"/>
                <a:gd name="connsiteY5" fmla="*/ 99089 h 814331"/>
                <a:gd name="connsiteX6" fmla="*/ 301718 w 813926"/>
                <a:gd name="connsiteY6" fmla="*/ 446788 h 814331"/>
                <a:gd name="connsiteX7" fmla="*/ 184388 w 813926"/>
                <a:gd name="connsiteY7" fmla="*/ 533953 h 814331"/>
                <a:gd name="connsiteX8" fmla="*/ 31217 w 813926"/>
                <a:gd name="connsiteY8" fmla="*/ 605604 h 814331"/>
                <a:gd name="connsiteX9" fmla="*/ 679 w 813926"/>
                <a:gd name="connsiteY9" fmla="*/ 759302 h 814331"/>
                <a:gd name="connsiteX10" fmla="*/ 38610 w 813926"/>
                <a:gd name="connsiteY10" fmla="*/ 812881 h 814331"/>
                <a:gd name="connsiteX11" fmla="*/ 787591 w 813926"/>
                <a:gd name="connsiteY11" fmla="*/ 813201 h 814331"/>
                <a:gd name="connsiteX12" fmla="*/ 784055 w 813926"/>
                <a:gd name="connsiteY12" fmla="*/ 619999 h 81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3926" h="814331">
                  <a:moveTo>
                    <a:pt x="784055" y="619999"/>
                  </a:moveTo>
                  <a:cubicBezTo>
                    <a:pt x="758018" y="568179"/>
                    <a:pt x="669779" y="558903"/>
                    <a:pt x="611757" y="531394"/>
                  </a:cubicBezTo>
                  <a:cubicBezTo>
                    <a:pt x="574630" y="516520"/>
                    <a:pt x="537663" y="501007"/>
                    <a:pt x="501982" y="482454"/>
                  </a:cubicBezTo>
                  <a:cubicBezTo>
                    <a:pt x="483659" y="435113"/>
                    <a:pt x="532520" y="397368"/>
                    <a:pt x="572540" y="288932"/>
                  </a:cubicBezTo>
                  <a:cubicBezTo>
                    <a:pt x="596489" y="212963"/>
                    <a:pt x="585559" y="69181"/>
                    <a:pt x="473533" y="15443"/>
                  </a:cubicBezTo>
                  <a:cubicBezTo>
                    <a:pt x="392688" y="-22782"/>
                    <a:pt x="279698" y="11764"/>
                    <a:pt x="249000" y="99089"/>
                  </a:cubicBezTo>
                  <a:cubicBezTo>
                    <a:pt x="178120" y="257905"/>
                    <a:pt x="287574" y="380575"/>
                    <a:pt x="301718" y="446788"/>
                  </a:cubicBezTo>
                  <a:cubicBezTo>
                    <a:pt x="312808" y="509003"/>
                    <a:pt x="224569" y="508204"/>
                    <a:pt x="184388" y="533953"/>
                  </a:cubicBezTo>
                  <a:cubicBezTo>
                    <a:pt x="132634" y="555705"/>
                    <a:pt x="76702" y="572338"/>
                    <a:pt x="31217" y="605604"/>
                  </a:cubicBezTo>
                  <a:cubicBezTo>
                    <a:pt x="-6554" y="649747"/>
                    <a:pt x="8876" y="696288"/>
                    <a:pt x="679" y="759302"/>
                  </a:cubicBezTo>
                  <a:cubicBezTo>
                    <a:pt x="-2054" y="792889"/>
                    <a:pt x="2125" y="817199"/>
                    <a:pt x="38610" y="812881"/>
                  </a:cubicBezTo>
                  <a:cubicBezTo>
                    <a:pt x="292074" y="812881"/>
                    <a:pt x="507286" y="815920"/>
                    <a:pt x="787591" y="813201"/>
                  </a:cubicBezTo>
                  <a:cubicBezTo>
                    <a:pt x="844006" y="812721"/>
                    <a:pt x="793699" y="644949"/>
                    <a:pt x="784055" y="619999"/>
                  </a:cubicBezTo>
                  <a:close/>
                </a:path>
              </a:pathLst>
            </a:cu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39" name="Border"/>
          <p:cNvSpPr>
            <a:spLocks/>
          </p:cNvSpPr>
          <p:nvPr/>
        </p:nvSpPr>
        <p:spPr bwMode="auto">
          <a:xfrm>
            <a:off x="1996378" y="1681694"/>
            <a:ext cx="595505" cy="6069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0" name="Placeholder"/>
          <p:cNvGrpSpPr>
            <a:grpSpLocks/>
          </p:cNvGrpSpPr>
          <p:nvPr/>
        </p:nvGrpSpPr>
        <p:grpSpPr bwMode="auto">
          <a:xfrm>
            <a:off x="2748788" y="1686134"/>
            <a:ext cx="595506" cy="606983"/>
            <a:chOff x="508002" y="1397002"/>
            <a:chExt cx="1008113" cy="1008112"/>
          </a:xfrm>
          <a:solidFill>
            <a:srgbClr val="FFFFFF"/>
          </a:solidFill>
        </p:grpSpPr>
        <p:sp>
          <p:nvSpPr>
            <p:cNvPr id="141" name="Border"/>
            <p:cNvSpPr>
              <a:spLocks/>
            </p:cNvSpPr>
            <p:nvPr/>
          </p:nvSpPr>
          <p:spPr bwMode="auto">
            <a:xfrm>
              <a:off x="508003" y="1397002"/>
              <a:ext cx="1008112" cy="100811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Line 2"/>
            <p:cNvSpPr>
              <a:spLocks/>
            </p:cNvSpPr>
            <p:nvPr/>
          </p:nvSpPr>
          <p:spPr bwMode="auto">
            <a:xfrm>
              <a:off x="508002" y="1397002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3" name="Line 1"/>
            <p:cNvSpPr>
              <a:spLocks/>
            </p:cNvSpPr>
            <p:nvPr/>
          </p:nvSpPr>
          <p:spPr bwMode="auto">
            <a:xfrm>
              <a:off x="508002" y="1397002"/>
              <a:ext cx="1008111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4228529" y="1685903"/>
            <a:ext cx="639002" cy="617810"/>
            <a:chOff x="4225583" y="1668825"/>
            <a:chExt cx="705855" cy="682446"/>
          </a:xfrm>
        </p:grpSpPr>
        <p:sp>
          <p:nvSpPr>
            <p:cNvPr id="145" name="Border"/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46" name="Line"/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Line"/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Label" descr="&lt;SmartSettings&gt;&lt;SmartResize anchorLeft=&quot;Relative&quot; anchorTop=&quot;None&quot; anchorRight=&quot;Relative&quot; anchorBottom=&quot;None&quot; /&gt;&lt;/SmartSettings&gt;"/>
          <p:cNvSpPr txBox="1"/>
          <p:nvPr>
            <p:custDataLst>
              <p:tags r:id="rId4"/>
            </p:custDataLst>
          </p:nvPr>
        </p:nvSpPr>
        <p:spPr>
          <a:xfrm>
            <a:off x="2016192" y="1881936"/>
            <a:ext cx="560993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</a:p>
        </p:txBody>
      </p:sp>
      <p:grpSp>
        <p:nvGrpSpPr>
          <p:cNvPr id="186" name="그룹 185"/>
          <p:cNvGrpSpPr/>
          <p:nvPr/>
        </p:nvGrpSpPr>
        <p:grpSpPr>
          <a:xfrm>
            <a:off x="6691938" y="2697602"/>
            <a:ext cx="1814346" cy="1391320"/>
            <a:chOff x="1757771" y="2002927"/>
            <a:chExt cx="1814346" cy="1391320"/>
          </a:xfrm>
        </p:grpSpPr>
        <p:grpSp>
          <p:nvGrpSpPr>
            <p:cNvPr id="187" name="그룹 186"/>
            <p:cNvGrpSpPr/>
            <p:nvPr/>
          </p:nvGrpSpPr>
          <p:grpSpPr>
            <a:xfrm>
              <a:off x="1757771" y="2002927"/>
              <a:ext cx="1814346" cy="1391320"/>
              <a:chOff x="1754607" y="2002238"/>
              <a:chExt cx="1814346" cy="1391320"/>
            </a:xfrm>
          </p:grpSpPr>
          <p:grpSp>
            <p:nvGrpSpPr>
              <p:cNvPr id="189" name="Date Picker"/>
              <p:cNvGrpSpPr/>
              <p:nvPr/>
            </p:nvGrpSpPr>
            <p:grpSpPr>
              <a:xfrm>
                <a:off x="1754607" y="2002238"/>
                <a:ext cx="1814346" cy="1391320"/>
                <a:chOff x="617292" y="2012745"/>
                <a:chExt cx="1973507" cy="1632155"/>
              </a:xfrm>
            </p:grpSpPr>
            <p:sp>
              <p:nvSpPr>
                <p:cNvPr id="192" name="Selection Overlay"/>
                <p:cNvSpPr/>
                <p:nvPr/>
              </p:nvSpPr>
              <p:spPr>
                <a:xfrm>
                  <a:off x="2293042" y="2975803"/>
                  <a:ext cx="240505" cy="196858"/>
                </a:xfrm>
                <a:prstGeom prst="rect">
                  <a:avLst/>
                </a:prstGeom>
                <a:solidFill>
                  <a:srgbClr val="5B9BD5">
                    <a:alpha val="21961"/>
                  </a:srgb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93" name="Box"/>
                <p:cNvSpPr/>
                <p:nvPr/>
              </p:nvSpPr>
              <p:spPr>
                <a:xfrm>
                  <a:off x="617292" y="2012745"/>
                  <a:ext cx="1973507" cy="1632155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94" name="Month"/>
                <p:cNvSpPr txBox="1"/>
                <p:nvPr/>
              </p:nvSpPr>
              <p:spPr>
                <a:xfrm>
                  <a:off x="1207231" y="2079561"/>
                  <a:ext cx="793628" cy="231073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800" dirty="0">
                      <a:solidFill>
                        <a:srgbClr val="5F5F5F"/>
                      </a:solidFill>
                      <a:latin typeface="+mn-ea"/>
                      <a:cs typeface="Segoe UI" panose="020B0502040204020203" pitchFamily="34" charset="0"/>
                    </a:rPr>
                    <a:t>August 2022</a:t>
                  </a:r>
                </a:p>
              </p:txBody>
            </p:sp>
            <p:grpSp>
              <p:nvGrpSpPr>
                <p:cNvPr id="195" name="Days"/>
                <p:cNvGrpSpPr/>
                <p:nvPr/>
              </p:nvGrpSpPr>
              <p:grpSpPr>
                <a:xfrm>
                  <a:off x="744940" y="2575447"/>
                  <a:ext cx="1723172" cy="973039"/>
                  <a:chOff x="765948" y="2578764"/>
                  <a:chExt cx="1723172" cy="973039"/>
                </a:xfrm>
              </p:grpSpPr>
              <p:sp>
                <p:nvSpPr>
                  <p:cNvPr id="207" name="Day"/>
                  <p:cNvSpPr txBox="1"/>
                  <p:nvPr/>
                </p:nvSpPr>
                <p:spPr>
                  <a:xfrm>
                    <a:off x="2141899" y="2578764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208" name="Day"/>
                  <p:cNvSpPr txBox="1"/>
                  <p:nvPr/>
                </p:nvSpPr>
                <p:spPr>
                  <a:xfrm>
                    <a:off x="2137477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9</a:t>
                    </a:r>
                  </a:p>
                </p:txBody>
              </p:sp>
              <p:sp>
                <p:nvSpPr>
                  <p:cNvPr id="209" name="Day"/>
                  <p:cNvSpPr txBox="1"/>
                  <p:nvPr/>
                </p:nvSpPr>
                <p:spPr>
                  <a:xfrm>
                    <a:off x="2099632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16</a:t>
                    </a:r>
                  </a:p>
                </p:txBody>
              </p:sp>
              <p:sp>
                <p:nvSpPr>
                  <p:cNvPr id="210" name="Day"/>
                  <p:cNvSpPr txBox="1"/>
                  <p:nvPr/>
                </p:nvSpPr>
                <p:spPr>
                  <a:xfrm>
                    <a:off x="2106092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23</a:t>
                    </a:r>
                  </a:p>
                </p:txBody>
              </p:sp>
              <p:sp>
                <p:nvSpPr>
                  <p:cNvPr id="211" name="Day"/>
                  <p:cNvSpPr txBox="1"/>
                  <p:nvPr/>
                </p:nvSpPr>
                <p:spPr>
                  <a:xfrm>
                    <a:off x="2391427" y="2578764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212" name="Day"/>
                  <p:cNvSpPr txBox="1"/>
                  <p:nvPr/>
                </p:nvSpPr>
                <p:spPr>
                  <a:xfrm>
                    <a:off x="2360044" y="278591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213" name="Day"/>
                  <p:cNvSpPr txBox="1"/>
                  <p:nvPr/>
                </p:nvSpPr>
                <p:spPr>
                  <a:xfrm>
                    <a:off x="2363578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17</a:t>
                    </a:r>
                  </a:p>
                </p:txBody>
              </p:sp>
              <p:sp>
                <p:nvSpPr>
                  <p:cNvPr id="214" name="Day"/>
                  <p:cNvSpPr txBox="1"/>
                  <p:nvPr/>
                </p:nvSpPr>
                <p:spPr>
                  <a:xfrm>
                    <a:off x="2363579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24</a:t>
                    </a:r>
                  </a:p>
                </p:txBody>
              </p:sp>
              <p:sp>
                <p:nvSpPr>
                  <p:cNvPr id="215" name="Day"/>
                  <p:cNvSpPr txBox="1"/>
                  <p:nvPr/>
                </p:nvSpPr>
                <p:spPr>
                  <a:xfrm>
                    <a:off x="797334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216" name="Day"/>
                  <p:cNvSpPr txBox="1"/>
                  <p:nvPr/>
                </p:nvSpPr>
                <p:spPr>
                  <a:xfrm>
                    <a:off x="765948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11</a:t>
                    </a:r>
                  </a:p>
                </p:txBody>
              </p:sp>
              <p:sp>
                <p:nvSpPr>
                  <p:cNvPr id="217" name="Day"/>
                  <p:cNvSpPr txBox="1"/>
                  <p:nvPr/>
                </p:nvSpPr>
                <p:spPr>
                  <a:xfrm>
                    <a:off x="765950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18</a:t>
                    </a:r>
                  </a:p>
                </p:txBody>
              </p:sp>
              <p:sp>
                <p:nvSpPr>
                  <p:cNvPr id="218" name="Day"/>
                  <p:cNvSpPr txBox="1"/>
                  <p:nvPr/>
                </p:nvSpPr>
                <p:spPr>
                  <a:xfrm>
                    <a:off x="772407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25</a:t>
                    </a:r>
                  </a:p>
                </p:txBody>
              </p:sp>
              <p:sp>
                <p:nvSpPr>
                  <p:cNvPr id="219" name="Day"/>
                  <p:cNvSpPr txBox="1"/>
                  <p:nvPr/>
                </p:nvSpPr>
                <p:spPr>
                  <a:xfrm>
                    <a:off x="1062779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220" name="Day"/>
                  <p:cNvSpPr txBox="1"/>
                  <p:nvPr/>
                </p:nvSpPr>
                <p:spPr>
                  <a:xfrm>
                    <a:off x="1029897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12</a:t>
                    </a:r>
                  </a:p>
                </p:txBody>
              </p:sp>
              <p:sp>
                <p:nvSpPr>
                  <p:cNvPr id="221" name="Day"/>
                  <p:cNvSpPr txBox="1"/>
                  <p:nvPr/>
                </p:nvSpPr>
                <p:spPr>
                  <a:xfrm>
                    <a:off x="1031394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19</a:t>
                    </a:r>
                  </a:p>
                </p:txBody>
              </p:sp>
              <p:sp>
                <p:nvSpPr>
                  <p:cNvPr id="222" name="Day"/>
                  <p:cNvSpPr txBox="1"/>
                  <p:nvPr/>
                </p:nvSpPr>
                <p:spPr>
                  <a:xfrm>
                    <a:off x="1039350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26</a:t>
                    </a:r>
                  </a:p>
                </p:txBody>
              </p:sp>
              <p:sp>
                <p:nvSpPr>
                  <p:cNvPr id="223" name="Day"/>
                  <p:cNvSpPr txBox="1"/>
                  <p:nvPr/>
                </p:nvSpPr>
                <p:spPr>
                  <a:xfrm>
                    <a:off x="1328222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6</a:t>
                    </a:r>
                  </a:p>
                </p:txBody>
              </p:sp>
              <p:sp>
                <p:nvSpPr>
                  <p:cNvPr id="224" name="Day"/>
                  <p:cNvSpPr txBox="1"/>
                  <p:nvPr/>
                </p:nvSpPr>
                <p:spPr>
                  <a:xfrm>
                    <a:off x="1295342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13</a:t>
                    </a:r>
                  </a:p>
                </p:txBody>
              </p:sp>
              <p:sp>
                <p:nvSpPr>
                  <p:cNvPr id="225" name="Day"/>
                  <p:cNvSpPr txBox="1"/>
                  <p:nvPr/>
                </p:nvSpPr>
                <p:spPr>
                  <a:xfrm>
                    <a:off x="1296839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20</a:t>
                    </a:r>
                  </a:p>
                </p:txBody>
              </p:sp>
              <p:sp>
                <p:nvSpPr>
                  <p:cNvPr id="226" name="Day"/>
                  <p:cNvSpPr txBox="1"/>
                  <p:nvPr/>
                </p:nvSpPr>
                <p:spPr>
                  <a:xfrm>
                    <a:off x="1296840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27</a:t>
                    </a:r>
                  </a:p>
                </p:txBody>
              </p:sp>
              <p:sp>
                <p:nvSpPr>
                  <p:cNvPr id="227" name="Day"/>
                  <p:cNvSpPr txBox="1"/>
                  <p:nvPr/>
                </p:nvSpPr>
                <p:spPr>
                  <a:xfrm>
                    <a:off x="1609582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7</a:t>
                    </a:r>
                  </a:p>
                </p:txBody>
              </p:sp>
              <p:sp>
                <p:nvSpPr>
                  <p:cNvPr id="228" name="Day"/>
                  <p:cNvSpPr txBox="1"/>
                  <p:nvPr/>
                </p:nvSpPr>
                <p:spPr>
                  <a:xfrm>
                    <a:off x="1576699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14</a:t>
                    </a:r>
                  </a:p>
                </p:txBody>
              </p:sp>
              <p:sp>
                <p:nvSpPr>
                  <p:cNvPr id="229" name="Day"/>
                  <p:cNvSpPr txBox="1"/>
                  <p:nvPr/>
                </p:nvSpPr>
                <p:spPr>
                  <a:xfrm>
                    <a:off x="1584655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21</a:t>
                    </a:r>
                  </a:p>
                </p:txBody>
              </p:sp>
              <p:sp>
                <p:nvSpPr>
                  <p:cNvPr id="230" name="Day"/>
                  <p:cNvSpPr txBox="1"/>
                  <p:nvPr/>
                </p:nvSpPr>
                <p:spPr>
                  <a:xfrm>
                    <a:off x="1578197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28</a:t>
                    </a:r>
                  </a:p>
                </p:txBody>
              </p:sp>
              <p:sp>
                <p:nvSpPr>
                  <p:cNvPr id="231" name="Day"/>
                  <p:cNvSpPr txBox="1"/>
                  <p:nvPr/>
                </p:nvSpPr>
                <p:spPr>
                  <a:xfrm>
                    <a:off x="1876454" y="2578764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232" name="Day"/>
                  <p:cNvSpPr txBox="1"/>
                  <p:nvPr/>
                </p:nvSpPr>
                <p:spPr>
                  <a:xfrm>
                    <a:off x="1873531" y="2785919"/>
                    <a:ext cx="62770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8</a:t>
                    </a:r>
                  </a:p>
                </p:txBody>
              </p:sp>
              <p:sp>
                <p:nvSpPr>
                  <p:cNvPr id="233" name="Day"/>
                  <p:cNvSpPr txBox="1"/>
                  <p:nvPr/>
                </p:nvSpPr>
                <p:spPr>
                  <a:xfrm>
                    <a:off x="1842144" y="2993074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15</a:t>
                    </a:r>
                  </a:p>
                </p:txBody>
              </p:sp>
              <p:sp>
                <p:nvSpPr>
                  <p:cNvPr id="234" name="Day"/>
                  <p:cNvSpPr txBox="1"/>
                  <p:nvPr/>
                </p:nvSpPr>
                <p:spPr>
                  <a:xfrm>
                    <a:off x="1842144" y="3200229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22</a:t>
                    </a:r>
                  </a:p>
                </p:txBody>
              </p:sp>
              <p:sp>
                <p:nvSpPr>
                  <p:cNvPr id="235" name="Day"/>
                  <p:cNvSpPr txBox="1"/>
                  <p:nvPr/>
                </p:nvSpPr>
                <p:spPr>
                  <a:xfrm>
                    <a:off x="1843643" y="3407382"/>
                    <a:ext cx="125541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29</a:t>
                    </a:r>
                  </a:p>
                </p:txBody>
              </p:sp>
            </p:grpSp>
            <p:grpSp>
              <p:nvGrpSpPr>
                <p:cNvPr id="196" name="Weekdays"/>
                <p:cNvGrpSpPr/>
                <p:nvPr/>
              </p:nvGrpSpPr>
              <p:grpSpPr>
                <a:xfrm>
                  <a:off x="741013" y="2377282"/>
                  <a:ext cx="1730779" cy="144421"/>
                  <a:chOff x="749273" y="2380599"/>
                  <a:chExt cx="1730779" cy="144421"/>
                </a:xfrm>
              </p:grpSpPr>
              <p:sp>
                <p:nvSpPr>
                  <p:cNvPr id="200" name="Monday"/>
                  <p:cNvSpPr txBox="1"/>
                  <p:nvPr/>
                </p:nvSpPr>
                <p:spPr>
                  <a:xfrm>
                    <a:off x="749273" y="2380599"/>
                    <a:ext cx="142978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Su</a:t>
                    </a:r>
                  </a:p>
                </p:txBody>
              </p:sp>
              <p:sp>
                <p:nvSpPr>
                  <p:cNvPr id="201" name="Tuesday"/>
                  <p:cNvSpPr txBox="1"/>
                  <p:nvPr/>
                </p:nvSpPr>
                <p:spPr>
                  <a:xfrm>
                    <a:off x="1006001" y="2380599"/>
                    <a:ext cx="160414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Mo</a:t>
                    </a:r>
                  </a:p>
                </p:txBody>
              </p:sp>
              <p:sp>
                <p:nvSpPr>
                  <p:cNvPr id="202" name="Wednesday"/>
                  <p:cNvSpPr txBox="1"/>
                  <p:nvPr/>
                </p:nvSpPr>
                <p:spPr>
                  <a:xfrm>
                    <a:off x="1271475" y="2380599"/>
                    <a:ext cx="136003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Tu</a:t>
                    </a:r>
                  </a:p>
                </p:txBody>
              </p:sp>
              <p:sp>
                <p:nvSpPr>
                  <p:cNvPr id="203" name="Thursday"/>
                  <p:cNvSpPr txBox="1"/>
                  <p:nvPr/>
                </p:nvSpPr>
                <p:spPr>
                  <a:xfrm>
                    <a:off x="1546025" y="2380599"/>
                    <a:ext cx="167388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We</a:t>
                    </a:r>
                  </a:p>
                </p:txBody>
              </p:sp>
              <p:sp>
                <p:nvSpPr>
                  <p:cNvPr id="204" name="Friday"/>
                  <p:cNvSpPr txBox="1"/>
                  <p:nvPr/>
                </p:nvSpPr>
                <p:spPr>
                  <a:xfrm>
                    <a:off x="1822944" y="2380599"/>
                    <a:ext cx="136003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Th</a:t>
                    </a:r>
                  </a:p>
                </p:txBody>
              </p:sp>
              <p:sp>
                <p:nvSpPr>
                  <p:cNvPr id="205" name="Saturday"/>
                  <p:cNvSpPr txBox="1"/>
                  <p:nvPr/>
                </p:nvSpPr>
                <p:spPr>
                  <a:xfrm>
                    <a:off x="2104328" y="2380599"/>
                    <a:ext cx="111592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Fr</a:t>
                    </a:r>
                  </a:p>
                </p:txBody>
              </p:sp>
              <p:sp>
                <p:nvSpPr>
                  <p:cNvPr id="206" name="Sunday"/>
                  <p:cNvSpPr txBox="1"/>
                  <p:nvPr/>
                </p:nvSpPr>
                <p:spPr>
                  <a:xfrm>
                    <a:off x="2342305" y="2380599"/>
                    <a:ext cx="137747" cy="1444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800" b="1" noProof="1">
                        <a:solidFill>
                          <a:srgbClr val="5F5F5F"/>
                        </a:solidFill>
                        <a:latin typeface="+mn-ea"/>
                        <a:cs typeface="Segoe UI" panose="020B0502040204020203" pitchFamily="34" charset="0"/>
                      </a:rPr>
                      <a:t>Sa</a:t>
                    </a:r>
                  </a:p>
                </p:txBody>
              </p:sp>
            </p:grpSp>
            <p:grpSp>
              <p:nvGrpSpPr>
                <p:cNvPr id="197" name="Navigation Arrows"/>
                <p:cNvGrpSpPr/>
                <p:nvPr/>
              </p:nvGrpSpPr>
              <p:grpSpPr>
                <a:xfrm>
                  <a:off x="759803" y="2162129"/>
                  <a:ext cx="1688483" cy="64009"/>
                  <a:chOff x="759803" y="2162129"/>
                  <a:chExt cx="1688483" cy="64009"/>
                </a:xfrm>
              </p:grpSpPr>
              <p:sp>
                <p:nvSpPr>
                  <p:cNvPr id="198" name="Arrow Left"/>
                  <p:cNvSpPr>
                    <a:spLocks noChangeAspect="1"/>
                  </p:cNvSpPr>
                  <p:nvPr/>
                </p:nvSpPr>
                <p:spPr bwMode="auto">
                  <a:xfrm rot="5400000" flipH="1">
                    <a:off x="745888" y="2176044"/>
                    <a:ext cx="64008" cy="36177"/>
                  </a:xfrm>
                  <a:custGeom>
                    <a:avLst/>
                    <a:gdLst>
                      <a:gd name="T0" fmla="*/ 0 w 197"/>
                      <a:gd name="T1" fmla="*/ 0 h 115"/>
                      <a:gd name="T2" fmla="*/ 99 w 197"/>
                      <a:gd name="T3" fmla="*/ 115 h 115"/>
                      <a:gd name="T4" fmla="*/ 197 w 197"/>
                      <a:gd name="T5" fmla="*/ 0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7" h="115">
                        <a:moveTo>
                          <a:pt x="0" y="0"/>
                        </a:moveTo>
                        <a:lnTo>
                          <a:pt x="99" y="115"/>
                        </a:lnTo>
                        <a:lnTo>
                          <a:pt x="197" y="0"/>
                        </a:lnTo>
                      </a:path>
                    </a:pathLst>
                  </a:custGeom>
                  <a:noFill/>
                  <a:ln w="6350" cap="sq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99" name="Arrow Right"/>
                  <p:cNvSpPr>
                    <a:spLocks noChangeAspect="1"/>
                  </p:cNvSpPr>
                  <p:nvPr/>
                </p:nvSpPr>
                <p:spPr bwMode="auto">
                  <a:xfrm rot="16200000" flipH="1">
                    <a:off x="2398194" y="2176046"/>
                    <a:ext cx="64007" cy="36177"/>
                  </a:xfrm>
                  <a:custGeom>
                    <a:avLst/>
                    <a:gdLst>
                      <a:gd name="T0" fmla="*/ 0 w 197"/>
                      <a:gd name="T1" fmla="*/ 0 h 115"/>
                      <a:gd name="T2" fmla="*/ 99 w 197"/>
                      <a:gd name="T3" fmla="*/ 115 h 115"/>
                      <a:gd name="T4" fmla="*/ 197 w 197"/>
                      <a:gd name="T5" fmla="*/ 0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7" h="115">
                        <a:moveTo>
                          <a:pt x="0" y="0"/>
                        </a:moveTo>
                        <a:lnTo>
                          <a:pt x="99" y="115"/>
                        </a:lnTo>
                        <a:lnTo>
                          <a:pt x="197" y="0"/>
                        </a:lnTo>
                      </a:path>
                    </a:pathLst>
                  </a:custGeom>
                  <a:noFill/>
                  <a:ln w="6350" cap="sq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90" name="Day"/>
              <p:cNvSpPr txBox="1"/>
              <p:nvPr/>
            </p:nvSpPr>
            <p:spPr>
              <a:xfrm>
                <a:off x="3103412" y="3187826"/>
                <a:ext cx="11541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noProof="1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30</a:t>
                </a:r>
              </a:p>
            </p:txBody>
          </p:sp>
          <p:sp>
            <p:nvSpPr>
              <p:cNvPr id="191" name="Day"/>
              <p:cNvSpPr txBox="1"/>
              <p:nvPr/>
            </p:nvSpPr>
            <p:spPr>
              <a:xfrm>
                <a:off x="3340131" y="3187826"/>
                <a:ext cx="11541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noProof="1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31</a:t>
                </a:r>
              </a:p>
            </p:txBody>
          </p:sp>
        </p:grpSp>
        <p:sp>
          <p:nvSpPr>
            <p:cNvPr id="188" name="Selection Overlay"/>
            <p:cNvSpPr/>
            <p:nvPr/>
          </p:nvSpPr>
          <p:spPr>
            <a:xfrm>
              <a:off x="2073629" y="2645757"/>
              <a:ext cx="221109" cy="167810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6" name="그룹 235"/>
          <p:cNvGrpSpPr/>
          <p:nvPr/>
        </p:nvGrpSpPr>
        <p:grpSpPr>
          <a:xfrm>
            <a:off x="8099573" y="959959"/>
            <a:ext cx="209512" cy="208470"/>
            <a:chOff x="707191" y="4221565"/>
            <a:chExt cx="190465" cy="189518"/>
          </a:xfrm>
        </p:grpSpPr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238" name="그림 237"/>
            <p:cNvPicPr>
              <a:picLocks noChangeAspect="1"/>
            </p:cNvPicPr>
            <p:nvPr/>
          </p:nvPicPr>
          <p:blipFill>
            <a:blip r:embed="rId1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20" name="그룹 119"/>
          <p:cNvGrpSpPr/>
          <p:nvPr/>
        </p:nvGrpSpPr>
        <p:grpSpPr>
          <a:xfrm>
            <a:off x="6768369" y="6051170"/>
            <a:ext cx="2139961" cy="132814"/>
            <a:chOff x="2072680" y="5269526"/>
            <a:chExt cx="2914188" cy="103690"/>
          </a:xfrm>
        </p:grpSpPr>
        <p:sp>
          <p:nvSpPr>
            <p:cNvPr id="121" name="직사각형 120"/>
            <p:cNvSpPr/>
            <p:nvPr/>
          </p:nvSpPr>
          <p:spPr>
            <a:xfrm>
              <a:off x="2098856" y="5269528"/>
              <a:ext cx="2880000" cy="10368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2072680" y="5269528"/>
              <a:ext cx="100357" cy="10368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4886511" y="5269528"/>
              <a:ext cx="100357" cy="10368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grpSp>
          <p:nvGrpSpPr>
            <p:cNvPr id="124" name="그룹 186"/>
            <p:cNvGrpSpPr/>
            <p:nvPr/>
          </p:nvGrpSpPr>
          <p:grpSpPr>
            <a:xfrm>
              <a:off x="2244597" y="5269526"/>
              <a:ext cx="956638" cy="103688"/>
              <a:chOff x="1728812" y="6031982"/>
              <a:chExt cx="1000135" cy="107999"/>
            </a:xfrm>
          </p:grpSpPr>
          <p:sp>
            <p:nvSpPr>
              <p:cNvPr id="125" name="직사각형 124"/>
              <p:cNvSpPr/>
              <p:nvPr/>
            </p:nvSpPr>
            <p:spPr>
              <a:xfrm>
                <a:off x="1728812" y="6031982"/>
                <a:ext cx="1000135" cy="107999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3175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</a:ln>
              <a:effectLst>
                <a:innerShdw blurRad="38100" dist="50800" dir="5400000">
                  <a:sysClr val="windowText" lastClr="000000">
                    <a:lumMod val="50000"/>
                    <a:lumOff val="50000"/>
                    <a:alpha val="50000"/>
                  </a:sysClr>
                </a:innerShdw>
              </a:effectLst>
            </p:spPr>
            <p:txBody>
              <a:bodyPr lIns="36000" tIns="36000" rIns="36000" bIns="3600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altLang="ko-KR" sz="600" b="1" kern="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grpSp>
            <p:nvGrpSpPr>
              <p:cNvPr id="126" name="그룹 235"/>
              <p:cNvGrpSpPr/>
              <p:nvPr/>
            </p:nvGrpSpPr>
            <p:grpSpPr>
              <a:xfrm>
                <a:off x="2192359" y="6071558"/>
                <a:ext cx="73026" cy="36000"/>
                <a:chOff x="5284792" y="4695447"/>
                <a:chExt cx="73026" cy="71438"/>
              </a:xfrm>
            </p:grpSpPr>
            <p:cxnSp>
              <p:nvCxnSpPr>
                <p:cNvPr id="133" name="직선 연결선 132"/>
                <p:cNvCxnSpPr/>
                <p:nvPr/>
              </p:nvCxnSpPr>
              <p:spPr>
                <a:xfrm rot="5400000">
                  <a:off x="5249867" y="4730372"/>
                  <a:ext cx="71438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134" name="직선 연결선 133"/>
                <p:cNvCxnSpPr/>
                <p:nvPr/>
              </p:nvCxnSpPr>
              <p:spPr>
                <a:xfrm rot="5400000">
                  <a:off x="5285586" y="4730372"/>
                  <a:ext cx="71438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135" name="직선 연결선 134"/>
                <p:cNvCxnSpPr/>
                <p:nvPr/>
              </p:nvCxnSpPr>
              <p:spPr>
                <a:xfrm rot="5400000">
                  <a:off x="5321305" y="4730372"/>
                  <a:ext cx="71438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149" name="그룹 148"/>
          <p:cNvGrpSpPr/>
          <p:nvPr/>
        </p:nvGrpSpPr>
        <p:grpSpPr>
          <a:xfrm>
            <a:off x="9191133" y="4562272"/>
            <a:ext cx="116143" cy="1550024"/>
            <a:chOff x="8697416" y="3436678"/>
            <a:chExt cx="108000" cy="1491751"/>
          </a:xfrm>
        </p:grpSpPr>
        <p:sp>
          <p:nvSpPr>
            <p:cNvPr id="150" name="직사각형 149"/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51" name="직사각형 150"/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52" name="직사각형 151"/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53" name="직사각형 152"/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54" name="그룹 235"/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55" name="직선 연결선 154"/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56" name="직선 연결선 155"/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57" name="직선 연결선 156"/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69923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47"/>
          <p:cNvSpPr txBox="1"/>
          <p:nvPr/>
        </p:nvSpPr>
        <p:spPr>
          <a:xfrm>
            <a:off x="504074" y="997298"/>
            <a:ext cx="39754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Tab</a:t>
            </a:r>
            <a:endParaRPr lang="ko-KR" altLang="en-US" sz="1000" b="1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000672" y="1009429"/>
            <a:ext cx="7215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Top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000672" y="1461084"/>
            <a:ext cx="7215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Bottom</a:t>
            </a:r>
          </a:p>
        </p:txBody>
      </p:sp>
      <p:cxnSp>
        <p:nvCxnSpPr>
          <p:cNvPr id="167" name="직선 연결선 166"/>
          <p:cNvCxnSpPr/>
          <p:nvPr/>
        </p:nvCxnSpPr>
        <p:spPr>
          <a:xfrm>
            <a:off x="417536" y="2546594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5543255" y="997298"/>
            <a:ext cx="6091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Tooltip</a:t>
            </a:r>
          </a:p>
        </p:txBody>
      </p:sp>
      <p:grpSp>
        <p:nvGrpSpPr>
          <p:cNvPr id="169" name="Popover"/>
          <p:cNvGrpSpPr/>
          <p:nvPr>
            <p:custDataLst>
              <p:tags r:id="rId1"/>
            </p:custDataLst>
          </p:nvPr>
        </p:nvGrpSpPr>
        <p:grpSpPr>
          <a:xfrm>
            <a:off x="7997044" y="971329"/>
            <a:ext cx="1436488" cy="1011270"/>
            <a:chOff x="6106536" y="1688792"/>
            <a:chExt cx="1436488" cy="1011270"/>
          </a:xfrm>
          <a:solidFill>
            <a:srgbClr val="FFFFFF"/>
          </a:solidFill>
        </p:grpSpPr>
        <p:sp>
          <p:nvSpPr>
            <p:cNvPr id="170" name="Box"/>
            <p:cNvSpPr/>
            <p:nvPr>
              <p:custDataLst>
                <p:tags r:id="rId13"/>
              </p:custDataLst>
            </p:nvPr>
          </p:nvSpPr>
          <p:spPr>
            <a:xfrm>
              <a:off x="6106536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1" name="Arrow"/>
            <p:cNvSpPr/>
            <p:nvPr>
              <p:custDataLst>
                <p:tags r:id="rId14"/>
              </p:custDataLst>
            </p:nvPr>
          </p:nvSpPr>
          <p:spPr>
            <a:xfrm>
              <a:off x="6725322" y="1688792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72" name="Gap"/>
            <p:cNvCxnSpPr/>
            <p:nvPr>
              <p:custDataLst>
                <p:tags r:id="rId15"/>
              </p:custDataLst>
            </p:nvPr>
          </p:nvCxnSpPr>
          <p:spPr>
            <a:xfrm rot="10800000">
              <a:off x="6732703" y="1801904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Popover"/>
          <p:cNvGrpSpPr/>
          <p:nvPr>
            <p:custDataLst>
              <p:tags r:id="rId2"/>
            </p:custDataLst>
          </p:nvPr>
        </p:nvGrpSpPr>
        <p:grpSpPr>
          <a:xfrm>
            <a:off x="6261996" y="1079329"/>
            <a:ext cx="1549600" cy="898157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174" name="Box"/>
            <p:cNvSpPr/>
            <p:nvPr>
              <p:custDataLst>
                <p:tags r:id="rId10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5" name="Arrow"/>
            <p:cNvSpPr/>
            <p:nvPr>
              <p:custDataLst>
                <p:tags r:id="rId11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76" name="Gap"/>
            <p:cNvCxnSpPr/>
            <p:nvPr>
              <p:custDataLst>
                <p:tags r:id="rId12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TextBox 176"/>
          <p:cNvSpPr txBox="1"/>
          <p:nvPr/>
        </p:nvSpPr>
        <p:spPr>
          <a:xfrm>
            <a:off x="504074" y="2757392"/>
            <a:ext cx="7566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Text</a:t>
            </a:r>
            <a:r>
              <a:rPr lang="ko-KR" altLang="en-US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box </a:t>
            </a:r>
          </a:p>
        </p:txBody>
      </p:sp>
      <p:sp>
        <p:nvSpPr>
          <p:cNvPr id="178" name="Text Box"/>
          <p:cNvSpPr/>
          <p:nvPr/>
        </p:nvSpPr>
        <p:spPr>
          <a:xfrm>
            <a:off x="2840723" y="2735726"/>
            <a:ext cx="168773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Placeholder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000672" y="2800163"/>
            <a:ext cx="6396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Default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000672" y="3429921"/>
            <a:ext cx="6396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Disabled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1" name="Text Box"/>
          <p:cNvSpPr/>
          <p:nvPr/>
        </p:nvSpPr>
        <p:spPr>
          <a:xfrm>
            <a:off x="2840723" y="3399958"/>
            <a:ext cx="1687736" cy="24109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2" name="Text Box"/>
          <p:cNvSpPr/>
          <p:nvPr/>
        </p:nvSpPr>
        <p:spPr>
          <a:xfrm>
            <a:off x="2840723" y="3053838"/>
            <a:ext cx="168773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Placeholder</a:t>
            </a:r>
          </a:p>
        </p:txBody>
      </p:sp>
      <p:sp>
        <p:nvSpPr>
          <p:cNvPr id="183" name="Close Button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4387246" y="3126823"/>
            <a:ext cx="73399" cy="71031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solidFill>
            <a:srgbClr val="FFFFFF"/>
          </a:solidFill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558495" y="2720464"/>
            <a:ext cx="5033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Table</a:t>
            </a:r>
          </a:p>
        </p:txBody>
      </p:sp>
      <p:graphicFrame>
        <p:nvGraphicFramePr>
          <p:cNvPr id="185" name="표 1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76894"/>
              </p:ext>
            </p:extLst>
          </p:nvPr>
        </p:nvGraphicFramePr>
        <p:xfrm>
          <a:off x="6178175" y="2735726"/>
          <a:ext cx="3245225" cy="114346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31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348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Company</a:t>
                      </a: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Contact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1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Phone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25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Alfreds</a:t>
                      </a: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Futterkist</a:t>
                      </a:r>
                      <a:endParaRPr kumimoji="0" lang="en-US" sz="8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Maria Anders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030-0074321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21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Antonio Moreno</a:t>
                      </a: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Antonio </a:t>
                      </a: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Moren</a:t>
                      </a:r>
                      <a:endParaRPr kumimoji="0" lang="en-US" sz="8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(5) 555-3932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25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Around the Horn</a:t>
                      </a: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Thomas Hardy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(171) 555-778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25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 err="1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Berglunds</a:t>
                      </a:r>
                      <a:endParaRPr kumimoji="0" lang="en-US" sz="800" b="0" i="0" u="none" strike="noStrike" kern="1200" cap="none" spc="0" normalizeH="0" baseline="0" dirty="0">
                        <a:solidFill>
                          <a:srgbClr val="26262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Christina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00" b="0" i="0" u="none" strike="noStrike" kern="1200" cap="none" spc="0" normalizeH="0" baseline="0" dirty="0">
                          <a:solidFill>
                            <a:srgbClr val="26262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0921-12 34 65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86" name="직선 연결선 185"/>
          <p:cNvCxnSpPr/>
          <p:nvPr/>
        </p:nvCxnSpPr>
        <p:spPr>
          <a:xfrm>
            <a:off x="417536" y="4097054"/>
            <a:ext cx="9215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직사각형 200"/>
          <p:cNvSpPr/>
          <p:nvPr/>
        </p:nvSpPr>
        <p:spPr>
          <a:xfrm>
            <a:off x="6887872" y="1412421"/>
            <a:ext cx="3770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 latinLnBrk="0"/>
            <a:r>
              <a:rPr lang="en-US" altLang="ko-KR" sz="800" dirty="0">
                <a:solidFill>
                  <a:srgbClr val="5F5F5F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Text</a:t>
            </a:r>
          </a:p>
        </p:txBody>
      </p:sp>
      <p:sp>
        <p:nvSpPr>
          <p:cNvPr id="202" name="직사각형 201"/>
          <p:cNvSpPr/>
          <p:nvPr/>
        </p:nvSpPr>
        <p:spPr>
          <a:xfrm>
            <a:off x="8526775" y="1403581"/>
            <a:ext cx="3770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 latinLnBrk="0"/>
            <a:r>
              <a:rPr lang="en-US" altLang="ko-KR" sz="800" dirty="0">
                <a:solidFill>
                  <a:srgbClr val="5F5F5F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Text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cxnSp>
        <p:nvCxnSpPr>
          <p:cNvPr id="58" name="직선 연결선 57"/>
          <p:cNvCxnSpPr/>
          <p:nvPr/>
        </p:nvCxnSpPr>
        <p:spPr>
          <a:xfrm>
            <a:off x="2913010" y="1195517"/>
            <a:ext cx="239299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2848898" y="1184412"/>
            <a:ext cx="125865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2901103" y="861054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Tab 1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4152977" y="861054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Tab 2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2913940" y="1424752"/>
            <a:ext cx="239299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2849828" y="1436087"/>
            <a:ext cx="125865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2902033" y="1467003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Tab 1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A330206-9BFC-47BB-BE57-452800415EEE}"/>
              </a:ext>
            </a:extLst>
          </p:cNvPr>
          <p:cNvSpPr/>
          <p:nvPr/>
        </p:nvSpPr>
        <p:spPr>
          <a:xfrm>
            <a:off x="4153907" y="1467003"/>
            <a:ext cx="1138881" cy="263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Tab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196" y="4329596"/>
            <a:ext cx="108683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Pointy Buttons</a:t>
            </a:r>
          </a:p>
        </p:txBody>
      </p:sp>
      <p:sp>
        <p:nvSpPr>
          <p:cNvPr id="51" name="Left Arrow 5"/>
          <p:cNvSpPr/>
          <p:nvPr/>
        </p:nvSpPr>
        <p:spPr>
          <a:xfrm>
            <a:off x="2094530" y="4301895"/>
            <a:ext cx="751631" cy="205200"/>
          </a:xfrm>
          <a:prstGeom prst="lef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700" dirty="0">
                <a:solidFill>
                  <a:srgbClr val="262626"/>
                </a:solidFill>
                <a:latin typeface="+mn-ea"/>
                <a:cs typeface="Calibri" pitchFamily="34" charset="0"/>
              </a:rPr>
              <a:t>Button text</a:t>
            </a:r>
            <a:endParaRPr lang="en-US" sz="7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Right Arrow 4"/>
          <p:cNvSpPr/>
          <p:nvPr/>
        </p:nvSpPr>
        <p:spPr>
          <a:xfrm>
            <a:off x="2968015" y="4301895"/>
            <a:ext cx="752247" cy="20520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700" dirty="0">
                <a:solidFill>
                  <a:srgbClr val="262626"/>
                </a:solidFill>
                <a:latin typeface="+mn-ea"/>
                <a:cs typeface="Calibri" pitchFamily="34" charset="0"/>
              </a:rPr>
              <a:t>Button text</a:t>
            </a:r>
            <a:endParaRPr lang="en-US" sz="7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41666" y="4337928"/>
            <a:ext cx="136415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Segmented Control</a:t>
            </a:r>
          </a:p>
        </p:txBody>
      </p:sp>
      <p:grpSp>
        <p:nvGrpSpPr>
          <p:cNvPr id="54" name="Segmented Control"/>
          <p:cNvGrpSpPr/>
          <p:nvPr/>
        </p:nvGrpSpPr>
        <p:grpSpPr>
          <a:xfrm>
            <a:off x="7090330" y="4301895"/>
            <a:ext cx="1666230" cy="256352"/>
            <a:chOff x="2946302" y="1762571"/>
            <a:chExt cx="1587924" cy="297738"/>
          </a:xfrm>
        </p:grpSpPr>
        <p:sp>
          <p:nvSpPr>
            <p:cNvPr id="55" name="Right"/>
            <p:cNvSpPr/>
            <p:nvPr/>
          </p:nvSpPr>
          <p:spPr>
            <a:xfrm rot="5400000">
              <a:off x="4122464" y="1648547"/>
              <a:ext cx="297738" cy="525786"/>
            </a:xfrm>
            <a:prstGeom prst="round2SameRect">
              <a:avLst>
                <a:gd name="adj1" fmla="val 20406"/>
                <a:gd name="adj2" fmla="val 0"/>
              </a:avLst>
            </a:prstGeom>
            <a:solidFill>
              <a:schemeClr val="bg1"/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Three</a:t>
              </a: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56" name="Middle"/>
            <p:cNvSpPr>
              <a:spLocks/>
            </p:cNvSpPr>
            <p:nvPr/>
          </p:nvSpPr>
          <p:spPr bwMode="auto">
            <a:xfrm>
              <a:off x="3472089" y="1762571"/>
              <a:ext cx="536352" cy="29773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Two</a:t>
              </a: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57" name="Left"/>
            <p:cNvSpPr/>
            <p:nvPr/>
          </p:nvSpPr>
          <p:spPr>
            <a:xfrm rot="5400000">
              <a:off x="3060326" y="1648547"/>
              <a:ext cx="297738" cy="525786"/>
            </a:xfrm>
            <a:prstGeom prst="round2SameRect">
              <a:avLst>
                <a:gd name="adj1" fmla="val 0"/>
                <a:gd name="adj2" fmla="val 19994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FFFFFF"/>
                  </a:solidFill>
                  <a:latin typeface="+mn-ea"/>
                  <a:cs typeface="Calibri" pitchFamily="34" charset="0"/>
                </a:rPr>
                <a:t>One</a:t>
              </a:r>
              <a:endParaRPr lang="en-US" sz="700" dirty="0">
                <a:solidFill>
                  <a:srgbClr val="FFFFFF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95196" y="4905437"/>
            <a:ext cx="59471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Toggle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41666" y="4901069"/>
            <a:ext cx="71493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Spin Box</a:t>
            </a:r>
          </a:p>
        </p:txBody>
      </p:sp>
      <p:grpSp>
        <p:nvGrpSpPr>
          <p:cNvPr id="68" name="Spin Box"/>
          <p:cNvGrpSpPr/>
          <p:nvPr>
            <p:custDataLst>
              <p:tags r:id="rId4"/>
            </p:custDataLst>
          </p:nvPr>
        </p:nvGrpSpPr>
        <p:grpSpPr>
          <a:xfrm>
            <a:off x="7090330" y="4870167"/>
            <a:ext cx="1368150" cy="241092"/>
            <a:chOff x="923818" y="1614302"/>
            <a:chExt cx="1368150" cy="241092"/>
          </a:xfrm>
          <a:solidFill>
            <a:srgbClr val="FFFFFF"/>
          </a:solidFill>
        </p:grpSpPr>
        <p:sp>
          <p:nvSpPr>
            <p:cNvPr id="69" name="Arrow Up Box"/>
            <p:cNvSpPr/>
            <p:nvPr>
              <p:custDataLst>
                <p:tags r:id="rId5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Arrow Down Box"/>
            <p:cNvSpPr/>
            <p:nvPr>
              <p:custDataLst>
                <p:tags r:id="rId6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Arrow Up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rrow Down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Text Box"/>
            <p:cNvSpPr/>
            <p:nvPr>
              <p:custDataLst>
                <p:tags r:id="rId9"/>
              </p:custDataLst>
            </p:nvPr>
          </p:nvSpPr>
          <p:spPr>
            <a:xfrm>
              <a:off x="923818" y="1621996"/>
              <a:ext cx="1203413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Spin Box</a:t>
              </a:r>
            </a:p>
          </p:txBody>
        </p:sp>
      </p:grpSp>
      <p:grpSp>
        <p:nvGrpSpPr>
          <p:cNvPr id="74" name="Segmented Control"/>
          <p:cNvGrpSpPr/>
          <p:nvPr/>
        </p:nvGrpSpPr>
        <p:grpSpPr>
          <a:xfrm>
            <a:off x="2142438" y="4903029"/>
            <a:ext cx="910076" cy="192605"/>
            <a:chOff x="2991925" y="1799592"/>
            <a:chExt cx="867297" cy="223699"/>
          </a:xfrm>
        </p:grpSpPr>
        <p:sp>
          <p:nvSpPr>
            <p:cNvPr id="75" name="Right"/>
            <p:cNvSpPr/>
            <p:nvPr/>
          </p:nvSpPr>
          <p:spPr>
            <a:xfrm rot="5400000">
              <a:off x="3530106" y="1694175"/>
              <a:ext cx="223699" cy="434533"/>
            </a:xfrm>
            <a:prstGeom prst="round2SameRect">
              <a:avLst>
                <a:gd name="adj1" fmla="val 20406"/>
                <a:gd name="adj2" fmla="val 0"/>
              </a:avLst>
            </a:prstGeom>
            <a:solidFill>
              <a:schemeClr val="bg1"/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OFF</a:t>
              </a: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76" name="Left"/>
            <p:cNvSpPr/>
            <p:nvPr/>
          </p:nvSpPr>
          <p:spPr>
            <a:xfrm rot="5400000">
              <a:off x="3097344" y="1694174"/>
              <a:ext cx="223696" cy="434533"/>
            </a:xfrm>
            <a:prstGeom prst="round2SameRect">
              <a:avLst>
                <a:gd name="adj1" fmla="val 0"/>
                <a:gd name="adj2" fmla="val 19994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700" dirty="0">
                  <a:solidFill>
                    <a:srgbClr val="FFFFFF"/>
                  </a:solidFill>
                  <a:latin typeface="+mn-ea"/>
                  <a:cs typeface="Calibri" pitchFamily="34" charset="0"/>
                </a:rPr>
                <a:t>ON</a:t>
              </a:r>
              <a:endParaRPr lang="en-US" sz="700" dirty="0">
                <a:solidFill>
                  <a:srgbClr val="FFFFFF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03821" y="5700442"/>
            <a:ext cx="41998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SNS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2114611" y="5573840"/>
            <a:ext cx="368584" cy="368584"/>
            <a:chOff x="2114611" y="5573840"/>
            <a:chExt cx="368584" cy="368584"/>
          </a:xfrm>
        </p:grpSpPr>
        <p:sp>
          <p:nvSpPr>
            <p:cNvPr id="3" name="타원 2"/>
            <p:cNvSpPr/>
            <p:nvPr/>
          </p:nvSpPr>
          <p:spPr>
            <a:xfrm>
              <a:off x="2114611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D082B858-BA23-CA4A-921A-3BE380987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903" y="5664442"/>
              <a:ext cx="216000" cy="216000"/>
            </a:xfrm>
            <a:prstGeom prst="rect">
              <a:avLst/>
            </a:prstGeom>
            <a:noFill/>
          </p:spPr>
        </p:pic>
      </p:grpSp>
      <p:grpSp>
        <p:nvGrpSpPr>
          <p:cNvPr id="5" name="그룹 4"/>
          <p:cNvGrpSpPr/>
          <p:nvPr/>
        </p:nvGrpSpPr>
        <p:grpSpPr>
          <a:xfrm>
            <a:off x="2597023" y="5573840"/>
            <a:ext cx="368584" cy="368584"/>
            <a:chOff x="2597023" y="5573840"/>
            <a:chExt cx="368584" cy="368584"/>
          </a:xfrm>
        </p:grpSpPr>
        <p:sp>
          <p:nvSpPr>
            <p:cNvPr id="80" name="타원 79"/>
            <p:cNvSpPr/>
            <p:nvPr/>
          </p:nvSpPr>
          <p:spPr>
            <a:xfrm>
              <a:off x="2597023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58167397-A98E-D842-B7F6-C50762743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3315" y="5664442"/>
              <a:ext cx="216000" cy="216000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3079435" y="5582466"/>
            <a:ext cx="368584" cy="368584"/>
            <a:chOff x="3079435" y="5582466"/>
            <a:chExt cx="368584" cy="368584"/>
          </a:xfrm>
        </p:grpSpPr>
        <p:sp>
          <p:nvSpPr>
            <p:cNvPr id="83" name="타원 82"/>
            <p:cNvSpPr/>
            <p:nvPr/>
          </p:nvSpPr>
          <p:spPr>
            <a:xfrm>
              <a:off x="3079435" y="5582466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3D3BEAD4-5AAE-E044-9055-3B6A972E0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4471" y="5680978"/>
              <a:ext cx="178513" cy="178513"/>
            </a:xfrm>
            <a:prstGeom prst="rect">
              <a:avLst/>
            </a:prstGeom>
          </p:spPr>
        </p:pic>
      </p:grpSp>
      <p:grpSp>
        <p:nvGrpSpPr>
          <p:cNvPr id="7" name="그룹 6"/>
          <p:cNvGrpSpPr/>
          <p:nvPr/>
        </p:nvGrpSpPr>
        <p:grpSpPr>
          <a:xfrm>
            <a:off x="3561848" y="5582307"/>
            <a:ext cx="368584" cy="368584"/>
            <a:chOff x="3561848" y="5582307"/>
            <a:chExt cx="368584" cy="368584"/>
          </a:xfrm>
        </p:grpSpPr>
        <p:sp>
          <p:nvSpPr>
            <p:cNvPr id="85" name="타원 84"/>
            <p:cNvSpPr/>
            <p:nvPr/>
          </p:nvSpPr>
          <p:spPr>
            <a:xfrm>
              <a:off x="3561848" y="5582307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916A3478-52C6-6B4B-806F-D25F60F0E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5510" y="5689604"/>
              <a:ext cx="178513" cy="178513"/>
            </a:xfrm>
            <a:prstGeom prst="rect">
              <a:avLst/>
            </a:prstGeom>
          </p:spPr>
        </p:pic>
      </p:grpSp>
      <p:grpSp>
        <p:nvGrpSpPr>
          <p:cNvPr id="9" name="그룹 8"/>
          <p:cNvGrpSpPr/>
          <p:nvPr/>
        </p:nvGrpSpPr>
        <p:grpSpPr>
          <a:xfrm>
            <a:off x="4039219" y="5582307"/>
            <a:ext cx="368584" cy="368584"/>
            <a:chOff x="4039219" y="5582307"/>
            <a:chExt cx="368584" cy="368584"/>
          </a:xfrm>
        </p:grpSpPr>
        <p:sp>
          <p:nvSpPr>
            <p:cNvPr id="79" name="타원 78"/>
            <p:cNvSpPr/>
            <p:nvPr/>
          </p:nvSpPr>
          <p:spPr>
            <a:xfrm>
              <a:off x="4039219" y="5582307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018" y="5667186"/>
              <a:ext cx="235028" cy="235028"/>
            </a:xfrm>
            <a:prstGeom prst="rect">
              <a:avLst/>
            </a:prstGeom>
          </p:spPr>
        </p:pic>
      </p:grpSp>
      <p:sp>
        <p:nvSpPr>
          <p:cNvPr id="81" name="TextBox 80"/>
          <p:cNvSpPr txBox="1"/>
          <p:nvPr/>
        </p:nvSpPr>
        <p:spPr>
          <a:xfrm>
            <a:off x="5541666" y="5700442"/>
            <a:ext cx="63158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l"/>
              <a:defRPr sz="1000" b="1">
                <a:solidFill>
                  <a:srgbClr val="C30037"/>
                </a:solidFill>
                <a:latin typeface="+mn-ea"/>
              </a:defRPr>
            </a:lvl1pPr>
          </a:lstStyle>
          <a:p>
            <a:pPr defTabSz="457200" latinLnBrk="0"/>
            <a:r>
              <a:rPr lang="en-US" altLang="ko-KR" dirty="0">
                <a:solidFill>
                  <a:srgbClr val="C00000"/>
                </a:solidFill>
              </a:rPr>
              <a:t>loading</a:t>
            </a:r>
          </a:p>
        </p:txBody>
      </p:sp>
      <p:grpSp>
        <p:nvGrpSpPr>
          <p:cNvPr id="87" name="Spinner"/>
          <p:cNvGrpSpPr>
            <a:grpSpLocks noChangeAspect="1"/>
          </p:cNvGrpSpPr>
          <p:nvPr/>
        </p:nvGrpSpPr>
        <p:grpSpPr>
          <a:xfrm>
            <a:off x="7091632" y="5506570"/>
            <a:ext cx="550412" cy="556259"/>
            <a:chOff x="4659320" y="3340106"/>
            <a:chExt cx="149225" cy="150810"/>
          </a:xfrm>
        </p:grpSpPr>
        <p:sp>
          <p:nvSpPr>
            <p:cNvPr id="88" name="Part"/>
            <p:cNvSpPr>
              <a:spLocks/>
            </p:cNvSpPr>
            <p:nvPr/>
          </p:nvSpPr>
          <p:spPr bwMode="auto">
            <a:xfrm>
              <a:off x="4727584" y="3340106"/>
              <a:ext cx="14287" cy="36513"/>
            </a:xfrm>
            <a:custGeom>
              <a:avLst/>
              <a:gdLst>
                <a:gd name="T0" fmla="*/ 23 w 47"/>
                <a:gd name="T1" fmla="*/ 0 h 127"/>
                <a:gd name="T2" fmla="*/ 47 w 47"/>
                <a:gd name="T3" fmla="*/ 23 h 127"/>
                <a:gd name="T4" fmla="*/ 47 w 47"/>
                <a:gd name="T5" fmla="*/ 104 h 127"/>
                <a:gd name="T6" fmla="*/ 23 w 47"/>
                <a:gd name="T7" fmla="*/ 127 h 127"/>
                <a:gd name="T8" fmla="*/ 0 w 47"/>
                <a:gd name="T9" fmla="*/ 104 h 127"/>
                <a:gd name="T10" fmla="*/ 0 w 47"/>
                <a:gd name="T11" fmla="*/ 23 h 127"/>
                <a:gd name="T12" fmla="*/ 23 w 47"/>
                <a:gd name="T1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0"/>
                  </a:moveTo>
                  <a:cubicBezTo>
                    <a:pt x="36" y="0"/>
                    <a:pt x="47" y="10"/>
                    <a:pt x="47" y="23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ubicBezTo>
                    <a:pt x="10" y="127"/>
                    <a:pt x="0" y="117"/>
                    <a:pt x="0" y="104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Part"/>
            <p:cNvSpPr>
              <a:spLocks/>
            </p:cNvSpPr>
            <p:nvPr/>
          </p:nvSpPr>
          <p:spPr bwMode="auto">
            <a:xfrm>
              <a:off x="4749808" y="3348044"/>
              <a:ext cx="26987" cy="34925"/>
            </a:xfrm>
            <a:custGeom>
              <a:avLst/>
              <a:gdLst>
                <a:gd name="T0" fmla="*/ 79 w 94"/>
                <a:gd name="T1" fmla="*/ 7 h 123"/>
                <a:gd name="T2" fmla="*/ 87 w 94"/>
                <a:gd name="T3" fmla="*/ 38 h 123"/>
                <a:gd name="T4" fmla="*/ 47 w 94"/>
                <a:gd name="T5" fmla="*/ 108 h 123"/>
                <a:gd name="T6" fmla="*/ 15 w 94"/>
                <a:gd name="T7" fmla="*/ 117 h 123"/>
                <a:gd name="T8" fmla="*/ 7 w 94"/>
                <a:gd name="T9" fmla="*/ 85 h 123"/>
                <a:gd name="T10" fmla="*/ 47 w 94"/>
                <a:gd name="T11" fmla="*/ 15 h 123"/>
                <a:gd name="T12" fmla="*/ 79 w 94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7"/>
                  </a:moveTo>
                  <a:cubicBezTo>
                    <a:pt x="90" y="13"/>
                    <a:pt x="94" y="27"/>
                    <a:pt x="87" y="38"/>
                  </a:cubicBezTo>
                  <a:lnTo>
                    <a:pt x="47" y="108"/>
                  </a:lnTo>
                  <a:cubicBezTo>
                    <a:pt x="41" y="119"/>
                    <a:pt x="27" y="123"/>
                    <a:pt x="15" y="117"/>
                  </a:cubicBezTo>
                  <a:cubicBezTo>
                    <a:pt x="4" y="110"/>
                    <a:pt x="0" y="96"/>
                    <a:pt x="7" y="85"/>
                  </a:cubicBezTo>
                  <a:lnTo>
                    <a:pt x="47" y="15"/>
                  </a:lnTo>
                  <a:cubicBezTo>
                    <a:pt x="53" y="4"/>
                    <a:pt x="68" y="0"/>
                    <a:pt x="79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Part"/>
            <p:cNvSpPr>
              <a:spLocks/>
            </p:cNvSpPr>
            <p:nvPr/>
          </p:nvSpPr>
          <p:spPr bwMode="auto">
            <a:xfrm>
              <a:off x="4765684" y="3373444"/>
              <a:ext cx="34925" cy="26988"/>
            </a:xfrm>
            <a:custGeom>
              <a:avLst/>
              <a:gdLst>
                <a:gd name="T0" fmla="*/ 117 w 123"/>
                <a:gd name="T1" fmla="*/ 15 h 93"/>
                <a:gd name="T2" fmla="*/ 108 w 123"/>
                <a:gd name="T3" fmla="*/ 47 h 93"/>
                <a:gd name="T4" fmla="*/ 39 w 123"/>
                <a:gd name="T5" fmla="*/ 87 h 93"/>
                <a:gd name="T6" fmla="*/ 7 w 123"/>
                <a:gd name="T7" fmla="*/ 78 h 93"/>
                <a:gd name="T8" fmla="*/ 15 w 123"/>
                <a:gd name="T9" fmla="*/ 46 h 93"/>
                <a:gd name="T10" fmla="*/ 85 w 123"/>
                <a:gd name="T11" fmla="*/ 6 h 93"/>
                <a:gd name="T12" fmla="*/ 11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117" y="15"/>
                  </a:moveTo>
                  <a:cubicBezTo>
                    <a:pt x="123" y="26"/>
                    <a:pt x="120" y="40"/>
                    <a:pt x="108" y="47"/>
                  </a:cubicBezTo>
                  <a:lnTo>
                    <a:pt x="39" y="87"/>
                  </a:lnTo>
                  <a:cubicBezTo>
                    <a:pt x="28" y="93"/>
                    <a:pt x="13" y="89"/>
                    <a:pt x="7" y="78"/>
                  </a:cubicBezTo>
                  <a:cubicBezTo>
                    <a:pt x="0" y="67"/>
                    <a:pt x="4" y="53"/>
                    <a:pt x="15" y="46"/>
                  </a:cubicBezTo>
                  <a:lnTo>
                    <a:pt x="85" y="6"/>
                  </a:lnTo>
                  <a:cubicBezTo>
                    <a:pt x="96" y="0"/>
                    <a:pt x="110" y="3"/>
                    <a:pt x="11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Part"/>
            <p:cNvSpPr>
              <a:spLocks/>
            </p:cNvSpPr>
            <p:nvPr/>
          </p:nvSpPr>
          <p:spPr bwMode="auto">
            <a:xfrm>
              <a:off x="4773620" y="3408369"/>
              <a:ext cx="34925" cy="14288"/>
            </a:xfrm>
            <a:custGeom>
              <a:avLst/>
              <a:gdLst>
                <a:gd name="T0" fmla="*/ 127 w 127"/>
                <a:gd name="T1" fmla="*/ 23 h 47"/>
                <a:gd name="T2" fmla="*/ 104 w 127"/>
                <a:gd name="T3" fmla="*/ 47 h 47"/>
                <a:gd name="T4" fmla="*/ 24 w 127"/>
                <a:gd name="T5" fmla="*/ 47 h 47"/>
                <a:gd name="T6" fmla="*/ 0 w 127"/>
                <a:gd name="T7" fmla="*/ 23 h 47"/>
                <a:gd name="T8" fmla="*/ 24 w 127"/>
                <a:gd name="T9" fmla="*/ 0 h 47"/>
                <a:gd name="T10" fmla="*/ 104 w 127"/>
                <a:gd name="T11" fmla="*/ 0 h 47"/>
                <a:gd name="T12" fmla="*/ 127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127" y="23"/>
                  </a:moveTo>
                  <a:cubicBezTo>
                    <a:pt x="127" y="36"/>
                    <a:pt x="117" y="47"/>
                    <a:pt x="104" y="47"/>
                  </a:cubicBezTo>
                  <a:lnTo>
                    <a:pt x="24" y="47"/>
                  </a:lnTo>
                  <a:cubicBezTo>
                    <a:pt x="11" y="47"/>
                    <a:pt x="0" y="36"/>
                    <a:pt x="0" y="23"/>
                  </a:cubicBezTo>
                  <a:cubicBezTo>
                    <a:pt x="0" y="10"/>
                    <a:pt x="11" y="0"/>
                    <a:pt x="24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Part"/>
            <p:cNvSpPr>
              <a:spLocks/>
            </p:cNvSpPr>
            <p:nvPr/>
          </p:nvSpPr>
          <p:spPr bwMode="auto">
            <a:xfrm>
              <a:off x="4765679" y="3430594"/>
              <a:ext cx="34925" cy="26988"/>
            </a:xfrm>
            <a:custGeom>
              <a:avLst/>
              <a:gdLst>
                <a:gd name="T0" fmla="*/ 117 w 123"/>
                <a:gd name="T1" fmla="*/ 79 h 94"/>
                <a:gd name="T2" fmla="*/ 85 w 123"/>
                <a:gd name="T3" fmla="*/ 87 h 94"/>
                <a:gd name="T4" fmla="*/ 15 w 123"/>
                <a:gd name="T5" fmla="*/ 47 h 94"/>
                <a:gd name="T6" fmla="*/ 7 w 123"/>
                <a:gd name="T7" fmla="*/ 15 h 94"/>
                <a:gd name="T8" fmla="*/ 39 w 123"/>
                <a:gd name="T9" fmla="*/ 7 h 94"/>
                <a:gd name="T10" fmla="*/ 108 w 123"/>
                <a:gd name="T11" fmla="*/ 47 h 94"/>
                <a:gd name="T12" fmla="*/ 11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117" y="79"/>
                  </a:moveTo>
                  <a:cubicBezTo>
                    <a:pt x="110" y="90"/>
                    <a:pt x="96" y="94"/>
                    <a:pt x="85" y="87"/>
                  </a:cubicBezTo>
                  <a:lnTo>
                    <a:pt x="15" y="47"/>
                  </a:lnTo>
                  <a:cubicBezTo>
                    <a:pt x="4" y="41"/>
                    <a:pt x="0" y="27"/>
                    <a:pt x="7" y="15"/>
                  </a:cubicBezTo>
                  <a:cubicBezTo>
                    <a:pt x="13" y="4"/>
                    <a:pt x="28" y="0"/>
                    <a:pt x="39" y="7"/>
                  </a:cubicBezTo>
                  <a:lnTo>
                    <a:pt x="108" y="47"/>
                  </a:lnTo>
                  <a:cubicBezTo>
                    <a:pt x="119" y="53"/>
                    <a:pt x="123" y="68"/>
                    <a:pt x="117" y="79"/>
                  </a:cubicBez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Part"/>
            <p:cNvSpPr>
              <a:spLocks/>
            </p:cNvSpPr>
            <p:nvPr/>
          </p:nvSpPr>
          <p:spPr bwMode="auto">
            <a:xfrm>
              <a:off x="4749803" y="3446469"/>
              <a:ext cx="26987" cy="34925"/>
            </a:xfrm>
            <a:custGeom>
              <a:avLst/>
              <a:gdLst>
                <a:gd name="T0" fmla="*/ 79 w 94"/>
                <a:gd name="T1" fmla="*/ 117 h 123"/>
                <a:gd name="T2" fmla="*/ 47 w 94"/>
                <a:gd name="T3" fmla="*/ 108 h 123"/>
                <a:gd name="T4" fmla="*/ 7 w 94"/>
                <a:gd name="T5" fmla="*/ 39 h 123"/>
                <a:gd name="T6" fmla="*/ 15 w 94"/>
                <a:gd name="T7" fmla="*/ 7 h 123"/>
                <a:gd name="T8" fmla="*/ 47 w 94"/>
                <a:gd name="T9" fmla="*/ 15 h 123"/>
                <a:gd name="T10" fmla="*/ 87 w 94"/>
                <a:gd name="T11" fmla="*/ 85 h 123"/>
                <a:gd name="T12" fmla="*/ 79 w 94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123">
                  <a:moveTo>
                    <a:pt x="79" y="117"/>
                  </a:moveTo>
                  <a:cubicBezTo>
                    <a:pt x="68" y="123"/>
                    <a:pt x="53" y="120"/>
                    <a:pt x="47" y="108"/>
                  </a:cubicBezTo>
                  <a:lnTo>
                    <a:pt x="7" y="39"/>
                  </a:lnTo>
                  <a:cubicBezTo>
                    <a:pt x="0" y="28"/>
                    <a:pt x="4" y="13"/>
                    <a:pt x="15" y="7"/>
                  </a:cubicBezTo>
                  <a:cubicBezTo>
                    <a:pt x="26" y="0"/>
                    <a:pt x="41" y="4"/>
                    <a:pt x="47" y="15"/>
                  </a:cubicBezTo>
                  <a:lnTo>
                    <a:pt x="87" y="85"/>
                  </a:lnTo>
                  <a:cubicBezTo>
                    <a:pt x="94" y="96"/>
                    <a:pt x="90" y="110"/>
                    <a:pt x="79" y="117"/>
                  </a:cubicBezTo>
                  <a:close/>
                </a:path>
              </a:pathLst>
            </a:cu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Part"/>
            <p:cNvSpPr>
              <a:spLocks/>
            </p:cNvSpPr>
            <p:nvPr/>
          </p:nvSpPr>
          <p:spPr bwMode="auto">
            <a:xfrm>
              <a:off x="4727572" y="3454403"/>
              <a:ext cx="14287" cy="36513"/>
            </a:xfrm>
            <a:custGeom>
              <a:avLst/>
              <a:gdLst>
                <a:gd name="T0" fmla="*/ 23 w 47"/>
                <a:gd name="T1" fmla="*/ 127 h 127"/>
                <a:gd name="T2" fmla="*/ 0 w 47"/>
                <a:gd name="T3" fmla="*/ 104 h 127"/>
                <a:gd name="T4" fmla="*/ 0 w 47"/>
                <a:gd name="T5" fmla="*/ 24 h 127"/>
                <a:gd name="T6" fmla="*/ 23 w 47"/>
                <a:gd name="T7" fmla="*/ 0 h 127"/>
                <a:gd name="T8" fmla="*/ 47 w 47"/>
                <a:gd name="T9" fmla="*/ 24 h 127"/>
                <a:gd name="T10" fmla="*/ 47 w 47"/>
                <a:gd name="T11" fmla="*/ 104 h 127"/>
                <a:gd name="T12" fmla="*/ 23 w 47"/>
                <a:gd name="T13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7">
                  <a:moveTo>
                    <a:pt x="23" y="127"/>
                  </a:moveTo>
                  <a:cubicBezTo>
                    <a:pt x="10" y="127"/>
                    <a:pt x="0" y="117"/>
                    <a:pt x="0" y="104"/>
                  </a:cubicBezTo>
                  <a:lnTo>
                    <a:pt x="0" y="24"/>
                  </a:lnTo>
                  <a:cubicBezTo>
                    <a:pt x="0" y="11"/>
                    <a:pt x="10" y="0"/>
                    <a:pt x="23" y="0"/>
                  </a:cubicBezTo>
                  <a:cubicBezTo>
                    <a:pt x="36" y="0"/>
                    <a:pt x="47" y="11"/>
                    <a:pt x="47" y="24"/>
                  </a:cubicBezTo>
                  <a:lnTo>
                    <a:pt x="47" y="104"/>
                  </a:lnTo>
                  <a:cubicBezTo>
                    <a:pt x="47" y="117"/>
                    <a:pt x="36" y="127"/>
                    <a:pt x="23" y="127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Part"/>
            <p:cNvSpPr>
              <a:spLocks/>
            </p:cNvSpPr>
            <p:nvPr/>
          </p:nvSpPr>
          <p:spPr bwMode="auto">
            <a:xfrm>
              <a:off x="4692647" y="3446468"/>
              <a:ext cx="26987" cy="34925"/>
            </a:xfrm>
            <a:custGeom>
              <a:avLst/>
              <a:gdLst>
                <a:gd name="T0" fmla="*/ 15 w 93"/>
                <a:gd name="T1" fmla="*/ 117 h 123"/>
                <a:gd name="T2" fmla="*/ 6 w 93"/>
                <a:gd name="T3" fmla="*/ 85 h 123"/>
                <a:gd name="T4" fmla="*/ 46 w 93"/>
                <a:gd name="T5" fmla="*/ 15 h 123"/>
                <a:gd name="T6" fmla="*/ 78 w 93"/>
                <a:gd name="T7" fmla="*/ 7 h 123"/>
                <a:gd name="T8" fmla="*/ 87 w 93"/>
                <a:gd name="T9" fmla="*/ 39 h 123"/>
                <a:gd name="T10" fmla="*/ 46 w 93"/>
                <a:gd name="T11" fmla="*/ 108 h 123"/>
                <a:gd name="T12" fmla="*/ 15 w 93"/>
                <a:gd name="T13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117"/>
                  </a:moveTo>
                  <a:cubicBezTo>
                    <a:pt x="3" y="110"/>
                    <a:pt x="0" y="96"/>
                    <a:pt x="6" y="85"/>
                  </a:cubicBezTo>
                  <a:lnTo>
                    <a:pt x="46" y="15"/>
                  </a:lnTo>
                  <a:cubicBezTo>
                    <a:pt x="53" y="4"/>
                    <a:pt x="67" y="0"/>
                    <a:pt x="78" y="7"/>
                  </a:cubicBezTo>
                  <a:cubicBezTo>
                    <a:pt x="89" y="13"/>
                    <a:pt x="93" y="28"/>
                    <a:pt x="87" y="39"/>
                  </a:cubicBezTo>
                  <a:lnTo>
                    <a:pt x="46" y="108"/>
                  </a:lnTo>
                  <a:cubicBezTo>
                    <a:pt x="40" y="119"/>
                    <a:pt x="26" y="123"/>
                    <a:pt x="15" y="117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Part"/>
            <p:cNvSpPr>
              <a:spLocks/>
            </p:cNvSpPr>
            <p:nvPr/>
          </p:nvSpPr>
          <p:spPr bwMode="auto">
            <a:xfrm>
              <a:off x="4667247" y="3430589"/>
              <a:ext cx="34925" cy="26988"/>
            </a:xfrm>
            <a:custGeom>
              <a:avLst/>
              <a:gdLst>
                <a:gd name="T0" fmla="*/ 7 w 123"/>
                <a:gd name="T1" fmla="*/ 79 h 94"/>
                <a:gd name="T2" fmla="*/ 15 w 123"/>
                <a:gd name="T3" fmla="*/ 47 h 94"/>
                <a:gd name="T4" fmla="*/ 85 w 123"/>
                <a:gd name="T5" fmla="*/ 7 h 94"/>
                <a:gd name="T6" fmla="*/ 117 w 123"/>
                <a:gd name="T7" fmla="*/ 15 h 94"/>
                <a:gd name="T8" fmla="*/ 108 w 123"/>
                <a:gd name="T9" fmla="*/ 47 h 94"/>
                <a:gd name="T10" fmla="*/ 38 w 123"/>
                <a:gd name="T11" fmla="*/ 87 h 94"/>
                <a:gd name="T12" fmla="*/ 7 w 123"/>
                <a:gd name="T13" fmla="*/ 7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4">
                  <a:moveTo>
                    <a:pt x="7" y="79"/>
                  </a:moveTo>
                  <a:cubicBezTo>
                    <a:pt x="0" y="68"/>
                    <a:pt x="4" y="53"/>
                    <a:pt x="15" y="47"/>
                  </a:cubicBezTo>
                  <a:lnTo>
                    <a:pt x="85" y="7"/>
                  </a:lnTo>
                  <a:cubicBezTo>
                    <a:pt x="96" y="0"/>
                    <a:pt x="110" y="4"/>
                    <a:pt x="117" y="15"/>
                  </a:cubicBezTo>
                  <a:cubicBezTo>
                    <a:pt x="123" y="26"/>
                    <a:pt x="119" y="41"/>
                    <a:pt x="108" y="47"/>
                  </a:cubicBezTo>
                  <a:lnTo>
                    <a:pt x="38" y="87"/>
                  </a:lnTo>
                  <a:cubicBezTo>
                    <a:pt x="27" y="94"/>
                    <a:pt x="13" y="90"/>
                    <a:pt x="7" y="79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Part"/>
            <p:cNvSpPr>
              <a:spLocks/>
            </p:cNvSpPr>
            <p:nvPr/>
          </p:nvSpPr>
          <p:spPr bwMode="auto">
            <a:xfrm>
              <a:off x="4659320" y="3408368"/>
              <a:ext cx="36512" cy="14288"/>
            </a:xfrm>
            <a:custGeom>
              <a:avLst/>
              <a:gdLst>
                <a:gd name="T0" fmla="*/ 0 w 127"/>
                <a:gd name="T1" fmla="*/ 23 h 47"/>
                <a:gd name="T2" fmla="*/ 23 w 127"/>
                <a:gd name="T3" fmla="*/ 0 h 47"/>
                <a:gd name="T4" fmla="*/ 104 w 127"/>
                <a:gd name="T5" fmla="*/ 0 h 47"/>
                <a:gd name="T6" fmla="*/ 127 w 127"/>
                <a:gd name="T7" fmla="*/ 23 h 47"/>
                <a:gd name="T8" fmla="*/ 104 w 127"/>
                <a:gd name="T9" fmla="*/ 47 h 47"/>
                <a:gd name="T10" fmla="*/ 23 w 127"/>
                <a:gd name="T11" fmla="*/ 47 h 47"/>
                <a:gd name="T12" fmla="*/ 0 w 127"/>
                <a:gd name="T13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" h="47">
                  <a:moveTo>
                    <a:pt x="0" y="23"/>
                  </a:moveTo>
                  <a:cubicBezTo>
                    <a:pt x="0" y="10"/>
                    <a:pt x="10" y="0"/>
                    <a:pt x="23" y="0"/>
                  </a:cubicBezTo>
                  <a:lnTo>
                    <a:pt x="104" y="0"/>
                  </a:lnTo>
                  <a:cubicBezTo>
                    <a:pt x="117" y="0"/>
                    <a:pt x="127" y="10"/>
                    <a:pt x="127" y="23"/>
                  </a:cubicBezTo>
                  <a:cubicBezTo>
                    <a:pt x="127" y="36"/>
                    <a:pt x="117" y="47"/>
                    <a:pt x="104" y="47"/>
                  </a:cubicBezTo>
                  <a:lnTo>
                    <a:pt x="23" y="47"/>
                  </a:lnTo>
                  <a:cubicBezTo>
                    <a:pt x="10" y="47"/>
                    <a:pt x="0" y="36"/>
                    <a:pt x="0" y="23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8" name="Part"/>
            <p:cNvSpPr>
              <a:spLocks/>
            </p:cNvSpPr>
            <p:nvPr/>
          </p:nvSpPr>
          <p:spPr bwMode="auto">
            <a:xfrm>
              <a:off x="4667247" y="3373444"/>
              <a:ext cx="34925" cy="26988"/>
            </a:xfrm>
            <a:custGeom>
              <a:avLst/>
              <a:gdLst>
                <a:gd name="T0" fmla="*/ 7 w 123"/>
                <a:gd name="T1" fmla="*/ 15 h 93"/>
                <a:gd name="T2" fmla="*/ 38 w 123"/>
                <a:gd name="T3" fmla="*/ 6 h 93"/>
                <a:gd name="T4" fmla="*/ 108 w 123"/>
                <a:gd name="T5" fmla="*/ 46 h 93"/>
                <a:gd name="T6" fmla="*/ 117 w 123"/>
                <a:gd name="T7" fmla="*/ 78 h 93"/>
                <a:gd name="T8" fmla="*/ 85 w 123"/>
                <a:gd name="T9" fmla="*/ 87 h 93"/>
                <a:gd name="T10" fmla="*/ 15 w 123"/>
                <a:gd name="T11" fmla="*/ 46 h 93"/>
                <a:gd name="T12" fmla="*/ 7 w 123"/>
                <a:gd name="T13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3">
                  <a:moveTo>
                    <a:pt x="7" y="15"/>
                  </a:moveTo>
                  <a:cubicBezTo>
                    <a:pt x="13" y="3"/>
                    <a:pt x="27" y="0"/>
                    <a:pt x="38" y="6"/>
                  </a:cubicBezTo>
                  <a:lnTo>
                    <a:pt x="108" y="46"/>
                  </a:lnTo>
                  <a:cubicBezTo>
                    <a:pt x="119" y="53"/>
                    <a:pt x="123" y="67"/>
                    <a:pt x="117" y="78"/>
                  </a:cubicBezTo>
                  <a:cubicBezTo>
                    <a:pt x="110" y="89"/>
                    <a:pt x="96" y="93"/>
                    <a:pt x="85" y="87"/>
                  </a:cubicBezTo>
                  <a:lnTo>
                    <a:pt x="15" y="46"/>
                  </a:lnTo>
                  <a:cubicBezTo>
                    <a:pt x="4" y="40"/>
                    <a:pt x="0" y="26"/>
                    <a:pt x="7" y="15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9" name="Part"/>
            <p:cNvSpPr>
              <a:spLocks/>
            </p:cNvSpPr>
            <p:nvPr/>
          </p:nvSpPr>
          <p:spPr bwMode="auto">
            <a:xfrm>
              <a:off x="4692650" y="3348038"/>
              <a:ext cx="26987" cy="34925"/>
            </a:xfrm>
            <a:custGeom>
              <a:avLst/>
              <a:gdLst>
                <a:gd name="T0" fmla="*/ 15 w 93"/>
                <a:gd name="T1" fmla="*/ 7 h 123"/>
                <a:gd name="T2" fmla="*/ 47 w 93"/>
                <a:gd name="T3" fmla="*/ 15 h 123"/>
                <a:gd name="T4" fmla="*/ 87 w 93"/>
                <a:gd name="T5" fmla="*/ 85 h 123"/>
                <a:gd name="T6" fmla="*/ 78 w 93"/>
                <a:gd name="T7" fmla="*/ 117 h 123"/>
                <a:gd name="T8" fmla="*/ 46 w 93"/>
                <a:gd name="T9" fmla="*/ 108 h 123"/>
                <a:gd name="T10" fmla="*/ 6 w 93"/>
                <a:gd name="T11" fmla="*/ 38 h 123"/>
                <a:gd name="T12" fmla="*/ 15 w 93"/>
                <a:gd name="T13" fmla="*/ 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123">
                  <a:moveTo>
                    <a:pt x="15" y="7"/>
                  </a:moveTo>
                  <a:cubicBezTo>
                    <a:pt x="26" y="0"/>
                    <a:pt x="40" y="4"/>
                    <a:pt x="47" y="15"/>
                  </a:cubicBezTo>
                  <a:lnTo>
                    <a:pt x="87" y="85"/>
                  </a:lnTo>
                  <a:cubicBezTo>
                    <a:pt x="93" y="96"/>
                    <a:pt x="89" y="110"/>
                    <a:pt x="78" y="117"/>
                  </a:cubicBezTo>
                  <a:cubicBezTo>
                    <a:pt x="67" y="123"/>
                    <a:pt x="53" y="119"/>
                    <a:pt x="46" y="108"/>
                  </a:cubicBezTo>
                  <a:lnTo>
                    <a:pt x="6" y="38"/>
                  </a:lnTo>
                  <a:cubicBezTo>
                    <a:pt x="0" y="27"/>
                    <a:pt x="3" y="13"/>
                    <a:pt x="15" y="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08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직사각형 111"/>
          <p:cNvSpPr/>
          <p:nvPr/>
        </p:nvSpPr>
        <p:spPr>
          <a:xfrm>
            <a:off x="3707077" y="1333950"/>
            <a:ext cx="828335" cy="25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031240" y="984080"/>
            <a:ext cx="20678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Home  &gt;  1 Depth  &gt;  2 Depth  &gt;  3 Depth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196" y="1015776"/>
            <a:ext cx="913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Breadcrumb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4097" y="1031164"/>
            <a:ext cx="7435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4097" y="1391204"/>
            <a:ext cx="16142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/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Image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408658" y="1776168"/>
            <a:ext cx="92242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5196" y="1992192"/>
            <a:ext cx="46807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Alert</a:t>
            </a:r>
          </a:p>
        </p:txBody>
      </p:sp>
      <p:cxnSp>
        <p:nvCxnSpPr>
          <p:cNvPr id="58" name="직선 연결선 57"/>
          <p:cNvCxnSpPr/>
          <p:nvPr/>
        </p:nvCxnSpPr>
        <p:spPr>
          <a:xfrm>
            <a:off x="408658" y="5228122"/>
            <a:ext cx="92242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5196" y="5456003"/>
            <a:ext cx="77745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Copyright</a:t>
            </a:r>
          </a:p>
        </p:txBody>
      </p:sp>
      <p:grpSp>
        <p:nvGrpSpPr>
          <p:cNvPr id="67" name="그룹 66"/>
          <p:cNvGrpSpPr/>
          <p:nvPr/>
        </p:nvGrpSpPr>
        <p:grpSpPr>
          <a:xfrm>
            <a:off x="2162681" y="6085879"/>
            <a:ext cx="385170" cy="88458"/>
            <a:chOff x="4083801" y="5957984"/>
            <a:chExt cx="385170" cy="88458"/>
          </a:xfrm>
        </p:grpSpPr>
        <p:sp>
          <p:nvSpPr>
            <p:cNvPr id="68" name="Indicator 3"/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Indicator 2"/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Indicator 2"/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495196" y="6047035"/>
            <a:ext cx="10740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l"/>
            </a:pPr>
            <a:r>
              <a:rPr lang="en-US" altLang="ko-KR" sz="10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Banner Rolling</a:t>
            </a:r>
          </a:p>
        </p:txBody>
      </p:sp>
      <p:sp>
        <p:nvSpPr>
          <p:cNvPr id="60" name="제목 5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작성 정의 </a:t>
            </a:r>
            <a:r>
              <a:rPr lang="en-US" altLang="ko-KR" dirty="0"/>
              <a:t>- Component</a:t>
            </a:r>
            <a:endParaRPr lang="ko-KR" altLang="en-US" dirty="0"/>
          </a:p>
        </p:txBody>
      </p:sp>
      <p:cxnSp>
        <p:nvCxnSpPr>
          <p:cNvPr id="77" name="직선 연결선 76"/>
          <p:cNvCxnSpPr/>
          <p:nvPr/>
        </p:nvCxnSpPr>
        <p:spPr>
          <a:xfrm>
            <a:off x="401038" y="5824012"/>
            <a:ext cx="92242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그룹 92"/>
          <p:cNvGrpSpPr/>
          <p:nvPr/>
        </p:nvGrpSpPr>
        <p:grpSpPr>
          <a:xfrm>
            <a:off x="2186912" y="4278464"/>
            <a:ext cx="1726002" cy="770940"/>
            <a:chOff x="3176536" y="4466036"/>
            <a:chExt cx="1920480" cy="770940"/>
          </a:xfrm>
        </p:grpSpPr>
        <p:sp>
          <p:nvSpPr>
            <p:cNvPr id="94" name="Background"/>
            <p:cNvSpPr/>
            <p:nvPr/>
          </p:nvSpPr>
          <p:spPr>
            <a:xfrm>
              <a:off x="3179315" y="4466036"/>
              <a:ext cx="1914922" cy="766351"/>
            </a:xfrm>
            <a:prstGeom prst="roundRect">
              <a:avLst>
                <a:gd name="adj" fmla="val 3509"/>
              </a:avLst>
            </a:prstGeom>
            <a:solidFill>
              <a:schemeClr val="bg1">
                <a:alpha val="89804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2880" tIns="128016" rIns="182880" bIns="45720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rgbClr val="000000"/>
                  </a:solidFill>
                  <a:latin typeface="+mn-ea"/>
                  <a:cs typeface="Segoe UI" panose="020B0502040204020203" pitchFamily="34" charset="0"/>
                </a:rPr>
                <a:t>Text</a:t>
              </a:r>
            </a:p>
          </p:txBody>
        </p:sp>
        <p:cxnSp>
          <p:nvCxnSpPr>
            <p:cNvPr id="95" name="Separator"/>
            <p:cNvCxnSpPr/>
            <p:nvPr/>
          </p:nvCxnSpPr>
          <p:spPr>
            <a:xfrm>
              <a:off x="3179316" y="4915579"/>
              <a:ext cx="1917700" cy="0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Button"/>
            <p:cNvSpPr txBox="1"/>
            <p:nvPr/>
          </p:nvSpPr>
          <p:spPr>
            <a:xfrm>
              <a:off x="3176536" y="4920168"/>
              <a:ext cx="1917702" cy="316808"/>
            </a:xfrm>
            <a:prstGeom prst="rect">
              <a:avLst/>
            </a:prstGeom>
            <a:noFill/>
          </p:spPr>
          <p:txBody>
            <a:bodyPr wrap="square" lIns="73152" tIns="36576" rIns="73152" bIns="36576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b="1" dirty="0">
                  <a:solidFill>
                    <a:srgbClr val="007A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확인</a:t>
              </a:r>
              <a:endParaRPr lang="en-US" sz="700" b="1" dirty="0">
                <a:solidFill>
                  <a:srgbClr val="007A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4153483" y="4278843"/>
            <a:ext cx="1723504" cy="766351"/>
            <a:chOff x="3179315" y="4466036"/>
            <a:chExt cx="1917701" cy="766351"/>
          </a:xfrm>
        </p:grpSpPr>
        <p:sp>
          <p:nvSpPr>
            <p:cNvPr id="98" name="Background"/>
            <p:cNvSpPr/>
            <p:nvPr/>
          </p:nvSpPr>
          <p:spPr>
            <a:xfrm>
              <a:off x="3179315" y="4466036"/>
              <a:ext cx="1914922" cy="766351"/>
            </a:xfrm>
            <a:prstGeom prst="roundRect">
              <a:avLst>
                <a:gd name="adj" fmla="val 3509"/>
              </a:avLst>
            </a:prstGeom>
            <a:solidFill>
              <a:schemeClr val="bg1">
                <a:alpha val="89804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2880" tIns="128016" rIns="182880" bIns="45720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rgbClr val="000000"/>
                  </a:solidFill>
                  <a:latin typeface="+mn-ea"/>
                  <a:cs typeface="Segoe UI" panose="020B0502040204020203" pitchFamily="34" charset="0"/>
                </a:rPr>
                <a:t>Text</a:t>
              </a:r>
            </a:p>
          </p:txBody>
        </p:sp>
        <p:cxnSp>
          <p:nvCxnSpPr>
            <p:cNvPr id="99" name="Separator"/>
            <p:cNvCxnSpPr/>
            <p:nvPr/>
          </p:nvCxnSpPr>
          <p:spPr>
            <a:xfrm>
              <a:off x="3179316" y="4915579"/>
              <a:ext cx="1917700" cy="0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Button"/>
          <p:cNvSpPr txBox="1"/>
          <p:nvPr/>
        </p:nvSpPr>
        <p:spPr>
          <a:xfrm>
            <a:off x="5033356" y="4722939"/>
            <a:ext cx="834957" cy="316808"/>
          </a:xfrm>
          <a:prstGeom prst="rect">
            <a:avLst/>
          </a:prstGeom>
          <a:noFill/>
        </p:spPr>
        <p:txBody>
          <a:bodyPr wrap="square" lIns="73152" tIns="36576" rIns="73152" bIns="36576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rgbClr val="007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700" b="1" dirty="0">
              <a:solidFill>
                <a:srgbClr val="007A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2" name="Separator"/>
          <p:cNvCxnSpPr/>
          <p:nvPr/>
        </p:nvCxnSpPr>
        <p:spPr>
          <a:xfrm flipH="1" flipV="1">
            <a:off x="5016786" y="4722940"/>
            <a:ext cx="1" cy="316808"/>
          </a:xfrm>
          <a:prstGeom prst="line">
            <a:avLst/>
          </a:prstGeom>
          <a:ln w="317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Button"/>
          <p:cNvSpPr txBox="1"/>
          <p:nvPr/>
        </p:nvSpPr>
        <p:spPr>
          <a:xfrm>
            <a:off x="4198399" y="4727528"/>
            <a:ext cx="834957" cy="316808"/>
          </a:xfrm>
          <a:prstGeom prst="rect">
            <a:avLst/>
          </a:prstGeom>
          <a:noFill/>
        </p:spPr>
        <p:txBody>
          <a:bodyPr wrap="square" lIns="73152" tIns="36576" rIns="73152" bIns="36576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rgbClr val="007A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700" b="1" dirty="0">
              <a:solidFill>
                <a:srgbClr val="007A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031240" y="1333950"/>
            <a:ext cx="3356860" cy="254000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3031240" y="1360426"/>
            <a:ext cx="67583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Home 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3707077" y="1333950"/>
            <a:ext cx="0" cy="25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4535412" y="1325759"/>
            <a:ext cx="0" cy="25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5389419" y="1325759"/>
            <a:ext cx="0" cy="2540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555054" y="1360426"/>
            <a:ext cx="67583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Sub Item 1.1.1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621322" y="1366776"/>
            <a:ext cx="67583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Sub Item 1.1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780015" y="1368388"/>
            <a:ext cx="675837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</a:rPr>
              <a:t>Sub Item 1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054535" y="5402064"/>
            <a:ext cx="1380506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>
              <a:lnSpc>
                <a:spcPct val="150000"/>
              </a:lnSpc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r>
              <a:rPr lang="en-US" altLang="ko-KR" sz="7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emart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All Rights Reserved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2205709" y="1997592"/>
            <a:ext cx="1507463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PC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2204040" y="3996363"/>
            <a:ext cx="1507463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Mobile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8" name="Close Icon"/>
          <p:cNvSpPr>
            <a:spLocks noChangeAspect="1"/>
          </p:cNvSpPr>
          <p:nvPr/>
        </p:nvSpPr>
        <p:spPr bwMode="auto">
          <a:xfrm>
            <a:off x="10287840" y="4390310"/>
            <a:ext cx="88838" cy="95299"/>
          </a:xfrm>
          <a:custGeom>
            <a:avLst/>
            <a:gdLst>
              <a:gd name="T0" fmla="*/ 10 w 55"/>
              <a:gd name="T1" fmla="*/ 0 h 59"/>
              <a:gd name="T2" fmla="*/ 0 w 55"/>
              <a:gd name="T3" fmla="*/ 11 h 59"/>
              <a:gd name="T4" fmla="*/ 18 w 55"/>
              <a:gd name="T5" fmla="*/ 30 h 59"/>
              <a:gd name="T6" fmla="*/ 0 w 55"/>
              <a:gd name="T7" fmla="*/ 48 h 59"/>
              <a:gd name="T8" fmla="*/ 10 w 55"/>
              <a:gd name="T9" fmla="*/ 59 h 59"/>
              <a:gd name="T10" fmla="*/ 28 w 55"/>
              <a:gd name="T11" fmla="*/ 40 h 59"/>
              <a:gd name="T12" fmla="*/ 45 w 55"/>
              <a:gd name="T13" fmla="*/ 59 h 59"/>
              <a:gd name="T14" fmla="*/ 55 w 55"/>
              <a:gd name="T15" fmla="*/ 48 h 59"/>
              <a:gd name="T16" fmla="*/ 37 w 55"/>
              <a:gd name="T17" fmla="*/ 30 h 59"/>
              <a:gd name="T18" fmla="*/ 55 w 55"/>
              <a:gd name="T19" fmla="*/ 11 h 59"/>
              <a:gd name="T20" fmla="*/ 45 w 55"/>
              <a:gd name="T21" fmla="*/ 0 h 59"/>
              <a:gd name="T22" fmla="*/ 28 w 55"/>
              <a:gd name="T23" fmla="*/ 19 h 59"/>
              <a:gd name="T24" fmla="*/ 10 w 55"/>
              <a:gd name="T2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5" h="59">
                <a:moveTo>
                  <a:pt x="10" y="0"/>
                </a:moveTo>
                <a:lnTo>
                  <a:pt x="0" y="11"/>
                </a:lnTo>
                <a:lnTo>
                  <a:pt x="18" y="30"/>
                </a:lnTo>
                <a:lnTo>
                  <a:pt x="0" y="48"/>
                </a:lnTo>
                <a:lnTo>
                  <a:pt x="10" y="59"/>
                </a:lnTo>
                <a:lnTo>
                  <a:pt x="28" y="40"/>
                </a:lnTo>
                <a:lnTo>
                  <a:pt x="45" y="59"/>
                </a:lnTo>
                <a:lnTo>
                  <a:pt x="55" y="48"/>
                </a:lnTo>
                <a:lnTo>
                  <a:pt x="37" y="30"/>
                </a:lnTo>
                <a:lnTo>
                  <a:pt x="55" y="11"/>
                </a:lnTo>
                <a:lnTo>
                  <a:pt x="45" y="0"/>
                </a:lnTo>
                <a:lnTo>
                  <a:pt x="28" y="19"/>
                </a:lnTo>
                <a:lnTo>
                  <a:pt x="10" y="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189118" y="2266871"/>
            <a:ext cx="3222246" cy="1507358"/>
            <a:chOff x="2189118" y="2266871"/>
            <a:chExt cx="3222246" cy="1507358"/>
          </a:xfrm>
        </p:grpSpPr>
        <p:grpSp>
          <p:nvGrpSpPr>
            <p:cNvPr id="116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/>
            <p:cNvGrpSpPr/>
            <p:nvPr>
              <p:custDataLst>
                <p:tags r:id="rId12"/>
              </p:custDataLst>
            </p:nvPr>
          </p:nvGrpSpPr>
          <p:grpSpPr>
            <a:xfrm>
              <a:off x="2189118" y="2266871"/>
              <a:ext cx="3222246" cy="1507358"/>
              <a:chOff x="595686" y="1261242"/>
              <a:chExt cx="3222246" cy="1507358"/>
            </a:xfrm>
          </p:grpSpPr>
          <p:sp>
            <p:nvSpPr>
              <p:cNvPr id="117" name="Window Body" descr="&lt;SmartSettings&gt;&lt;SmartResize anchorLeft=&quot;Absolute&quot; anchorTop=&quot;Absolute&quot; anchorRight=&quot;Absolute&quot; anchorBottom=&quot;Absolute&quot; /&gt;&lt;/SmartSettings&gt;"/>
              <p:cNvSpPr/>
              <p:nvPr>
                <p:custDataLst>
                  <p:tags r:id="rId14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Text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Breakin' into your heart like thatCool shade stunner Yeah I owe it all to my mother Hot like summer</a:t>
                </a:r>
              </a:p>
            </p:txBody>
          </p:sp>
          <p:sp>
            <p:nvSpPr>
              <p:cNvPr id="119" name="Title Bar" descr="&lt;SmartSettings&gt;&lt;SmartResize anchorLeft=&quot;Absolute&quot; anchorTop=&quot;Absolute&quot; anchorRight=&quot;Absolute&quot; anchorBottom=&quot;None&quot; /&gt;&lt;/SmartSettings&gt;"/>
              <p:cNvSpPr/>
              <p:nvPr>
                <p:custDataLst>
                  <p:tags r:id="rId16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Alert</a:t>
                </a:r>
              </a:p>
            </p:txBody>
          </p:sp>
          <p:sp>
            <p:nvSpPr>
              <p:cNvPr id="120" name="Close Button"/>
              <p:cNvSpPr>
                <a:spLocks noEditPoint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21" name="Icons"/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126" name="Warning Icon" hidden="1"/>
                <p:cNvSpPr>
                  <a:spLocks noChangeAspect="1" noEditPoints="1"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7" name="Error Icon" hidden="1"/>
                <p:cNvSpPr>
                  <a:spLocks noChangeAspect="1" noEditPoints="1"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8" name="Question Icon" hidden="1"/>
                <p:cNvSpPr>
                  <a:spLocks noChangeAspect="1" noEditPoints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3" name="Button 1" descr="&lt;SmartSettings&gt;&lt;SmartResize anchorLeft=&quot;None&quot; anchorTop=&quot;None&quot; anchorRight=&quot;Absolute&quot; anchorBottom=&quot;Absolute&quot; /&gt;&lt;/SmartSettings&gt;"/>
              <p:cNvSpPr>
                <a:spLocks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2408953" y="2651462"/>
              <a:ext cx="439286" cy="426344"/>
              <a:chOff x="2394323" y="2644147"/>
              <a:chExt cx="439286" cy="426344"/>
            </a:xfrm>
          </p:grpSpPr>
          <p:sp>
            <p:nvSpPr>
              <p:cNvPr id="2" name="타원 1"/>
              <p:cNvSpPr/>
              <p:nvPr/>
            </p:nvSpPr>
            <p:spPr>
              <a:xfrm>
                <a:off x="2394323" y="2676136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" name="Text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459663" y="2644147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i</a:t>
                </a:r>
              </a:p>
            </p:txBody>
          </p:sp>
        </p:grpSp>
      </p:grpSp>
      <p:grpSp>
        <p:nvGrpSpPr>
          <p:cNvPr id="10" name="그룹 9"/>
          <p:cNvGrpSpPr/>
          <p:nvPr/>
        </p:nvGrpSpPr>
        <p:grpSpPr>
          <a:xfrm>
            <a:off x="5699195" y="2266871"/>
            <a:ext cx="3222246" cy="1507358"/>
            <a:chOff x="5699195" y="2266871"/>
            <a:chExt cx="3222246" cy="1507358"/>
          </a:xfrm>
        </p:grpSpPr>
        <p:grpSp>
          <p:nvGrpSpPr>
            <p:cNvPr id="129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&lt;/Code&gt;&lt;CodeSignature&gt;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&lt;/CodeSignature&gt;&lt;/SmartOptions&gt;&lt;SmartResize enabled=&quot;True&quot; minWidth=&quot;190&quot; minHeight=&quot;110&quot; /&gt;&lt;/SmartSettings&gt;"/>
            <p:cNvGrpSpPr/>
            <p:nvPr>
              <p:custDataLst>
                <p:tags r:id="rId1"/>
              </p:custDataLst>
            </p:nvPr>
          </p:nvGrpSpPr>
          <p:grpSpPr>
            <a:xfrm>
              <a:off x="5699195" y="2266871"/>
              <a:ext cx="3222246" cy="1507358"/>
              <a:chOff x="595686" y="1261242"/>
              <a:chExt cx="3222246" cy="1507358"/>
            </a:xfrm>
          </p:grpSpPr>
          <p:sp>
            <p:nvSpPr>
              <p:cNvPr id="130" name="Window Body" descr="&lt;SmartSettings&gt;&lt;SmartResize anchorLeft=&quot;Absolute&quot; anchorTop=&quot;Absolute&quot; anchorRight=&quot;Absolute&quot; anchorBottom=&quot;Absolute&quot; /&gt;&lt;/SmartSettings&gt;"/>
              <p:cNvSpPr/>
              <p:nvPr>
                <p:custDataLst>
                  <p:tags r:id="rId3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1" name="Text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35557" y="1635819"/>
                <a:ext cx="2294511" cy="688281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noProof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Breakin' into your heart like thatCool shade stunner Yeah I owe it all to my mother Hot like summer</a:t>
                </a:r>
              </a:p>
            </p:txBody>
          </p:sp>
          <p:sp>
            <p:nvSpPr>
              <p:cNvPr id="132" name="Title Bar"/>
              <p:cNvSpPr/>
              <p:nvPr>
                <p:custDataLst>
                  <p:tags r:id="rId5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dirty="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Confirm</a:t>
                </a:r>
              </a:p>
            </p:txBody>
          </p:sp>
          <p:sp>
            <p:nvSpPr>
              <p:cNvPr id="133" name="Close Button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34" name="Icons"/>
              <p:cNvGrpSpPr/>
              <p:nvPr/>
            </p:nvGrpSpPr>
            <p:grpSpPr>
              <a:xfrm>
                <a:off x="773534" y="1669713"/>
                <a:ext cx="457200" cy="396875"/>
                <a:chOff x="773534" y="1669713"/>
                <a:chExt cx="457200" cy="396875"/>
              </a:xfrm>
            </p:grpSpPr>
            <p:sp>
              <p:nvSpPr>
                <p:cNvPr id="139" name="Warning Icon" hidden="1"/>
                <p:cNvSpPr>
                  <a:spLocks noChangeAspect="1" noEditPoint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0" name="Error Icon" hidden="1"/>
                <p:cNvSpPr>
                  <a:spLocks noChangeAspect="1" noEditPoints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1" name="Question Icon" hidden="1"/>
                <p:cNvSpPr>
                  <a:spLocks noChangeAspect="1" noEditPoints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802903" y="1669713"/>
                  <a:ext cx="398463" cy="396875"/>
                </a:xfrm>
                <a:custGeom>
                  <a:avLst/>
                  <a:gdLst>
                    <a:gd name="T0" fmla="*/ 1101 w 1101"/>
                    <a:gd name="T1" fmla="*/ 551 h 1101"/>
                    <a:gd name="T2" fmla="*/ 550 w 1101"/>
                    <a:gd name="T3" fmla="*/ 1101 h 1101"/>
                    <a:gd name="T4" fmla="*/ 0 w 1101"/>
                    <a:gd name="T5" fmla="*/ 551 h 1101"/>
                    <a:gd name="T6" fmla="*/ 550 w 1101"/>
                    <a:gd name="T7" fmla="*/ 0 h 1101"/>
                    <a:gd name="T8" fmla="*/ 1101 w 1101"/>
                    <a:gd name="T9" fmla="*/ 551 h 1101"/>
                    <a:gd name="T10" fmla="*/ 596 w 1101"/>
                    <a:gd name="T11" fmla="*/ 685 h 1101"/>
                    <a:gd name="T12" fmla="*/ 509 w 1101"/>
                    <a:gd name="T13" fmla="*/ 685 h 1101"/>
                    <a:gd name="T14" fmla="*/ 509 w 1101"/>
                    <a:gd name="T15" fmla="*/ 625 h 1101"/>
                    <a:gd name="T16" fmla="*/ 521 w 1101"/>
                    <a:gd name="T17" fmla="*/ 577 h 1101"/>
                    <a:gd name="T18" fmla="*/ 575 w 1101"/>
                    <a:gd name="T19" fmla="*/ 527 h 1101"/>
                    <a:gd name="T20" fmla="*/ 638 w 1101"/>
                    <a:gd name="T21" fmla="*/ 424 h 1101"/>
                    <a:gd name="T22" fmla="*/ 614 w 1101"/>
                    <a:gd name="T23" fmla="*/ 359 h 1101"/>
                    <a:gd name="T24" fmla="*/ 549 w 1101"/>
                    <a:gd name="T25" fmla="*/ 334 h 1101"/>
                    <a:gd name="T26" fmla="*/ 440 w 1101"/>
                    <a:gd name="T27" fmla="*/ 462 h 1101"/>
                    <a:gd name="T28" fmla="*/ 343 w 1101"/>
                    <a:gd name="T29" fmla="*/ 445 h 1101"/>
                    <a:gd name="T30" fmla="*/ 413 w 1101"/>
                    <a:gd name="T31" fmla="*/ 295 h 1101"/>
                    <a:gd name="T32" fmla="*/ 561 w 1101"/>
                    <a:gd name="T33" fmla="*/ 241 h 1101"/>
                    <a:gd name="T34" fmla="*/ 702 w 1101"/>
                    <a:gd name="T35" fmla="*/ 291 h 1101"/>
                    <a:gd name="T36" fmla="*/ 758 w 1101"/>
                    <a:gd name="T37" fmla="*/ 418 h 1101"/>
                    <a:gd name="T38" fmla="*/ 743 w 1101"/>
                    <a:gd name="T39" fmla="*/ 489 h 1101"/>
                    <a:gd name="T40" fmla="*/ 707 w 1101"/>
                    <a:gd name="T41" fmla="*/ 541 h 1101"/>
                    <a:gd name="T42" fmla="*/ 624 w 1101"/>
                    <a:gd name="T43" fmla="*/ 606 h 1101"/>
                    <a:gd name="T44" fmla="*/ 601 w 1101"/>
                    <a:gd name="T45" fmla="*/ 632 h 1101"/>
                    <a:gd name="T46" fmla="*/ 596 w 1101"/>
                    <a:gd name="T47" fmla="*/ 685 h 1101"/>
                    <a:gd name="T48" fmla="*/ 614 w 1101"/>
                    <a:gd name="T49" fmla="*/ 749 h 1101"/>
                    <a:gd name="T50" fmla="*/ 614 w 1101"/>
                    <a:gd name="T51" fmla="*/ 861 h 1101"/>
                    <a:gd name="T52" fmla="*/ 509 w 1101"/>
                    <a:gd name="T53" fmla="*/ 861 h 1101"/>
                    <a:gd name="T54" fmla="*/ 509 w 1101"/>
                    <a:gd name="T55" fmla="*/ 749 h 1101"/>
                    <a:gd name="T56" fmla="*/ 614 w 1101"/>
                    <a:gd name="T57" fmla="*/ 74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01" h="1101">
                      <a:moveTo>
                        <a:pt x="1101" y="551"/>
                      </a:moveTo>
                      <a:cubicBezTo>
                        <a:pt x="1101" y="854"/>
                        <a:pt x="854" y="1101"/>
                        <a:pt x="550" y="1101"/>
                      </a:cubicBezTo>
                      <a:cubicBezTo>
                        <a:pt x="246" y="1101"/>
                        <a:pt x="0" y="854"/>
                        <a:pt x="0" y="551"/>
                      </a:cubicBezTo>
                      <a:cubicBezTo>
                        <a:pt x="0" y="247"/>
                        <a:pt x="246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  <a:moveTo>
                        <a:pt x="596" y="685"/>
                      </a:moveTo>
                      <a:lnTo>
                        <a:pt x="509" y="685"/>
                      </a:lnTo>
                      <a:lnTo>
                        <a:pt x="509" y="625"/>
                      </a:lnTo>
                      <a:cubicBezTo>
                        <a:pt x="509" y="605"/>
                        <a:pt x="513" y="589"/>
                        <a:pt x="521" y="577"/>
                      </a:cubicBezTo>
                      <a:cubicBezTo>
                        <a:pt x="529" y="565"/>
                        <a:pt x="547" y="549"/>
                        <a:pt x="575" y="527"/>
                      </a:cubicBezTo>
                      <a:cubicBezTo>
                        <a:pt x="617" y="495"/>
                        <a:pt x="638" y="460"/>
                        <a:pt x="638" y="424"/>
                      </a:cubicBezTo>
                      <a:cubicBezTo>
                        <a:pt x="638" y="397"/>
                        <a:pt x="630" y="375"/>
                        <a:pt x="614" y="359"/>
                      </a:cubicBezTo>
                      <a:cubicBezTo>
                        <a:pt x="597" y="343"/>
                        <a:pt x="576" y="334"/>
                        <a:pt x="549" y="334"/>
                      </a:cubicBezTo>
                      <a:cubicBezTo>
                        <a:pt x="488" y="334"/>
                        <a:pt x="451" y="377"/>
                        <a:pt x="440" y="462"/>
                      </a:cubicBezTo>
                      <a:lnTo>
                        <a:pt x="343" y="445"/>
                      </a:lnTo>
                      <a:cubicBezTo>
                        <a:pt x="349" y="381"/>
                        <a:pt x="372" y="331"/>
                        <a:pt x="413" y="295"/>
                      </a:cubicBezTo>
                      <a:cubicBezTo>
                        <a:pt x="454" y="259"/>
                        <a:pt x="503" y="241"/>
                        <a:pt x="561" y="241"/>
                      </a:cubicBezTo>
                      <a:cubicBezTo>
                        <a:pt x="618" y="241"/>
                        <a:pt x="665" y="257"/>
                        <a:pt x="702" y="291"/>
                      </a:cubicBezTo>
                      <a:cubicBezTo>
                        <a:pt x="739" y="325"/>
                        <a:pt x="758" y="367"/>
                        <a:pt x="758" y="418"/>
                      </a:cubicBezTo>
                      <a:cubicBezTo>
                        <a:pt x="758" y="443"/>
                        <a:pt x="753" y="467"/>
                        <a:pt x="743" y="489"/>
                      </a:cubicBezTo>
                      <a:cubicBezTo>
                        <a:pt x="732" y="512"/>
                        <a:pt x="721" y="529"/>
                        <a:pt x="707" y="541"/>
                      </a:cubicBezTo>
                      <a:cubicBezTo>
                        <a:pt x="694" y="554"/>
                        <a:pt x="667" y="575"/>
                        <a:pt x="624" y="606"/>
                      </a:cubicBezTo>
                      <a:cubicBezTo>
                        <a:pt x="612" y="615"/>
                        <a:pt x="605" y="624"/>
                        <a:pt x="601" y="632"/>
                      </a:cubicBezTo>
                      <a:cubicBezTo>
                        <a:pt x="598" y="640"/>
                        <a:pt x="596" y="658"/>
                        <a:pt x="596" y="685"/>
                      </a:cubicBezTo>
                      <a:close/>
                      <a:moveTo>
                        <a:pt x="614" y="749"/>
                      </a:moveTo>
                      <a:lnTo>
                        <a:pt x="614" y="861"/>
                      </a:lnTo>
                      <a:lnTo>
                        <a:pt x="509" y="861"/>
                      </a:lnTo>
                      <a:lnTo>
                        <a:pt x="509" y="749"/>
                      </a:lnTo>
                      <a:lnTo>
                        <a:pt x="614" y="749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35" name="Buttons"/>
              <p:cNvGrpSpPr/>
              <p:nvPr/>
            </p:nvGrpSpPr>
            <p:grpSpPr>
              <a:xfrm>
                <a:off x="2252662" y="2386471"/>
                <a:ext cx="1377404" cy="240384"/>
                <a:chOff x="2252662" y="2386471"/>
                <a:chExt cx="1377404" cy="240384"/>
              </a:xfrm>
            </p:grpSpPr>
            <p:sp>
              <p:nvSpPr>
                <p:cNvPr id="136" name="Button 1" descr="&lt;SmartSettings&gt;&lt;SmartResize anchorLeft=&quot;None&quot; anchorTop=&quot;None&quot; anchorRight=&quot;Absolute&quot; anchorBottom=&quot;Absolute&quot; /&gt;&lt;/SmartSettings&gt;"/>
                <p:cNvSpPr>
                  <a:spLocks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2967037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아니오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7" name="Button 2" descr="&lt;SmartSettings&gt;&lt;SmartResize anchorLeft=&quot;None&quot; anchorTop=&quot;None&quot; anchorRight=&quot;Absolute&quot; anchorBottom=&quot;Absolute&quot; /&gt;&lt;/SmartSettings&gt;"/>
                <p:cNvSpPr>
                  <a:spLocks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2252662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00" dirty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예</a:t>
                  </a:r>
                  <a:endPara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5919527" y="2646876"/>
              <a:ext cx="417341" cy="426344"/>
              <a:chOff x="5919527" y="2646876"/>
              <a:chExt cx="417341" cy="426344"/>
            </a:xfrm>
          </p:grpSpPr>
          <p:sp>
            <p:nvSpPr>
              <p:cNvPr id="216" name="타원 215"/>
              <p:cNvSpPr/>
              <p:nvPr/>
            </p:nvSpPr>
            <p:spPr>
              <a:xfrm>
                <a:off x="5919527" y="2686180"/>
                <a:ext cx="372410" cy="37241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" name="Text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962922" y="2646876"/>
                <a:ext cx="373946" cy="426344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500" b="1" noProof="1">
                    <a:solidFill>
                      <a:schemeClr val="bg1">
                        <a:lumMod val="6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?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6451965" y="3996363"/>
            <a:ext cx="1507463" cy="160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8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Mobile Toast</a:t>
            </a:r>
            <a:endParaRPr lang="ko-KR" altLang="en-US" sz="8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6439703" y="4276321"/>
            <a:ext cx="2489053" cy="21108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Text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2967599" y="6100867"/>
            <a:ext cx="966920" cy="100056"/>
            <a:chOff x="4086260" y="2708275"/>
            <a:chExt cx="483927" cy="46224"/>
          </a:xfrm>
        </p:grpSpPr>
        <p:sp>
          <p:nvSpPr>
            <p:cNvPr id="73" name="타원 72"/>
            <p:cNvSpPr/>
            <p:nvPr/>
          </p:nvSpPr>
          <p:spPr>
            <a:xfrm>
              <a:off x="4302326" y="2708275"/>
              <a:ext cx="51828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4" name="타원 73"/>
            <p:cNvSpPr/>
            <p:nvPr/>
          </p:nvSpPr>
          <p:spPr>
            <a:xfrm>
              <a:off x="4410359" y="2708275"/>
              <a:ext cx="51827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8" name="타원 77"/>
            <p:cNvSpPr/>
            <p:nvPr/>
          </p:nvSpPr>
          <p:spPr>
            <a:xfrm>
              <a:off x="4086260" y="2708275"/>
              <a:ext cx="51828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타원 78"/>
            <p:cNvSpPr/>
            <p:nvPr/>
          </p:nvSpPr>
          <p:spPr>
            <a:xfrm>
              <a:off x="4194294" y="2708275"/>
              <a:ext cx="51827" cy="4622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0" name="타원 79"/>
            <p:cNvSpPr/>
            <p:nvPr/>
          </p:nvSpPr>
          <p:spPr>
            <a:xfrm>
              <a:off x="4518360" y="2708275"/>
              <a:ext cx="51827" cy="462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60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Flowchart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예시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" name="AutoShape 76">
            <a:extLst>
              <a:ext uri="{FF2B5EF4-FFF2-40B4-BE49-F238E27FC236}">
                <a16:creationId xmlns:a16="http://schemas.microsoft.com/office/drawing/2014/main" id="{C30606A5-6379-C867-007E-8E5380E8A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24" y="946600"/>
            <a:ext cx="2386690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웹사이트 접속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69C1415-7F28-C310-9B5E-BF90FBCE591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578669" y="1205517"/>
            <a:ext cx="1537" cy="431747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76">
            <a:extLst>
              <a:ext uri="{FF2B5EF4-FFF2-40B4-BE49-F238E27FC236}">
                <a16:creationId xmlns:a16="http://schemas.microsoft.com/office/drawing/2014/main" id="{223F2B9F-D98E-9987-3A82-9A28D8943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24" y="1637264"/>
            <a:ext cx="2386690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메인화면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AutoShape 76">
            <a:extLst>
              <a:ext uri="{FF2B5EF4-FFF2-40B4-BE49-F238E27FC236}">
                <a16:creationId xmlns:a16="http://schemas.microsoft.com/office/drawing/2014/main" id="{8A473A81-FA84-C625-5332-3FA7FBADE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509" y="4142793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아이템 등록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4" name="AutoShape 76">
            <a:extLst>
              <a:ext uri="{FF2B5EF4-FFF2-40B4-BE49-F238E27FC236}">
                <a16:creationId xmlns:a16="http://schemas.microsoft.com/office/drawing/2014/main" id="{67BD742A-47C5-974A-B753-A0C2E0E37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642" y="4142793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5" name="AutoShape 76">
            <a:extLst>
              <a:ext uri="{FF2B5EF4-FFF2-40B4-BE49-F238E27FC236}">
                <a16:creationId xmlns:a16="http://schemas.microsoft.com/office/drawing/2014/main" id="{A7E7A6BA-C16A-3C3B-4FF9-42351FD12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775" y="2419105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96CBD69-7938-8E78-C3AF-90AA0EFBD8D6}"/>
              </a:ext>
            </a:extLst>
          </p:cNvPr>
          <p:cNvCxnSpPr>
            <a:stCxn id="21" idx="2"/>
            <a:endCxn id="25" idx="0"/>
          </p:cNvCxnSpPr>
          <p:nvPr/>
        </p:nvCxnSpPr>
        <p:spPr>
          <a:xfrm rot="16200000" flipH="1">
            <a:off x="4159859" y="1314990"/>
            <a:ext cx="522924" cy="1685305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76">
            <a:extLst>
              <a:ext uri="{FF2B5EF4-FFF2-40B4-BE49-F238E27FC236}">
                <a16:creationId xmlns:a16="http://schemas.microsoft.com/office/drawing/2014/main" id="{4E4101D8-6B42-9471-2003-2C46360B4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486" y="2419105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상세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0629A0-63E0-0A3D-21BD-C27AC306E071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6049172" y="2548564"/>
            <a:ext cx="669314" cy="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다이아몬드 36">
            <a:extLst>
              <a:ext uri="{FF2B5EF4-FFF2-40B4-BE49-F238E27FC236}">
                <a16:creationId xmlns:a16="http://schemas.microsoft.com/office/drawing/2014/main" id="{1389D480-638E-5E78-528E-DADE6D0AE973}"/>
              </a:ext>
            </a:extLst>
          </p:cNvPr>
          <p:cNvSpPr/>
          <p:nvPr/>
        </p:nvSpPr>
        <p:spPr>
          <a:xfrm>
            <a:off x="2154531" y="2288018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등록된 사용자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FD292164-CB10-BBF6-11AD-502405A7028E}"/>
              </a:ext>
            </a:extLst>
          </p:cNvPr>
          <p:cNvCxnSpPr>
            <a:stCxn id="37" idx="2"/>
            <a:endCxn id="23" idx="0"/>
          </p:cNvCxnSpPr>
          <p:nvPr/>
        </p:nvCxnSpPr>
        <p:spPr>
          <a:xfrm rot="5400000">
            <a:off x="1764927" y="2925724"/>
            <a:ext cx="1331850" cy="1102288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2121D69B-00AD-615F-0987-878FCD6B9E33}"/>
              </a:ext>
            </a:extLst>
          </p:cNvPr>
          <p:cNvCxnSpPr>
            <a:stCxn id="37" idx="2"/>
            <a:endCxn id="24" idx="0"/>
          </p:cNvCxnSpPr>
          <p:nvPr/>
        </p:nvCxnSpPr>
        <p:spPr>
          <a:xfrm rot="16200000" flipH="1">
            <a:off x="2610993" y="3181945"/>
            <a:ext cx="1331850" cy="589845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3A31C829-9A57-F085-BCAA-4CD73C8E8690}"/>
              </a:ext>
            </a:extLst>
          </p:cNvPr>
          <p:cNvCxnSpPr>
            <a:cxnSpLocks/>
            <a:stCxn id="37" idx="2"/>
            <a:endCxn id="25" idx="2"/>
          </p:cNvCxnSpPr>
          <p:nvPr/>
        </p:nvCxnSpPr>
        <p:spPr>
          <a:xfrm rot="5400000" flipH="1" flipV="1">
            <a:off x="4056524" y="1603494"/>
            <a:ext cx="132921" cy="2281978"/>
          </a:xfrm>
          <a:prstGeom prst="bentConnector3">
            <a:avLst>
              <a:gd name="adj1" fmla="val -494888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F302F2B-FDB1-CF7C-BF2D-7ABB55569D13}"/>
              </a:ext>
            </a:extLst>
          </p:cNvPr>
          <p:cNvCxnSpPr>
            <a:stCxn id="37" idx="3"/>
            <a:endCxn id="25" idx="1"/>
          </p:cNvCxnSpPr>
          <p:nvPr/>
        </p:nvCxnSpPr>
        <p:spPr>
          <a:xfrm flipV="1">
            <a:off x="3809461" y="2548564"/>
            <a:ext cx="669314" cy="917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897C743-F21F-8283-09D8-85FEC4A22130}"/>
              </a:ext>
            </a:extLst>
          </p:cNvPr>
          <p:cNvSpPr txBox="1"/>
          <p:nvPr/>
        </p:nvSpPr>
        <p:spPr>
          <a:xfrm>
            <a:off x="3175466" y="3215257"/>
            <a:ext cx="193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y: </a:t>
            </a:r>
            <a:r>
              <a:rPr lang="ko-KR" altLang="en-US" sz="1050"/>
              <a:t>모든 기능 사용 가능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E388C25-F56C-20DF-3DA5-DF77D7BB153F}"/>
              </a:ext>
            </a:extLst>
          </p:cNvPr>
          <p:cNvSpPr txBox="1"/>
          <p:nvPr/>
        </p:nvSpPr>
        <p:spPr>
          <a:xfrm>
            <a:off x="3661327" y="2547218"/>
            <a:ext cx="193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n: </a:t>
            </a:r>
            <a:r>
              <a:rPr lang="ko-KR" altLang="en-US" sz="1050"/>
              <a:t>제한된 기능</a:t>
            </a: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D243775E-2F2D-7B83-2A55-C362442F8A99}"/>
              </a:ext>
            </a:extLst>
          </p:cNvPr>
          <p:cNvSpPr/>
          <p:nvPr/>
        </p:nvSpPr>
        <p:spPr>
          <a:xfrm>
            <a:off x="1268963" y="2288018"/>
            <a:ext cx="589846" cy="589846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319D058-5449-2218-1924-1AC8DE53B34C}"/>
              </a:ext>
            </a:extLst>
          </p:cNvPr>
          <p:cNvCxnSpPr>
            <a:stCxn id="87" idx="6"/>
            <a:endCxn id="37" idx="1"/>
          </p:cNvCxnSpPr>
          <p:nvPr/>
        </p:nvCxnSpPr>
        <p:spPr>
          <a:xfrm flipV="1">
            <a:off x="1858809" y="2549481"/>
            <a:ext cx="295722" cy="3346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57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</a:t>
            </a:r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544A31-1C6A-4AFE-8177-64D0A41487E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97FDC75-2184-4883-AE8B-5ECADDE8D258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2250196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상품 기획전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</a:rPr>
              <a:t>Rolling Banner</a:t>
            </a:r>
          </a:p>
        </p:txBody>
      </p:sp>
      <p:sp>
        <p:nvSpPr>
          <p:cNvPr id="112" name="Text Box 4">
            <a:extLst>
              <a:ext uri="{FF2B5EF4-FFF2-40B4-BE49-F238E27FC236}">
                <a16:creationId xmlns:a16="http://schemas.microsoft.com/office/drawing/2014/main" id="{425082D9-CA19-4DB3-B315-81408638D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3531299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금주의 특가상품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List</a:t>
            </a:r>
          </a:p>
        </p:txBody>
      </p:sp>
      <p:sp>
        <p:nvSpPr>
          <p:cNvPr id="130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8904FE93-A8E3-4B74-8868-CF30874F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grpSp>
        <p:nvGrpSpPr>
          <p:cNvPr id="142" name="그룹 141"/>
          <p:cNvGrpSpPr/>
          <p:nvPr/>
        </p:nvGrpSpPr>
        <p:grpSpPr>
          <a:xfrm>
            <a:off x="4737607" y="2771635"/>
            <a:ext cx="318324" cy="73106"/>
            <a:chOff x="4083801" y="5957984"/>
            <a:chExt cx="385170" cy="88458"/>
          </a:xfrm>
        </p:grpSpPr>
        <p:sp>
          <p:nvSpPr>
            <p:cNvPr id="143" name="Indicator 3"/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Indicator 2"/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Indicator 2"/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A97FDC75-2184-4883-AE8B-5ECADDE8D258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21574" y="805686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index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E58A51-F274-B66D-6F8E-473309470649}"/>
              </a:ext>
            </a:extLst>
          </p:cNvPr>
          <p:cNvSpPr/>
          <p:nvPr/>
        </p:nvSpPr>
        <p:spPr>
          <a:xfrm>
            <a:off x="1931437" y="4064919"/>
            <a:ext cx="5952930" cy="1840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3E570C8-A951-0064-6602-17812BEE1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4631533"/>
            <a:ext cx="1258122" cy="28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결과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DD1887-A8F6-497B-A65A-D2E82A081FB3}"/>
              </a:ext>
            </a:extLst>
          </p:cNvPr>
          <p:cNvSpPr/>
          <p:nvPr/>
        </p:nvSpPr>
        <p:spPr>
          <a:xfrm>
            <a:off x="1931437" y="1592891"/>
            <a:ext cx="5952930" cy="24743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ED63ED-23EA-C57E-A944-913293CF5E66}"/>
              </a:ext>
            </a:extLst>
          </p:cNvPr>
          <p:cNvSpPr/>
          <p:nvPr/>
        </p:nvSpPr>
        <p:spPr>
          <a:xfrm>
            <a:off x="1931437" y="1797697"/>
            <a:ext cx="5952930" cy="200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안내사항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 ( </a:t>
            </a: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등록 기간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10" name="Border">
            <a:extLst>
              <a:ext uri="{FF2B5EF4-FFF2-40B4-BE49-F238E27FC236}">
                <a16:creationId xmlns:a16="http://schemas.microsoft.com/office/drawing/2014/main" id="{F9B928E0-0685-6A74-0DD3-AD1B509A7FA6}"/>
              </a:ext>
            </a:extLst>
          </p:cNvPr>
          <p:cNvSpPr>
            <a:spLocks/>
          </p:cNvSpPr>
          <p:nvPr/>
        </p:nvSpPr>
        <p:spPr bwMode="auto">
          <a:xfrm>
            <a:off x="3186263" y="2226841"/>
            <a:ext cx="1257952" cy="1282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1190733A-B79D-D14A-0BE6-405F4C4F8FB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273" y="2764690"/>
            <a:ext cx="118504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Border">
            <a:extLst>
              <a:ext uri="{FF2B5EF4-FFF2-40B4-BE49-F238E27FC236}">
                <a16:creationId xmlns:a16="http://schemas.microsoft.com/office/drawing/2014/main" id="{C7BE3EA4-3D53-F175-BA63-611F880747BB}"/>
              </a:ext>
            </a:extLst>
          </p:cNvPr>
          <p:cNvSpPr>
            <a:spLocks/>
          </p:cNvSpPr>
          <p:nvPr/>
        </p:nvSpPr>
        <p:spPr bwMode="auto">
          <a:xfrm>
            <a:off x="5475512" y="2226841"/>
            <a:ext cx="1257952" cy="1282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FEB47B24-01EF-D312-89F3-73C09386B9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14522" y="2764690"/>
            <a:ext cx="118504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60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3F44-82B2-5834-CBA8-152C1F53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4FBE9-5BC7-CA52-6B75-E29201C8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부식 등록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CAD3F29-DC56-FB82-4EF9-2269042D1C7D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6DEC398-759F-E5AA-8218-64F248C37715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 Box 4">
            <a:extLst>
              <a:ext uri="{FF2B5EF4-FFF2-40B4-BE49-F238E27FC236}">
                <a16:creationId xmlns:a16="http://schemas.microsoft.com/office/drawing/2014/main" id="{DD60DA8B-97F4-D55D-9CBB-F0F6C725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2250196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상품 기획전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</a:rPr>
              <a:t>Rolling Banner</a:t>
            </a:r>
          </a:p>
        </p:txBody>
      </p:sp>
      <p:sp>
        <p:nvSpPr>
          <p:cNvPr id="130" name="Text Box 4">
            <a:extLst>
              <a:ext uri="{FF2B5EF4-FFF2-40B4-BE49-F238E27FC236}">
                <a16:creationId xmlns:a16="http://schemas.microsoft.com/office/drawing/2014/main" id="{25078587-4E52-EFEF-9D4C-FA77D88EB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1B88207B-A567-7EE2-CCE3-C0C60DEBF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D9314960-6117-982A-A4E8-02D0B9046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A1A67C53-1B77-A728-6984-03D4271C850D}"/>
              </a:ext>
            </a:extLst>
          </p:cNvPr>
          <p:cNvGrpSpPr/>
          <p:nvPr/>
        </p:nvGrpSpPr>
        <p:grpSpPr>
          <a:xfrm>
            <a:off x="4737607" y="2771635"/>
            <a:ext cx="318324" cy="73106"/>
            <a:chOff x="4083801" y="5957984"/>
            <a:chExt cx="385170" cy="88458"/>
          </a:xfrm>
        </p:grpSpPr>
        <p:sp>
          <p:nvSpPr>
            <p:cNvPr id="143" name="Indicator 3">
              <a:extLst>
                <a:ext uri="{FF2B5EF4-FFF2-40B4-BE49-F238E27FC236}">
                  <a16:creationId xmlns:a16="http://schemas.microsoft.com/office/drawing/2014/main" id="{A6F0B042-55F0-0D9C-E99D-76DD71CF5220}"/>
                </a:ext>
              </a:extLst>
            </p:cNvPr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Indicator 2">
              <a:extLst>
                <a:ext uri="{FF2B5EF4-FFF2-40B4-BE49-F238E27FC236}">
                  <a16:creationId xmlns:a16="http://schemas.microsoft.com/office/drawing/2014/main" id="{742AC03D-D6FB-B3FA-7ACE-592801EFA2DD}"/>
                </a:ext>
              </a:extLst>
            </p:cNvPr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Indicator 2">
              <a:extLst>
                <a:ext uri="{FF2B5EF4-FFF2-40B4-BE49-F238E27FC236}">
                  <a16:creationId xmlns:a16="http://schemas.microsoft.com/office/drawing/2014/main" id="{44E0349E-C5B8-5CD8-74B0-F28872C00C21}"/>
                </a:ext>
              </a:extLst>
            </p:cNvPr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B5A3A5AF-562F-0BD4-7E12-5C721178BA0E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8B4C9FC-0332-C0C0-6C95-5524A0F674AC}"/>
              </a:ext>
            </a:extLst>
          </p:cNvPr>
          <p:cNvSpPr txBox="1"/>
          <p:nvPr/>
        </p:nvSpPr>
        <p:spPr>
          <a:xfrm>
            <a:off x="321574" y="805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부식 등록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D31D34-BBBD-7486-9491-AAB02C33F60B}"/>
              </a:ext>
            </a:extLst>
          </p:cNvPr>
          <p:cNvSpPr/>
          <p:nvPr/>
        </p:nvSpPr>
        <p:spPr>
          <a:xfrm>
            <a:off x="1931437" y="3429000"/>
            <a:ext cx="5952930" cy="2476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4E038E1-314A-94AF-FA6E-3E19B1295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4631533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등록된 아이템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5B28C6-EE9F-9752-5176-B1AFE02A25D8}"/>
              </a:ext>
            </a:extLst>
          </p:cNvPr>
          <p:cNvSpPr/>
          <p:nvPr/>
        </p:nvSpPr>
        <p:spPr>
          <a:xfrm>
            <a:off x="1931437" y="1592891"/>
            <a:ext cx="5952930" cy="1836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20E4CF0-7326-2D5A-F884-AEA827652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633372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아이템 등록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919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B9A6-0681-5D0D-D66B-1D4E7C7A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5504D-E013-EF0C-5723-E9162BAE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투표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2409B93-5766-04FA-6B6F-9470CFDE9DE2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78ACC87D-A087-07CB-9EF3-73070DA8D3E4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F497E6B0-6A68-E4BE-4E46-457FC102D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A7001FCE-FD7F-5CBC-D410-3EE457FB1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8C9BD2BD-0647-4454-BB04-ECB96545E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2770100C-EA14-B7E3-3E08-A0CC9B3AD6B5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C6FB9A1C-A37D-EF9E-127D-AB40BD620843}"/>
              </a:ext>
            </a:extLst>
          </p:cNvPr>
          <p:cNvSpPr txBox="1"/>
          <p:nvPr/>
        </p:nvSpPr>
        <p:spPr>
          <a:xfrm>
            <a:off x="321574" y="805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하기</a:t>
            </a:r>
            <a:endParaRPr lang="en-US" altLang="ko-KR" sz="1000" b="1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F426EF-E3DD-41D1-8DC8-9C0F65045AA8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336EE1E-38DB-8765-F5D4-4E0220329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335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4E7B-D86D-A324-5769-34D0752C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63789-8C10-374D-366B-231F9258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투표 상세 결과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111C6A1-4EB8-4A87-32FD-E9B6C88C2D30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00953E1-E8D6-F481-E2D6-C8DAA75B53DE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863CC852-515E-E945-943F-19CEDCFCF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3A507586-1FA5-C891-72F2-79CDC358E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9B740021-E39E-158D-0B47-36D7D9E2C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0A9ABC1D-C373-62C0-BAE8-69B01226781B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2311771-D786-5530-07B2-86FC37F6C69D}"/>
              </a:ext>
            </a:extLst>
          </p:cNvPr>
          <p:cNvSpPr txBox="1"/>
          <p:nvPr/>
        </p:nvSpPr>
        <p:spPr>
          <a:xfrm>
            <a:off x="321574" y="805686"/>
            <a:ext cx="1217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상세 결과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7C8A01-629E-339F-61C5-4F9DDF0918B5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76D1980-B31E-D8EC-D148-E37C92DC7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212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40024-AA65-021B-EF92-1718BBA5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98FD0-70BB-F67E-A0FE-41E6426B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주차별 투표 결과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C1C8F3A-F8BD-07F1-5532-8D8ED5FECF2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E029521-73F2-692D-00DD-4F378E722DBF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39FC238B-D137-B0CD-A83C-89B25569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250A1630-8F48-7E28-9C71-E0EE8E63F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4A2FFF25-0615-0FE1-8855-4B6E0800A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8BAD44B7-750A-384A-187D-68F57AF67E0F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D4D5AA7E-F46C-A848-EDDD-F49505C41BEF}"/>
              </a:ext>
            </a:extLst>
          </p:cNvPr>
          <p:cNvSpPr txBox="1"/>
          <p:nvPr/>
        </p:nvSpPr>
        <p:spPr>
          <a:xfrm>
            <a:off x="321574" y="805686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결과 </a:t>
            </a:r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list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8ACDA1-C869-48E6-91A7-C9EF2F2D0A18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FFA65E9-572A-B2E1-B259-786190577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주차별 투표 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484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2277-0CE9-0994-C8CD-18D9F13C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C13F5-0EDD-AE98-5659-3395689C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주차별 투표 결과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2247FDF-6B71-7DAE-BBEB-B63D096D13F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E489247-70EC-6C84-4261-8E72D8B74A9F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55E9D23B-4828-55E2-72EC-0E99BFF70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0A1E16A2-79C6-2F68-5C89-873A7C715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DF1BE442-4F5A-BB2B-349F-01D9C1D42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952DEE9B-56EA-5CFF-7CC0-25C46C93D4AA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F08FF06-81B2-2B4E-4A79-B1C9C010FCD3}"/>
              </a:ext>
            </a:extLst>
          </p:cNvPr>
          <p:cNvSpPr txBox="1"/>
          <p:nvPr/>
        </p:nvSpPr>
        <p:spPr>
          <a:xfrm>
            <a:off x="321574" y="80568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등록된 부식 </a:t>
            </a:r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list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1ED2FA-E426-03FB-ADB2-32B0B0E1C5DB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246FB1E-1704-06E6-081F-C176A5B1B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등록된 부식 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149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/d/boosik/index.html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76138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주간 투표 일자 알림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완료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주차별 투표 결과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iframe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최신 결과 하이라이트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결과 상세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카카오톡 로그인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(SSO)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결과들에 대한 반응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댓글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D4A3F00F-EA0F-8C10-B666-CEDDE81E7861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</a:t>
            </a:r>
            <a:endParaRPr 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940E4E-8208-66D3-57BB-525D068A9245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995CE00-CF0A-BC00-6B46-38CEB05194F4}"/>
              </a:ext>
            </a:extLst>
          </p:cNvPr>
          <p:cNvSpPr/>
          <p:nvPr/>
        </p:nvSpPr>
        <p:spPr bwMode="auto">
          <a:xfrm>
            <a:off x="241110" y="1331253"/>
            <a:ext cx="7360932" cy="41954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Text Box 4">
            <a:extLst>
              <a:ext uri="{FF2B5EF4-FFF2-40B4-BE49-F238E27FC236}">
                <a16:creationId xmlns:a16="http://schemas.microsoft.com/office/drawing/2014/main" id="{4ECD9500-3CBC-7F72-249F-004D2879A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659" y="1037969"/>
            <a:ext cx="1039406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3" name="Text Box 4">
            <a:extLst>
              <a:ext uri="{FF2B5EF4-FFF2-40B4-BE49-F238E27FC236}">
                <a16:creationId xmlns:a16="http://schemas.microsoft.com/office/drawing/2014/main" id="{5C4F82F7-16AD-A27A-644E-222EB11EB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114" y="5734684"/>
            <a:ext cx="1039410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A1DCA96-19A0-C7C1-39A0-EC0F6FAAE8F5}"/>
              </a:ext>
            </a:extLst>
          </p:cNvPr>
          <p:cNvSpPr/>
          <p:nvPr/>
        </p:nvSpPr>
        <p:spPr>
          <a:xfrm>
            <a:off x="1491551" y="4427740"/>
            <a:ext cx="4918084" cy="1005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2BA8AE6-1491-33A7-9A56-ACB34904A3C7}"/>
              </a:ext>
            </a:extLst>
          </p:cNvPr>
          <p:cNvSpPr/>
          <p:nvPr/>
        </p:nvSpPr>
        <p:spPr>
          <a:xfrm>
            <a:off x="1483955" y="1465493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sp>
        <p:nvSpPr>
          <p:cNvPr id="83" name="Border">
            <a:extLst>
              <a:ext uri="{FF2B5EF4-FFF2-40B4-BE49-F238E27FC236}">
                <a16:creationId xmlns:a16="http://schemas.microsoft.com/office/drawing/2014/main" id="{758D1CD6-C387-9782-A55A-5527765A427F}"/>
              </a:ext>
            </a:extLst>
          </p:cNvPr>
          <p:cNvSpPr>
            <a:spLocks/>
          </p:cNvSpPr>
          <p:nvPr/>
        </p:nvSpPr>
        <p:spPr bwMode="auto">
          <a:xfrm>
            <a:off x="2338295" y="1775103"/>
            <a:ext cx="921610" cy="93937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0B1F22DF-F5E1-9721-ACDC-6CE06F37F86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70969" y="2189483"/>
            <a:ext cx="868197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5" name="Border">
            <a:extLst>
              <a:ext uri="{FF2B5EF4-FFF2-40B4-BE49-F238E27FC236}">
                <a16:creationId xmlns:a16="http://schemas.microsoft.com/office/drawing/2014/main" id="{FDB87B1B-B497-BE4D-7A88-08C7A684A6D3}"/>
              </a:ext>
            </a:extLst>
          </p:cNvPr>
          <p:cNvSpPr>
            <a:spLocks/>
          </p:cNvSpPr>
          <p:nvPr/>
        </p:nvSpPr>
        <p:spPr bwMode="auto">
          <a:xfrm>
            <a:off x="4627544" y="1775103"/>
            <a:ext cx="921610" cy="93937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A32830DA-25C1-AA00-3783-749F8343214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60218" y="2189483"/>
            <a:ext cx="868197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3657623-681B-A88F-B131-CEBB93C07A79}"/>
              </a:ext>
            </a:extLst>
          </p:cNvPr>
          <p:cNvSpPr/>
          <p:nvPr/>
        </p:nvSpPr>
        <p:spPr>
          <a:xfrm>
            <a:off x="241110" y="990138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82BF9FA-FA46-B66B-040A-6F2614026857}"/>
              </a:ext>
            </a:extLst>
          </p:cNvPr>
          <p:cNvSpPr/>
          <p:nvPr/>
        </p:nvSpPr>
        <p:spPr>
          <a:xfrm>
            <a:off x="1491557" y="4435218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17CADD4-1137-AF34-AF36-C3E4EDA5B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21753"/>
              </p:ext>
            </p:extLst>
          </p:nvPr>
        </p:nvGraphicFramePr>
        <p:xfrm>
          <a:off x="1491551" y="4601058"/>
          <a:ext cx="491807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384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899688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선정 부식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list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04-28 ~ 05-02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몬스터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핫식스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육개장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....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04-21 ~ 04~25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</a:tbl>
          </a:graphicData>
        </a:graphic>
      </p:graphicFrame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6ECC06-6038-AAF1-4BD3-B99C4BFD3D10}"/>
              </a:ext>
            </a:extLst>
          </p:cNvPr>
          <p:cNvGrpSpPr/>
          <p:nvPr/>
        </p:nvGrpSpPr>
        <p:grpSpPr>
          <a:xfrm>
            <a:off x="6309924" y="4444390"/>
            <a:ext cx="95967" cy="989049"/>
            <a:chOff x="8697416" y="3436678"/>
            <a:chExt cx="108000" cy="1491751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9091EF7-EE3F-10FF-E419-00B1FEF7E867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3DFA13DF-2717-99BA-088E-9B27F2EF2821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CF11B6E-243E-6786-8332-2858177213BE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006E288E-FFFA-0B4A-9057-9BA644AF8146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03" name="그룹 235">
              <a:extLst>
                <a:ext uri="{FF2B5EF4-FFF2-40B4-BE49-F238E27FC236}">
                  <a16:creationId xmlns:a16="http://schemas.microsoft.com/office/drawing/2014/main" id="{B36AB434-FEB6-EF7B-9B8A-B1D7E84AC212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A7C6A2EB-A8D6-9C8F-2622-F411E7D3E877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0E8BAFAE-9CD0-675A-7538-9243F08F94A8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281C1BE2-47AD-25A0-A985-BF69DDF52D98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pic>
        <p:nvPicPr>
          <p:cNvPr id="107" name="그림 106">
            <a:extLst>
              <a:ext uri="{FF2B5EF4-FFF2-40B4-BE49-F238E27FC236}">
                <a16:creationId xmlns:a16="http://schemas.microsoft.com/office/drawing/2014/main" id="{50D47834-B15D-C82B-9996-9B33D84293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4634079"/>
            <a:ext cx="219641" cy="219641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4CAE21C7-E64F-9079-447C-AED3ECFCD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4863851"/>
            <a:ext cx="219641" cy="219641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DDBC16E2-B0EC-A9E2-9BEE-E003B3E927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5107085"/>
            <a:ext cx="219641" cy="219641"/>
          </a:xfrm>
          <a:prstGeom prst="rect">
            <a:avLst/>
          </a:prstGeom>
        </p:spPr>
      </p:pic>
      <p:pic>
        <p:nvPicPr>
          <p:cNvPr id="111" name="그래픽 110" descr="배지 1 단색으로 채워진">
            <a:extLst>
              <a:ext uri="{FF2B5EF4-FFF2-40B4-BE49-F238E27FC236}">
                <a16:creationId xmlns:a16="http://schemas.microsoft.com/office/drawing/2014/main" id="{AD387439-CF6F-D565-6FD1-4FBA487DA8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5366" y="1435097"/>
            <a:ext cx="246185" cy="246185"/>
          </a:xfrm>
          <a:prstGeom prst="rect">
            <a:avLst/>
          </a:prstGeom>
        </p:spPr>
      </p:pic>
      <p:pic>
        <p:nvPicPr>
          <p:cNvPr id="113" name="그래픽 112" descr="배지 단색으로 채워진">
            <a:extLst>
              <a:ext uri="{FF2B5EF4-FFF2-40B4-BE49-F238E27FC236}">
                <a16:creationId xmlns:a16="http://schemas.microsoft.com/office/drawing/2014/main" id="{2A086018-B861-3E05-02EE-A70DAA7035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7252" y="1044256"/>
            <a:ext cx="246185" cy="246185"/>
          </a:xfrm>
          <a:prstGeom prst="rect">
            <a:avLst/>
          </a:prstGeom>
        </p:spPr>
      </p:pic>
      <p:pic>
        <p:nvPicPr>
          <p:cNvPr id="115" name="그래픽 114" descr="배지 3 단색으로 채워진">
            <a:extLst>
              <a:ext uri="{FF2B5EF4-FFF2-40B4-BE49-F238E27FC236}">
                <a16:creationId xmlns:a16="http://schemas.microsoft.com/office/drawing/2014/main" id="{7C58B5BE-AF9B-1A66-3C7B-6F3FC5D9B7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34837" y="1816531"/>
            <a:ext cx="246185" cy="246185"/>
          </a:xfrm>
          <a:prstGeom prst="rect">
            <a:avLst/>
          </a:prstGeom>
        </p:spPr>
      </p:pic>
      <p:pic>
        <p:nvPicPr>
          <p:cNvPr id="117" name="그래픽 116" descr="배지 4 단색으로 채워진">
            <a:extLst>
              <a:ext uri="{FF2B5EF4-FFF2-40B4-BE49-F238E27FC236}">
                <a16:creationId xmlns:a16="http://schemas.microsoft.com/office/drawing/2014/main" id="{D0579422-19A1-93E3-B5A2-3E7B4A4A95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24086" y="1753722"/>
            <a:ext cx="246185" cy="246185"/>
          </a:xfrm>
          <a:prstGeom prst="rect">
            <a:avLst/>
          </a:prstGeom>
        </p:spPr>
      </p:pic>
      <p:pic>
        <p:nvPicPr>
          <p:cNvPr id="121" name="그래픽 120" descr="배지 6 단색으로 채워진">
            <a:extLst>
              <a:ext uri="{FF2B5EF4-FFF2-40B4-BE49-F238E27FC236}">
                <a16:creationId xmlns:a16="http://schemas.microsoft.com/office/drawing/2014/main" id="{68FB6744-6B72-08DA-539E-3FC5F8F659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12479" y="4901266"/>
            <a:ext cx="246185" cy="246185"/>
          </a:xfrm>
          <a:prstGeom prst="rect">
            <a:avLst/>
          </a:prstGeom>
        </p:spPr>
      </p:pic>
      <p:pic>
        <p:nvPicPr>
          <p:cNvPr id="123" name="그래픽 122" descr="배지 7 단색으로 채워진">
            <a:extLst>
              <a:ext uri="{FF2B5EF4-FFF2-40B4-BE49-F238E27FC236}">
                <a16:creationId xmlns:a16="http://schemas.microsoft.com/office/drawing/2014/main" id="{6451B4A6-E641-D5FF-E175-66BDCE3884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99683" y="4611814"/>
            <a:ext cx="246185" cy="246185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BD031E5F-4EE2-E71C-F62C-BDEF80A812F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96" y="1071488"/>
            <a:ext cx="142662" cy="142662"/>
          </a:xfrm>
          <a:prstGeom prst="rect">
            <a:avLst/>
          </a:prstGeom>
        </p:spPr>
      </p:pic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5FF7B4FE-0983-B951-6C80-092C8EABF047}"/>
              </a:ext>
            </a:extLst>
          </p:cNvPr>
          <p:cNvSpPr/>
          <p:nvPr/>
        </p:nvSpPr>
        <p:spPr>
          <a:xfrm>
            <a:off x="241110" y="552547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1" name="그래픽 130" descr="배지 7 단색으로 채워진">
            <a:extLst>
              <a:ext uri="{FF2B5EF4-FFF2-40B4-BE49-F238E27FC236}">
                <a16:creationId xmlns:a16="http://schemas.microsoft.com/office/drawing/2014/main" id="{22971285-BFC1-1D7E-550D-D4906620A55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99683" y="4854571"/>
            <a:ext cx="246185" cy="246185"/>
          </a:xfrm>
          <a:prstGeom prst="rect">
            <a:avLst/>
          </a:prstGeom>
        </p:spPr>
      </p:pic>
      <p:pic>
        <p:nvPicPr>
          <p:cNvPr id="132" name="그래픽 131" descr="배지 7 단색으로 채워진">
            <a:extLst>
              <a:ext uri="{FF2B5EF4-FFF2-40B4-BE49-F238E27FC236}">
                <a16:creationId xmlns:a16="http://schemas.microsoft.com/office/drawing/2014/main" id="{19C920B0-5668-6C54-E559-CDEF7ADBA8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99683" y="5097340"/>
            <a:ext cx="246185" cy="246185"/>
          </a:xfrm>
          <a:prstGeom prst="rect">
            <a:avLst/>
          </a:prstGeom>
        </p:spPr>
      </p:pic>
      <p:pic>
        <p:nvPicPr>
          <p:cNvPr id="125" name="그래픽 124" descr="배지 8 단색으로 채워진">
            <a:extLst>
              <a:ext uri="{FF2B5EF4-FFF2-40B4-BE49-F238E27FC236}">
                <a16:creationId xmlns:a16="http://schemas.microsoft.com/office/drawing/2014/main" id="{EF80E41B-DC16-8808-984B-9B67E85003D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199312" y="790722"/>
            <a:ext cx="246185" cy="246185"/>
          </a:xfrm>
          <a:prstGeom prst="rect">
            <a:avLst/>
          </a:prstGeom>
        </p:spPr>
      </p:pic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08C4CBF-871A-D397-009B-B2BC6FB6EF08}"/>
              </a:ext>
            </a:extLst>
          </p:cNvPr>
          <p:cNvGrpSpPr/>
          <p:nvPr/>
        </p:nvGrpSpPr>
        <p:grpSpPr>
          <a:xfrm>
            <a:off x="7268248" y="1016987"/>
            <a:ext cx="268248" cy="268248"/>
            <a:chOff x="2114611" y="5573840"/>
            <a:chExt cx="368584" cy="368584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FB6F98EB-1177-7125-177D-48F6249E99F2}"/>
                </a:ext>
              </a:extLst>
            </p:cNvPr>
            <p:cNvSpPr/>
            <p:nvPr/>
          </p:nvSpPr>
          <p:spPr>
            <a:xfrm>
              <a:off x="2114611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14680A83-CDF1-2276-B269-A71A59BD1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903" y="5664442"/>
              <a:ext cx="216000" cy="216000"/>
            </a:xfrm>
            <a:prstGeom prst="rect">
              <a:avLst/>
            </a:prstGeom>
            <a:noFill/>
          </p:spPr>
        </p:pic>
      </p:grp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622EF6AB-120F-23BD-64E1-46E8F62D1A44}"/>
              </a:ext>
            </a:extLst>
          </p:cNvPr>
          <p:cNvCxnSpPr/>
          <p:nvPr/>
        </p:nvCxnSpPr>
        <p:spPr>
          <a:xfrm>
            <a:off x="7171319" y="1044256"/>
            <a:ext cx="0" cy="240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0" name="그래픽 139" descr="배지 9 단색으로 채워진">
            <a:extLst>
              <a:ext uri="{FF2B5EF4-FFF2-40B4-BE49-F238E27FC236}">
                <a16:creationId xmlns:a16="http://schemas.microsoft.com/office/drawing/2014/main" id="{CB77A893-D87F-B49D-BD93-C7EBF981BAD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05635" y="1041652"/>
            <a:ext cx="246185" cy="246185"/>
          </a:xfrm>
          <a:prstGeom prst="rect">
            <a:avLst/>
          </a:prstGeom>
        </p:spPr>
      </p:pic>
      <p:pic>
        <p:nvPicPr>
          <p:cNvPr id="2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F2778441-48E7-D872-4002-C094FDEBB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437265" y="1109793"/>
            <a:ext cx="138365" cy="11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B52A4A-6AEF-33FD-E714-F3C44BEC76BD}"/>
              </a:ext>
            </a:extLst>
          </p:cNvPr>
          <p:cNvSpPr/>
          <p:nvPr/>
        </p:nvSpPr>
        <p:spPr>
          <a:xfrm>
            <a:off x="1491551" y="2867788"/>
            <a:ext cx="4918084" cy="13882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실시간 투표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C3EA0BB-14D9-285D-ED1C-B3E97A60F8CC}"/>
              </a:ext>
            </a:extLst>
          </p:cNvPr>
          <p:cNvSpPr/>
          <p:nvPr/>
        </p:nvSpPr>
        <p:spPr>
          <a:xfrm>
            <a:off x="5549154" y="4863851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+3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D892C1-9317-CE3B-7CBF-8698178B770C}"/>
              </a:ext>
            </a:extLst>
          </p:cNvPr>
          <p:cNvSpPr/>
          <p:nvPr/>
        </p:nvSpPr>
        <p:spPr>
          <a:xfrm>
            <a:off x="5549154" y="5105634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+1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1B2CE518-8BED-0EF1-74D5-37E079340868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6048535" y="5017332"/>
            <a:ext cx="660248" cy="128193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그래픽 19" descr="배지 10 단색으로 채워진">
            <a:extLst>
              <a:ext uri="{FF2B5EF4-FFF2-40B4-BE49-F238E27FC236}">
                <a16:creationId xmlns:a16="http://schemas.microsoft.com/office/drawing/2014/main" id="{97BBAB67-CB29-945D-17E4-56CF3547543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22063" y="5899358"/>
            <a:ext cx="246185" cy="246185"/>
          </a:xfrm>
          <a:prstGeom prst="rect">
            <a:avLst/>
          </a:prstGeom>
        </p:spPr>
      </p:pic>
      <p:pic>
        <p:nvPicPr>
          <p:cNvPr id="119" name="그래픽 118" descr="배지 5 단색으로 채워진">
            <a:extLst>
              <a:ext uri="{FF2B5EF4-FFF2-40B4-BE49-F238E27FC236}">
                <a16:creationId xmlns:a16="http://schemas.microsoft.com/office/drawing/2014/main" id="{D9A9DE69-1A71-A3E6-FF15-415CA169598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40305" y="4607535"/>
            <a:ext cx="246185" cy="24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63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E0BD-4052-0E7D-69DF-3350034A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3E93AE1-905C-F471-B62B-FA3B18BB4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/d/boosik/sub/additem.html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32CB75F-76C8-57B1-D751-5FF6DEAE56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FA8BC090-D64A-30B5-5692-35282F3B0B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DF125979-EE94-0045-AEB7-10805999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1145BE9-6424-A496-FBF0-7A0BFB1833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C962516E-ED7E-27AA-E0D9-927E07D2E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879300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메인화면으로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그냥 내 정보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상자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이마트에서 크롤링한 가격 정보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내가 고른 부식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menu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검색하여 선택한 제품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투표에 메뉴 추가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중복 검색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사람이 추가한 메뉴들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iframe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메인페이지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감정에 호소하기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 area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C6D94356-41E2-5600-FBEE-8C1DAC122036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4BE19B4-E81F-DE63-5EF7-589D0E600A77}"/>
              </a:ext>
            </a:extLst>
          </p:cNvPr>
          <p:cNvSpPr/>
          <p:nvPr/>
        </p:nvSpPr>
        <p:spPr>
          <a:xfrm>
            <a:off x="12833" y="585006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393170-DF22-2B9C-A549-0FB8ACAB13A8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17F49E-3B00-E73E-5896-750B6FEDDE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6B897-2150-4D45-29C3-A22E2D6A4F11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3AAD2048-57F0-3C49-44DA-E206306576E5}"/>
              </a:ext>
            </a:extLst>
          </p:cNvPr>
          <p:cNvSpPr/>
          <p:nvPr/>
        </p:nvSpPr>
        <p:spPr>
          <a:xfrm>
            <a:off x="2303930" y="1405824"/>
            <a:ext cx="329332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예감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211A46C-03CA-F136-CFAF-E0C75C92CA0F}"/>
              </a:ext>
            </a:extLst>
          </p:cNvPr>
          <p:cNvGrpSpPr/>
          <p:nvPr/>
        </p:nvGrpSpPr>
        <p:grpSpPr>
          <a:xfrm>
            <a:off x="5299432" y="1417159"/>
            <a:ext cx="209512" cy="208470"/>
            <a:chOff x="707191" y="4221565"/>
            <a:chExt cx="190465" cy="18951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2CA65EB-FC4C-248A-73DF-213E5FBC1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D049EE-4279-23A5-EFBC-ED13E1B1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FEE0CE-2DF5-8D70-1D87-F073A8B054EC}"/>
              </a:ext>
            </a:extLst>
          </p:cNvPr>
          <p:cNvSpPr/>
          <p:nvPr/>
        </p:nvSpPr>
        <p:spPr>
          <a:xfrm>
            <a:off x="1491557" y="1791478"/>
            <a:ext cx="4918071" cy="256591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05A2C6-7F9E-84D1-8F9A-53549F201F77}"/>
              </a:ext>
            </a:extLst>
          </p:cNvPr>
          <p:cNvSpPr/>
          <p:nvPr/>
        </p:nvSpPr>
        <p:spPr>
          <a:xfrm>
            <a:off x="1491557" y="4510404"/>
            <a:ext cx="4918072" cy="158559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A3895AE-846C-3D33-882F-22A6B75D3B91}"/>
              </a:ext>
            </a:extLst>
          </p:cNvPr>
          <p:cNvGrpSpPr/>
          <p:nvPr/>
        </p:nvGrpSpPr>
        <p:grpSpPr>
          <a:xfrm>
            <a:off x="6305198" y="4506981"/>
            <a:ext cx="104430" cy="1585596"/>
            <a:chOff x="8697416" y="3436678"/>
            <a:chExt cx="108000" cy="149175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74AE8ED-0541-BCD0-CE44-2C2F75683A51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90E58A2-6BDA-0A95-C1C3-FAFE73CBF78A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9880296-4418-6C78-42B8-A04F1476C2AE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91AE419-F3B2-AC75-9749-C1CC51357AE5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3" name="그룹 235">
              <a:extLst>
                <a:ext uri="{FF2B5EF4-FFF2-40B4-BE49-F238E27FC236}">
                  <a16:creationId xmlns:a16="http://schemas.microsoft.com/office/drawing/2014/main" id="{FFB15040-12DF-1D64-B66A-395719C7E33E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A66F99DB-1F9C-7780-9D7B-271D4C0208E7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657545EE-C60A-3B8D-8838-F8B997860C27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6617DF4C-4BEF-70D6-D07C-F3C717F0A858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65E2F6-D536-6A9E-1E24-70F41D241FF6}"/>
              </a:ext>
            </a:extLst>
          </p:cNvPr>
          <p:cNvSpPr/>
          <p:nvPr/>
        </p:nvSpPr>
        <p:spPr>
          <a:xfrm>
            <a:off x="1491557" y="4424061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등록된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C2BF09-4524-87F5-65FC-FFCF16C42611}"/>
              </a:ext>
            </a:extLst>
          </p:cNvPr>
          <p:cNvSpPr/>
          <p:nvPr/>
        </p:nvSpPr>
        <p:spPr>
          <a:xfrm>
            <a:off x="1491557" y="1796085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추가할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29" name="Box">
            <a:extLst>
              <a:ext uri="{FF2B5EF4-FFF2-40B4-BE49-F238E27FC236}">
                <a16:creationId xmlns:a16="http://schemas.microsoft.com/office/drawing/2014/main" id="{E1D0311E-09D1-DB0B-935D-358DFB0B9EE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03931" y="1647095"/>
            <a:ext cx="329332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</a:pPr>
            <a:r>
              <a:rPr lang="ko-KR" alt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예감 </a:t>
            </a:r>
            <a:r>
              <a:rPr lang="en-US" altLang="ko-KR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/ 4,000</a:t>
            </a:r>
            <a:endParaRPr lang="en-US" sz="800" noProof="1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1" name="Selection Overlay">
            <a:extLst>
              <a:ext uri="{FF2B5EF4-FFF2-40B4-BE49-F238E27FC236}">
                <a16:creationId xmlns:a16="http://schemas.microsoft.com/office/drawing/2014/main" id="{12FE732E-336D-4EF6-E294-BBE3C007774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03931" y="1679917"/>
            <a:ext cx="3293326" cy="165672"/>
          </a:xfrm>
          <a:prstGeom prst="rect">
            <a:avLst/>
          </a:prstGeom>
          <a:solidFill>
            <a:srgbClr val="5B9BD5">
              <a:alpha val="21961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3" name="그래픽 32" descr="배지 1 단색으로 채워진">
            <a:extLst>
              <a:ext uri="{FF2B5EF4-FFF2-40B4-BE49-F238E27FC236}">
                <a16:creationId xmlns:a16="http://schemas.microsoft.com/office/drawing/2014/main" id="{A15FD485-F4C4-F232-3541-E1E901204D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23538" y="737500"/>
            <a:ext cx="197363" cy="197363"/>
          </a:xfrm>
          <a:prstGeom prst="rect">
            <a:avLst/>
          </a:prstGeom>
        </p:spPr>
      </p:pic>
      <p:pic>
        <p:nvPicPr>
          <p:cNvPr id="35" name="그래픽 34" descr="배지 단색으로 채워진">
            <a:extLst>
              <a:ext uri="{FF2B5EF4-FFF2-40B4-BE49-F238E27FC236}">
                <a16:creationId xmlns:a16="http://schemas.microsoft.com/office/drawing/2014/main" id="{7DB3FD9B-B3CD-2F41-E437-59356E76D8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4831" y="737500"/>
            <a:ext cx="197363" cy="197363"/>
          </a:xfrm>
          <a:prstGeom prst="rect">
            <a:avLst/>
          </a:prstGeom>
        </p:spPr>
      </p:pic>
      <p:pic>
        <p:nvPicPr>
          <p:cNvPr id="37" name="그래픽 36" descr="배지 3 단색으로 채워진">
            <a:extLst>
              <a:ext uri="{FF2B5EF4-FFF2-40B4-BE49-F238E27FC236}">
                <a16:creationId xmlns:a16="http://schemas.microsoft.com/office/drawing/2014/main" id="{922452C2-B1F8-AA0B-2F53-20D2EFF26B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43549" y="1414020"/>
            <a:ext cx="197363" cy="197363"/>
          </a:xfrm>
          <a:prstGeom prst="rect">
            <a:avLst/>
          </a:prstGeom>
        </p:spPr>
      </p:pic>
      <p:pic>
        <p:nvPicPr>
          <p:cNvPr id="39" name="그래픽 38" descr="배지 4 단색으로 채워진">
            <a:extLst>
              <a:ext uri="{FF2B5EF4-FFF2-40B4-BE49-F238E27FC236}">
                <a16:creationId xmlns:a16="http://schemas.microsoft.com/office/drawing/2014/main" id="{0B5F164A-12AD-BBAF-D3BC-CBE61A7EAC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59834" y="1611383"/>
            <a:ext cx="197363" cy="197363"/>
          </a:xfrm>
          <a:prstGeom prst="rect">
            <a:avLst/>
          </a:prstGeom>
        </p:spPr>
      </p:pic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C2847713-03DB-3224-E9F7-05D819C18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368937"/>
              </p:ext>
            </p:extLst>
          </p:nvPr>
        </p:nvGraphicFramePr>
        <p:xfrm>
          <a:off x="1491551" y="1992353"/>
          <a:ext cx="491807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9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268071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4000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ㅡ투니차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&lt;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ㅜㄴ아러ㅏ미ㅏㅓㄹ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</a:tbl>
          </a:graphicData>
        </a:graphic>
      </p:graphicFrame>
      <p:pic>
        <p:nvPicPr>
          <p:cNvPr id="41" name="그래픽 40" descr="배지 5 단색으로 채워진">
            <a:extLst>
              <a:ext uri="{FF2B5EF4-FFF2-40B4-BE49-F238E27FC236}">
                <a16:creationId xmlns:a16="http://schemas.microsoft.com/office/drawing/2014/main" id="{80C84EA7-E215-74D2-1A1C-34B80B3635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5504" y="1774116"/>
            <a:ext cx="197363" cy="197363"/>
          </a:xfrm>
          <a:prstGeom prst="rect">
            <a:avLst/>
          </a:prstGeom>
        </p:spPr>
      </p:pic>
      <p:pic>
        <p:nvPicPr>
          <p:cNvPr id="43" name="그래픽 42" descr="배지 6 단색으로 채워진">
            <a:extLst>
              <a:ext uri="{FF2B5EF4-FFF2-40B4-BE49-F238E27FC236}">
                <a16:creationId xmlns:a16="http://schemas.microsoft.com/office/drawing/2014/main" id="{7A5FAE94-B2E1-D167-A7BE-E742AFC1DB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99029" y="2255548"/>
            <a:ext cx="197363" cy="197363"/>
          </a:xfrm>
          <a:prstGeom prst="rect">
            <a:avLst/>
          </a:prstGeom>
        </p:spPr>
      </p:pic>
      <p:pic>
        <p:nvPicPr>
          <p:cNvPr id="45" name="그래픽 44" descr="배지 7 단색으로 채워진">
            <a:extLst>
              <a:ext uri="{FF2B5EF4-FFF2-40B4-BE49-F238E27FC236}">
                <a16:creationId xmlns:a16="http://schemas.microsoft.com/office/drawing/2014/main" id="{59B537FA-BAE3-60E5-68FD-67A2B24708A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75904" y="4013978"/>
            <a:ext cx="197363" cy="197363"/>
          </a:xfrm>
          <a:prstGeom prst="rect">
            <a:avLst/>
          </a:prstGeom>
        </p:spPr>
      </p:pic>
      <p:pic>
        <p:nvPicPr>
          <p:cNvPr id="47" name="그래픽 46" descr="배지 8 단색으로 채워진">
            <a:extLst>
              <a:ext uri="{FF2B5EF4-FFF2-40B4-BE49-F238E27FC236}">
                <a16:creationId xmlns:a16="http://schemas.microsoft.com/office/drawing/2014/main" id="{11276242-029F-6CDE-ADBF-1F9A2E62B7D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21690" y="4408299"/>
            <a:ext cx="197363" cy="197363"/>
          </a:xfrm>
          <a:prstGeom prst="rect">
            <a:avLst/>
          </a:prstGeom>
        </p:spPr>
      </p:pic>
      <p:pic>
        <p:nvPicPr>
          <p:cNvPr id="49" name="그래픽 48" descr="배지 9 단색으로 채워진">
            <a:extLst>
              <a:ext uri="{FF2B5EF4-FFF2-40B4-BE49-F238E27FC236}">
                <a16:creationId xmlns:a16="http://schemas.microsoft.com/office/drawing/2014/main" id="{37BD46C4-5E9A-8E9C-0234-C7AA990C3D9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94185" y="1104142"/>
            <a:ext cx="197363" cy="197363"/>
          </a:xfrm>
          <a:prstGeom prst="rect">
            <a:avLst/>
          </a:prstGeom>
        </p:spPr>
      </p:pic>
      <p:sp>
        <p:nvSpPr>
          <p:cNvPr id="51" name="Rectangle 89">
            <a:extLst>
              <a:ext uri="{FF2B5EF4-FFF2-40B4-BE49-F238E27FC236}">
                <a16:creationId xmlns:a16="http://schemas.microsoft.com/office/drawing/2014/main" id="{62BB558B-D937-024A-20BA-6393D4C5F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4586" y="3998462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등록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98B25A8-9FF0-DB7B-9378-CACE7CF30A13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50839601-FE8A-E494-72BF-970E02DC0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FD7EEB30-4CD7-87F0-F457-419EE9C0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034BB3BF-FE58-85DB-2E8A-7DD1F103B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96896"/>
              </p:ext>
            </p:extLst>
          </p:nvPr>
        </p:nvGraphicFramePr>
        <p:xfrm>
          <a:off x="1491551" y="4599072"/>
          <a:ext cx="491807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9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268071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1200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정말 맛있어요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 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상준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</a:tbl>
          </a:graphicData>
        </a:graphic>
      </p:graphicFrame>
      <p:pic>
        <p:nvPicPr>
          <p:cNvPr id="57" name="그래픽 56" descr="배지 10 단색으로 채워진">
            <a:extLst>
              <a:ext uri="{FF2B5EF4-FFF2-40B4-BE49-F238E27FC236}">
                <a16:creationId xmlns:a16="http://schemas.microsoft.com/office/drawing/2014/main" id="{336B6498-B8FF-01FA-3064-57AEF216148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953000" y="2254622"/>
            <a:ext cx="194624" cy="1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65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7CBE-750A-A6B0-4039-DC78B86C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FEB1998-C63B-F069-7897-D764F5FDC8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/d/boosik/sub/vote.html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B0FC1CF-533A-EEB7-7111-2D0BA92D4A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vote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A3CD55D-98E6-DBEB-D3E5-F4C36A8B6A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투표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B21600E0-5F0B-ABA4-CC9F-31C4DEA5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289BB56B-F3CB-5EFB-44EA-BB9F2798B9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121A3DFB-CDDB-7E39-B609-3395EC0DB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10559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메인화면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버튼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/checkbox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 총계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제출 버튼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50000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이하만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초과 메시지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0CC5446D-EECF-FDD0-CD10-16E385197B52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733B59-0946-143C-9D33-BC2AF54B2EF0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022A65-1714-3008-0B78-5393457EF2EC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6E7D9D-BB45-368A-67D0-64A3C02030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94177B-6A1F-7CDD-2309-21F26D9FEEBA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B9F8F0-A0BD-30AE-7E53-6F3A387BA71A}"/>
              </a:ext>
            </a:extLst>
          </p:cNvPr>
          <p:cNvSpPr/>
          <p:nvPr/>
        </p:nvSpPr>
        <p:spPr>
          <a:xfrm>
            <a:off x="1491551" y="1539189"/>
            <a:ext cx="4918072" cy="4530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16131DC-194D-8E7D-F264-D905938F9FF4}"/>
              </a:ext>
            </a:extLst>
          </p:cNvPr>
          <p:cNvGrpSpPr/>
          <p:nvPr/>
        </p:nvGrpSpPr>
        <p:grpSpPr>
          <a:xfrm>
            <a:off x="6305198" y="1532446"/>
            <a:ext cx="104424" cy="4135185"/>
            <a:chOff x="8697416" y="3436678"/>
            <a:chExt cx="108000" cy="149175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B99C54C-77F1-E3B1-4CA0-2E89EEE7F758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FD4E22-3F58-5861-3723-C479691435A0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7C65AF-6743-6744-19C0-24C8DB21A291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CB2ED4C-986A-0DBE-3648-D40D83E83BF7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1" name="그룹 235">
              <a:extLst>
                <a:ext uri="{FF2B5EF4-FFF2-40B4-BE49-F238E27FC236}">
                  <a16:creationId xmlns:a16="http://schemas.microsoft.com/office/drawing/2014/main" id="{6B84BD30-4874-285E-0AC7-800E39887F2F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A986D1D-4D7C-2C84-F9F0-A3450A39483B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0058CAF-E736-E881-00F7-20A1A0702ED3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241583D-4E29-63D1-8DBF-2C322EB6C374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C38A8D-B042-CF47-3F65-8764F6A20C65}"/>
              </a:ext>
            </a:extLst>
          </p:cNvPr>
          <p:cNvSpPr/>
          <p:nvPr/>
        </p:nvSpPr>
        <p:spPr>
          <a:xfrm>
            <a:off x="1491557" y="1373349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등록된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66E1439-D16A-D35E-59F0-0727A7510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750006"/>
              </p:ext>
            </p:extLst>
          </p:nvPr>
        </p:nvGraphicFramePr>
        <p:xfrm>
          <a:off x="1491550" y="1615086"/>
          <a:ext cx="477883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73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52915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2677357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  <a:gridCol w="486590">
                  <a:extLst>
                    <a:ext uri="{9D8B030D-6E8A-4147-A177-3AD203B41FA5}">
                      <a16:colId xmlns:a16="http://schemas.microsoft.com/office/drawing/2014/main" val="2562424380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누군가의 호소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투표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1200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정말 맛있어요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68EBA988-5156-77C6-77F8-62EF8FCE6283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37EFAC8-C94A-7C9E-3255-6E040C77F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50B1385-8326-E46C-B2D3-D65426D5C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5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ECB03C73-43DC-9452-2D1B-DCDB07ABB9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20838" y="192156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BEBD7F0-013A-52D1-E32F-CA33AE04ADB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020838" y="2153181"/>
            <a:ext cx="131556" cy="131556"/>
            <a:chOff x="554563" y="2632644"/>
            <a:chExt cx="131556" cy="131556"/>
          </a:xfrm>
        </p:grpSpPr>
        <p:sp>
          <p:nvSpPr>
            <p:cNvPr id="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C1FE8F8-33E4-4A8D-2C85-0C0BCE37B84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45439850-F15A-37DE-899F-04D1E8734E03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5" name="Accept">
            <a:extLst>
              <a:ext uri="{FF2B5EF4-FFF2-40B4-BE49-F238E27FC236}">
                <a16:creationId xmlns:a16="http://schemas.microsoft.com/office/drawing/2014/main" id="{4DC5D0AA-A683-7354-87BC-AB97166C2866}"/>
              </a:ext>
            </a:extLst>
          </p:cNvPr>
          <p:cNvSpPr>
            <a:spLocks noChangeAspect="1"/>
          </p:cNvSpPr>
          <p:nvPr/>
        </p:nvSpPr>
        <p:spPr bwMode="auto">
          <a:xfrm>
            <a:off x="6057334" y="195986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484F78-A85C-E2B6-D286-79EAAC785906}"/>
              </a:ext>
            </a:extLst>
          </p:cNvPr>
          <p:cNvSpPr/>
          <p:nvPr/>
        </p:nvSpPr>
        <p:spPr>
          <a:xfrm>
            <a:off x="1491557" y="5667218"/>
            <a:ext cx="4918072" cy="4091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: 2,400\</a:t>
            </a:r>
          </a:p>
        </p:txBody>
      </p:sp>
      <p:sp>
        <p:nvSpPr>
          <p:cNvPr id="35" name="Rectangle 89">
            <a:extLst>
              <a:ext uri="{FF2B5EF4-FFF2-40B4-BE49-F238E27FC236}">
                <a16:creationId xmlns:a16="http://schemas.microsoft.com/office/drawing/2014/main" id="{521EAFCE-F13B-F5E5-3C8E-556545FE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06" y="6276504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등록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pic>
        <p:nvPicPr>
          <p:cNvPr id="37" name="그래픽 36" descr="배지 1 단색으로 채워진">
            <a:extLst>
              <a:ext uri="{FF2B5EF4-FFF2-40B4-BE49-F238E27FC236}">
                <a16:creationId xmlns:a16="http://schemas.microsoft.com/office/drawing/2014/main" id="{283E6EFC-C40C-A920-1E9C-056337385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0881" y="724012"/>
            <a:ext cx="211942" cy="211942"/>
          </a:xfrm>
          <a:prstGeom prst="rect">
            <a:avLst/>
          </a:prstGeom>
        </p:spPr>
      </p:pic>
      <p:pic>
        <p:nvPicPr>
          <p:cNvPr id="39" name="그래픽 38" descr="배지 단색으로 채워진">
            <a:extLst>
              <a:ext uri="{FF2B5EF4-FFF2-40B4-BE49-F238E27FC236}">
                <a16:creationId xmlns:a16="http://schemas.microsoft.com/office/drawing/2014/main" id="{D9FF93E8-A9B7-AC15-46C9-0212F5F5AD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pic>
        <p:nvPicPr>
          <p:cNvPr id="41" name="그래픽 40" descr="배지 3 단색으로 채워진">
            <a:extLst>
              <a:ext uri="{FF2B5EF4-FFF2-40B4-BE49-F238E27FC236}">
                <a16:creationId xmlns:a16="http://schemas.microsoft.com/office/drawing/2014/main" id="{1AD67CDF-7C75-B011-DA04-0D10B40754C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54633" y="1860291"/>
            <a:ext cx="211942" cy="211942"/>
          </a:xfrm>
          <a:prstGeom prst="rect">
            <a:avLst/>
          </a:prstGeom>
        </p:spPr>
      </p:pic>
      <p:pic>
        <p:nvPicPr>
          <p:cNvPr id="43" name="그래픽 42" descr="배지 4 단색으로 채워진">
            <a:extLst>
              <a:ext uri="{FF2B5EF4-FFF2-40B4-BE49-F238E27FC236}">
                <a16:creationId xmlns:a16="http://schemas.microsoft.com/office/drawing/2014/main" id="{F78E6A08-F0D9-81D3-0C04-3FE550FDC99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1271" y="5765810"/>
            <a:ext cx="211942" cy="211942"/>
          </a:xfrm>
          <a:prstGeom prst="rect">
            <a:avLst/>
          </a:prstGeom>
        </p:spPr>
      </p:pic>
      <p:pic>
        <p:nvPicPr>
          <p:cNvPr id="45" name="그래픽 44" descr="배지 5 단색으로 채워진">
            <a:extLst>
              <a:ext uri="{FF2B5EF4-FFF2-40B4-BE49-F238E27FC236}">
                <a16:creationId xmlns:a16="http://schemas.microsoft.com/office/drawing/2014/main" id="{7AF61D0C-7539-338D-7CE8-E14F070B71E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36461" y="6292959"/>
            <a:ext cx="211942" cy="211942"/>
          </a:xfrm>
          <a:prstGeom prst="rect">
            <a:avLst/>
          </a:prstGeom>
        </p:spPr>
      </p:pic>
      <p:pic>
        <p:nvPicPr>
          <p:cNvPr id="47" name="그래픽 46" descr="배지 6 단색으로 채워진">
            <a:extLst>
              <a:ext uri="{FF2B5EF4-FFF2-40B4-BE49-F238E27FC236}">
                <a16:creationId xmlns:a16="http://schemas.microsoft.com/office/drawing/2014/main" id="{70B25E9D-12F3-14D6-5B36-EFE6D78111F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97023" y="2650097"/>
            <a:ext cx="211942" cy="211942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A81754D-3B80-400B-ADCF-FA74C784881D}"/>
              </a:ext>
            </a:extLst>
          </p:cNvPr>
          <p:cNvSpPr/>
          <p:nvPr/>
        </p:nvSpPr>
        <p:spPr>
          <a:xfrm>
            <a:off x="2635624" y="2886635"/>
            <a:ext cx="2439954" cy="136408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금액초과 메시지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래픽 28" descr="배지 7 단색으로 채워진">
            <a:extLst>
              <a:ext uri="{FF2B5EF4-FFF2-40B4-BE49-F238E27FC236}">
                <a16:creationId xmlns:a16="http://schemas.microsoft.com/office/drawing/2014/main" id="{58A90648-127A-586B-43BF-B07234E6B9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96852" y="1868441"/>
            <a:ext cx="211942" cy="211942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649B62-BE25-576A-20C9-9726041EC6E7}"/>
              </a:ext>
            </a:extLst>
          </p:cNvPr>
          <p:cNvSpPr/>
          <p:nvPr/>
        </p:nvSpPr>
        <p:spPr>
          <a:xfrm>
            <a:off x="1680733" y="5244353"/>
            <a:ext cx="892138" cy="18930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자동선택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633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B6DA-CBDE-45E5-8235-493C6BCA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34EA4DC6-A3E4-7581-05CD-094DB7559D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/d/boosik/sub/vote_result.html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7A7D575-5D99-2A0C-4633-02E0816E4B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vote_result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10E505EA-5A1E-3462-C2D9-3E215E8850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투표 결과 상세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470CF2F-E453-CE7E-A66F-70B354635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6D42D0BC-2B67-B484-6130-9C7F9061D5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D94C6968-F078-D94E-0A4E-C24F73CEB46D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EA53D08F-4DA8-A363-959E-4F3A60D33EF3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C6727E-7D97-D175-8D9E-0CEC74D5DD5F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B0876-C487-E997-33AF-8D53F867E95A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42D4A5-A8EA-4534-11FF-10959C88E1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AF08B-61B4-66D8-B21E-5C9843D9DA8C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pic>
        <p:nvPicPr>
          <p:cNvPr id="5" name="그래픽 4" descr="배지 1 단색으로 채워진">
            <a:extLst>
              <a:ext uri="{FF2B5EF4-FFF2-40B4-BE49-F238E27FC236}">
                <a16:creationId xmlns:a16="http://schemas.microsoft.com/office/drawing/2014/main" id="{E8069DE9-064A-C340-E799-2FC8C38B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0881" y="724012"/>
            <a:ext cx="211942" cy="211942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179C4B1-EC46-983D-99BE-DD94BD979886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6B50630-767F-6B3B-204B-A5CB4CA2B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B554377E-23AD-9AE7-CD25-BB4D57F91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pic>
        <p:nvPicPr>
          <p:cNvPr id="22" name="그래픽 21" descr="배지 단색으로 채워진">
            <a:extLst>
              <a:ext uri="{FF2B5EF4-FFF2-40B4-BE49-F238E27FC236}">
                <a16:creationId xmlns:a16="http://schemas.microsoft.com/office/drawing/2014/main" id="{25B85721-CAFD-D384-53F5-1DD318D01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97346C-E121-A4E9-DB93-F4C9D6F208F9}"/>
              </a:ext>
            </a:extLst>
          </p:cNvPr>
          <p:cNvSpPr/>
          <p:nvPr/>
        </p:nvSpPr>
        <p:spPr>
          <a:xfrm>
            <a:off x="1491551" y="1539189"/>
            <a:ext cx="4918072" cy="4530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3890868-6BDE-C5C5-E1C5-EB87B42FC08D}"/>
              </a:ext>
            </a:extLst>
          </p:cNvPr>
          <p:cNvGrpSpPr/>
          <p:nvPr/>
        </p:nvGrpSpPr>
        <p:grpSpPr>
          <a:xfrm>
            <a:off x="6305197" y="1532446"/>
            <a:ext cx="104425" cy="2129321"/>
            <a:chOff x="8697416" y="3436678"/>
            <a:chExt cx="108000" cy="149175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6D607CC-C51C-9EF0-2AE5-350677D20B5D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D1F8A85-90C2-2CC1-B73A-47C3928C46F3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14B11F8-8F73-C53C-E858-6C496F169B0D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BD0CFA2-3544-5870-52C1-7826A08B5379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9" name="그룹 235">
              <a:extLst>
                <a:ext uri="{FF2B5EF4-FFF2-40B4-BE49-F238E27FC236}">
                  <a16:creationId xmlns:a16="http://schemas.microsoft.com/office/drawing/2014/main" id="{CFC48EAC-A286-B867-7E4B-3CAC6A42725E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304DD7D5-89C1-860B-29C4-42108B430908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17183D2B-70A6-BFC1-EC11-F8C480736E59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A4D313D5-FB14-7288-3EF9-D50279F725AF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100EFB6-38CE-1025-1ED4-EB84B65AA470}"/>
              </a:ext>
            </a:extLst>
          </p:cNvPr>
          <p:cNvSpPr/>
          <p:nvPr/>
        </p:nvSpPr>
        <p:spPr>
          <a:xfrm>
            <a:off x="1491557" y="1373349"/>
            <a:ext cx="4918072" cy="165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등록된 부식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menu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20B4C2D-9530-28FE-B6B5-1B3224FDE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805745"/>
              </p:ext>
            </p:extLst>
          </p:nvPr>
        </p:nvGraphicFramePr>
        <p:xfrm>
          <a:off x="1491551" y="1615086"/>
          <a:ext cx="477883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99">
                  <a:extLst>
                    <a:ext uri="{9D8B030D-6E8A-4147-A177-3AD203B41FA5}">
                      <a16:colId xmlns:a16="http://schemas.microsoft.com/office/drawing/2014/main" val="30776717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746139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투표율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921AB324-AC2D-53BF-35DD-B8192FA59F96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8C412528-C3BD-BECF-81FF-9F08CA53B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7C35E3A6-D937-F44E-1591-A00492FB7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973F8F3-A2AA-8F2B-F4D1-9D46BD344DB2}"/>
              </a:ext>
            </a:extLst>
          </p:cNvPr>
          <p:cNvSpPr/>
          <p:nvPr/>
        </p:nvSpPr>
        <p:spPr>
          <a:xfrm>
            <a:off x="1491557" y="3661767"/>
            <a:ext cx="4918072" cy="4091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: 2400\</a:t>
            </a:r>
          </a:p>
        </p:txBody>
      </p:sp>
      <p:pic>
        <p:nvPicPr>
          <p:cNvPr id="45" name="그래픽 44" descr="배지 단색으로 채워진">
            <a:extLst>
              <a:ext uri="{FF2B5EF4-FFF2-40B4-BE49-F238E27FC236}">
                <a16:creationId xmlns:a16="http://schemas.microsoft.com/office/drawing/2014/main" id="{E63B185C-4012-BB2F-D0AD-C68B936BA4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pic>
        <p:nvPicPr>
          <p:cNvPr id="47" name="그래픽 46" descr="배지 4 단색으로 채워진">
            <a:extLst>
              <a:ext uri="{FF2B5EF4-FFF2-40B4-BE49-F238E27FC236}">
                <a16:creationId xmlns:a16="http://schemas.microsoft.com/office/drawing/2014/main" id="{F294004D-3379-9F03-5307-1B1CE5944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1271" y="5765810"/>
            <a:ext cx="211942" cy="211942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140C97-B1F6-8A67-536A-52BECA8E210A}"/>
              </a:ext>
            </a:extLst>
          </p:cNvPr>
          <p:cNvSpPr/>
          <p:nvPr/>
        </p:nvSpPr>
        <p:spPr>
          <a:xfrm>
            <a:off x="3630706" y="1920835"/>
            <a:ext cx="2196353" cy="872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802489-2B11-5E16-A7BA-15FB63834A87}"/>
              </a:ext>
            </a:extLst>
          </p:cNvPr>
          <p:cNvSpPr/>
          <p:nvPr/>
        </p:nvSpPr>
        <p:spPr>
          <a:xfrm>
            <a:off x="3630706" y="1920835"/>
            <a:ext cx="1484219" cy="87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50E5EA-6DD5-7A8B-B70D-E04D5FE63720}"/>
              </a:ext>
            </a:extLst>
          </p:cNvPr>
          <p:cNvSpPr txBox="1"/>
          <p:nvPr/>
        </p:nvSpPr>
        <p:spPr>
          <a:xfrm>
            <a:off x="5778873" y="1856742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60%</a:t>
            </a:r>
            <a:endParaRPr lang="ko-KR" altLang="en-US" sz="800" b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F984C7-E872-7336-11C1-0358A81BD79A}"/>
              </a:ext>
            </a:extLst>
          </p:cNvPr>
          <p:cNvSpPr/>
          <p:nvPr/>
        </p:nvSpPr>
        <p:spPr>
          <a:xfrm>
            <a:off x="1586142" y="4159624"/>
            <a:ext cx="4684247" cy="1818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코멘트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569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B6D7-C0B4-0CD2-E8D1-58022265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D31BAE5-395E-0896-2533-1005673278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/d/boosik/sub/result_list.html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81A060B-6DD9-26EE-657D-9BEAAF0575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result_list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0E8C396-389B-C12F-9ABC-E2F69584D3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주차별 투표 결과 리스트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744087CA-08F4-0608-8DFF-7B6A57E2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D3393353-5573-1757-5832-4CDAECA5A8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D3ECB3A3-DC22-4C7E-61E5-A21F9A793E36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5C3B5D5A-E9A5-5295-6E54-8312365C55D0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BD8314-9929-B464-F846-7BEB2B28CD7C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505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0757D-C89B-9191-3076-95B04D6C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251766A-4325-706E-0783-1D3DC86A5A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A3D197D-B1FC-43A3-8374-34F1A1538D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EABD252-0714-EC33-27BC-8DA3728C15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B5CABD4-BED6-9488-C8CE-9294CCFF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D309165-49DC-1ECC-0EDB-5E9491AD18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38F03F6B-EE44-BA10-06DD-35E4CA7BD309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F845190F-396E-054F-1389-3E972D89690B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8E43E7-52BF-38AB-43C6-F96A289AB4D1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7470BC-7BFE-484C-1E16-A0EED21CD742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E8562C-0626-FF74-60C7-7814D84D9FD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C59723-CAFC-087A-B2E6-FC3261DDC343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A43F72-9BD4-EADE-A20F-3F94C1F77AEB}"/>
              </a:ext>
            </a:extLst>
          </p:cNvPr>
          <p:cNvSpPr/>
          <p:nvPr/>
        </p:nvSpPr>
        <p:spPr>
          <a:xfrm>
            <a:off x="241110" y="1000542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F829D9-A0E2-F0E4-E8D7-75499D2076B9}"/>
              </a:ext>
            </a:extLst>
          </p:cNvPr>
          <p:cNvSpPr/>
          <p:nvPr/>
        </p:nvSpPr>
        <p:spPr>
          <a:xfrm>
            <a:off x="241110" y="5791200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footer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FA8D30-78F0-B0BE-2259-60305E417294}"/>
              </a:ext>
            </a:extLst>
          </p:cNvPr>
          <p:cNvSpPr/>
          <p:nvPr/>
        </p:nvSpPr>
        <p:spPr>
          <a:xfrm>
            <a:off x="1452282" y="1343979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A584FC-D2E8-10D9-DB6A-4239324B39F6}"/>
              </a:ext>
            </a:extLst>
          </p:cNvPr>
          <p:cNvSpPr/>
          <p:nvPr/>
        </p:nvSpPr>
        <p:spPr>
          <a:xfrm>
            <a:off x="4953000" y="1343979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51FB59-A2B2-A4EF-1385-40623FE5A16A}"/>
              </a:ext>
            </a:extLst>
          </p:cNvPr>
          <p:cNvSpPr/>
          <p:nvPr/>
        </p:nvSpPr>
        <p:spPr>
          <a:xfrm>
            <a:off x="1452282" y="2978499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C9A8B0D-4404-1039-5FE5-F2EE401276E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450518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CB1B1E7-6A8A-0B52-2DF2-E2006779153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5849B57B-1F85-3F4A-2A7E-C0A5F000FF96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1AD8835E-EA9F-6479-0D45-15E6D254D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374146"/>
              </p:ext>
            </p:extLst>
          </p:nvPr>
        </p:nvGraphicFramePr>
        <p:xfrm>
          <a:off x="1452282" y="3163189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B40F7B96-FE2C-2CCD-6128-DFC2C2941D27}"/>
              </a:ext>
            </a:extLst>
          </p:cNvPr>
          <p:cNvGrpSpPr/>
          <p:nvPr/>
        </p:nvGrpSpPr>
        <p:grpSpPr>
          <a:xfrm>
            <a:off x="1574372" y="3201859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BFF215F-A1B0-9CD5-6E70-0818B3BC046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ED667BE4-DFC2-F5EF-85E6-40CED33ECB5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Rectangle 89">
            <a:extLst>
              <a:ext uri="{FF2B5EF4-FFF2-40B4-BE49-F238E27FC236}">
                <a16:creationId xmlns:a16="http://schemas.microsoft.com/office/drawing/2014/main" id="{2CD091C3-B4FD-C599-412B-3AD8ED889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631412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화이트 리스트 관리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9046E93-5B21-8BF4-AE9C-3F672A58A99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3710137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5BA47E9-A0DA-10BE-02BA-455862AC4C3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75862126-A027-6008-23E7-238B507B495A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410452-BE5C-AFE4-1D2A-1B6D3C923485}"/>
              </a:ext>
            </a:extLst>
          </p:cNvPr>
          <p:cNvSpPr/>
          <p:nvPr/>
        </p:nvSpPr>
        <p:spPr>
          <a:xfrm>
            <a:off x="1452282" y="2978499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83F8E98-0776-3073-3C48-88A60640F6ED}"/>
              </a:ext>
            </a:extLst>
          </p:cNvPr>
          <p:cNvSpPr/>
          <p:nvPr/>
        </p:nvSpPr>
        <p:spPr>
          <a:xfrm>
            <a:off x="4952998" y="1352534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187C0DA-5BB6-9CDE-7369-0504EA8C2E46}"/>
              </a:ext>
            </a:extLst>
          </p:cNvPr>
          <p:cNvSpPr/>
          <p:nvPr/>
        </p:nvSpPr>
        <p:spPr>
          <a:xfrm>
            <a:off x="1452281" y="1352534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8A22289-38A3-B437-ED27-78866575DFD4}"/>
              </a:ext>
            </a:extLst>
          </p:cNvPr>
          <p:cNvGrpSpPr/>
          <p:nvPr/>
        </p:nvGrpSpPr>
        <p:grpSpPr>
          <a:xfrm>
            <a:off x="1574372" y="3953435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DBE21F5-70B7-BB0D-8ED1-D31CA0F7394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AB9BE158-5E7F-A42C-B1B5-29BDE610D62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EE0C54A-2558-642D-CC33-BEDBAF456F1C}"/>
              </a:ext>
            </a:extLst>
          </p:cNvPr>
          <p:cNvCxnSpPr/>
          <p:nvPr/>
        </p:nvCxnSpPr>
        <p:spPr>
          <a:xfrm>
            <a:off x="1640150" y="2581108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BBE40B8E-939E-B0C6-454B-6DB6547428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917747"/>
              </p:ext>
            </p:extLst>
          </p:nvPr>
        </p:nvGraphicFramePr>
        <p:xfrm>
          <a:off x="1651000" y="1433127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2" name="Rectangle 89">
            <a:extLst>
              <a:ext uri="{FF2B5EF4-FFF2-40B4-BE49-F238E27FC236}">
                <a16:creationId xmlns:a16="http://schemas.microsoft.com/office/drawing/2014/main" id="{E1F1C275-3D60-D044-69E8-2025F1E63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952514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크롤링 사이트 </a:t>
            </a:r>
            <a:r>
              <a:rPr kumimoji="0" lang="en-US" altLang="ko-KR" sz="700" kern="0">
                <a:solidFill>
                  <a:schemeClr val="bg1"/>
                </a:solidFill>
              </a:rPr>
              <a:t>URL </a:t>
            </a:r>
            <a:r>
              <a:rPr kumimoji="0" lang="ko-KR" altLang="en-US" sz="700" kern="0">
                <a:solidFill>
                  <a:schemeClr val="bg1"/>
                </a:solidFill>
              </a:rPr>
              <a:t>지정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A9A018CD-7110-8F63-435B-075621E65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282733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E2669865-D407-85B7-FCFF-E9BDE240905E}"/>
              </a:ext>
            </a:extLst>
          </p:cNvPr>
          <p:cNvGrpSpPr/>
          <p:nvPr/>
        </p:nvGrpSpPr>
        <p:grpSpPr>
          <a:xfrm>
            <a:off x="1491551" y="1117128"/>
            <a:ext cx="190465" cy="189518"/>
            <a:chOff x="707191" y="5113600"/>
            <a:chExt cx="190465" cy="189518"/>
          </a:xfrm>
        </p:grpSpPr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9A98260F-F6D9-31E7-EB0F-27CE769C5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0D691B67-A42D-A93A-BEE1-D43C013DB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3477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9D87-EC4D-FFE3-2059-6C2FF598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B7CDDB2-0CF5-8E95-1B8F-B3276EAA3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A1179B3-66C3-5E01-8151-597E16A61F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master_whitelist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12C0245E-372A-F7B5-7A78-81E6F4EC1F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2914BCFC-CD13-F43F-F50E-20CEEFD5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31C87855-4640-F57C-3499-5FDF0CA4B5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F7B36040-08C1-58A2-72D0-434A709293DC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0D5FFF75-F146-F797-10FC-5E4912913E17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57CB5C-F6DD-AFCB-F6C3-ADEF371CAA6B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5C46CC-A020-9921-255C-7A4ABB04A722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CB1B70-0796-5B56-CBD3-EF3290E2816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1445A-71FB-2841-F5D4-01A46DDEE2C9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9994C0-ABFE-CF8D-875E-6E401F680E49}"/>
              </a:ext>
            </a:extLst>
          </p:cNvPr>
          <p:cNvSpPr/>
          <p:nvPr/>
        </p:nvSpPr>
        <p:spPr>
          <a:xfrm>
            <a:off x="241110" y="1000542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9D93D4-F442-4BEA-A92C-F906611B04E4}"/>
              </a:ext>
            </a:extLst>
          </p:cNvPr>
          <p:cNvSpPr/>
          <p:nvPr/>
        </p:nvSpPr>
        <p:spPr>
          <a:xfrm>
            <a:off x="241110" y="5791200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footer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127399-EA1D-7F7B-8C84-C13DCCEA93A0}"/>
              </a:ext>
            </a:extLst>
          </p:cNvPr>
          <p:cNvSpPr/>
          <p:nvPr/>
        </p:nvSpPr>
        <p:spPr>
          <a:xfrm>
            <a:off x="1452282" y="1138518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D14E3F-0780-E039-0665-68AEF0A42D98}"/>
              </a:ext>
            </a:extLst>
          </p:cNvPr>
          <p:cNvSpPr/>
          <p:nvPr/>
        </p:nvSpPr>
        <p:spPr>
          <a:xfrm>
            <a:off x="4953000" y="1138518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A45368-8E31-7A6C-63AC-1D83DD2BEEDF}"/>
              </a:ext>
            </a:extLst>
          </p:cNvPr>
          <p:cNvSpPr/>
          <p:nvPr/>
        </p:nvSpPr>
        <p:spPr>
          <a:xfrm>
            <a:off x="1452282" y="2978499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CDEA16B-B721-8420-ECFC-A0898AE7A49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450518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A94CD27-F8AF-44D6-0C09-CB7F8D4F03E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F4AC542-4558-4CC1-E013-6C378403A23D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BEFE4C3-4FE4-DD53-D366-C860B0A89A52}"/>
              </a:ext>
            </a:extLst>
          </p:cNvPr>
          <p:cNvGraphicFramePr>
            <a:graphicFrameLocks noGrp="1"/>
          </p:cNvGraphicFramePr>
          <p:nvPr/>
        </p:nvGraphicFramePr>
        <p:xfrm>
          <a:off x="1452282" y="3163189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C902263F-0D7C-178B-98A0-B1298B063D9E}"/>
              </a:ext>
            </a:extLst>
          </p:cNvPr>
          <p:cNvGrpSpPr/>
          <p:nvPr/>
        </p:nvGrpSpPr>
        <p:grpSpPr>
          <a:xfrm>
            <a:off x="1574372" y="3201859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C2025B0-9110-E5F5-9E76-FFCC33D338C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15309E80-68CB-B394-E08F-A466AC280B1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Rectangle 89">
            <a:extLst>
              <a:ext uri="{FF2B5EF4-FFF2-40B4-BE49-F238E27FC236}">
                <a16:creationId xmlns:a16="http://schemas.microsoft.com/office/drawing/2014/main" id="{BFBCD645-D9F6-59AA-957B-41921B518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425951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화이트 리스트 관리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A72EA72E-4BBD-BDF4-625D-32052EE5FDB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3710137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C84DF70-9B04-3E31-F09C-9E7A7165AEB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6C0EBB11-F288-E400-92BA-6C9AB6A5FEAB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9D1259-A9D0-3219-0017-E1DC02582F97}"/>
              </a:ext>
            </a:extLst>
          </p:cNvPr>
          <p:cNvSpPr/>
          <p:nvPr/>
        </p:nvSpPr>
        <p:spPr>
          <a:xfrm>
            <a:off x="1452282" y="2978499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A622DE-D429-2B17-ACF3-02998A282CDD}"/>
              </a:ext>
            </a:extLst>
          </p:cNvPr>
          <p:cNvSpPr/>
          <p:nvPr/>
        </p:nvSpPr>
        <p:spPr>
          <a:xfrm>
            <a:off x="4952998" y="1147073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9459F1-4F83-3193-A891-9647043D7426}"/>
              </a:ext>
            </a:extLst>
          </p:cNvPr>
          <p:cNvSpPr/>
          <p:nvPr/>
        </p:nvSpPr>
        <p:spPr>
          <a:xfrm>
            <a:off x="1452281" y="1147073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3EF26B6-0EDB-E33C-8E61-2B2DDA319B0A}"/>
              </a:ext>
            </a:extLst>
          </p:cNvPr>
          <p:cNvGrpSpPr/>
          <p:nvPr/>
        </p:nvGrpSpPr>
        <p:grpSpPr>
          <a:xfrm>
            <a:off x="1574372" y="3953435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5F925E8-B013-9479-5719-7CA1AD2D7D2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35543910-A3C7-40D1-CBE9-7DE55661825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46C0D7E-E17D-184A-C830-84A363E7AB41}"/>
              </a:ext>
            </a:extLst>
          </p:cNvPr>
          <p:cNvCxnSpPr/>
          <p:nvPr/>
        </p:nvCxnSpPr>
        <p:spPr>
          <a:xfrm>
            <a:off x="1640150" y="2375647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5FE65D19-7C2C-B362-61D7-D9C2F4C7F3BD}"/>
              </a:ext>
            </a:extLst>
          </p:cNvPr>
          <p:cNvGraphicFramePr/>
          <p:nvPr/>
        </p:nvGraphicFramePr>
        <p:xfrm>
          <a:off x="1651000" y="1227666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2" name="Rectangle 89">
            <a:extLst>
              <a:ext uri="{FF2B5EF4-FFF2-40B4-BE49-F238E27FC236}">
                <a16:creationId xmlns:a16="http://schemas.microsoft.com/office/drawing/2014/main" id="{625A8EAE-06F6-32FB-9F2C-D2EADDEA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747053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크롤링 사이트 </a:t>
            </a:r>
            <a:r>
              <a:rPr kumimoji="0" lang="en-US" altLang="ko-KR" sz="700" kern="0">
                <a:solidFill>
                  <a:schemeClr val="bg1"/>
                </a:solidFill>
              </a:rPr>
              <a:t>URL </a:t>
            </a:r>
            <a:r>
              <a:rPr kumimoji="0" lang="ko-KR" altLang="en-US" sz="700" kern="0">
                <a:solidFill>
                  <a:schemeClr val="bg1"/>
                </a:solidFill>
              </a:rPr>
              <a:t>지정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EB4F2D55-23AB-BCD6-DA1E-74A3310CD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077272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AE9E47B-3C21-35E0-B0A0-FE37948BFC80}"/>
              </a:ext>
            </a:extLst>
          </p:cNvPr>
          <p:cNvSpPr/>
          <p:nvPr/>
        </p:nvSpPr>
        <p:spPr>
          <a:xfrm>
            <a:off x="1909482" y="1792941"/>
            <a:ext cx="4254690" cy="2859741"/>
          </a:xfrm>
          <a:prstGeom prst="roundRect">
            <a:avLst/>
          </a:prstGeom>
          <a:solidFill>
            <a:srgbClr val="FFFFFF">
              <a:alpha val="50196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785BD00-5640-0E90-45FD-70FA21FB5B11}"/>
              </a:ext>
            </a:extLst>
          </p:cNvPr>
          <p:cNvGrpSpPr/>
          <p:nvPr/>
        </p:nvGrpSpPr>
        <p:grpSpPr>
          <a:xfrm>
            <a:off x="3289116" y="1935584"/>
            <a:ext cx="1444249" cy="225703"/>
            <a:chOff x="8100092" y="3701521"/>
            <a:chExt cx="1444249" cy="225703"/>
          </a:xfrm>
        </p:grpSpPr>
        <p:sp>
          <p:nvSpPr>
            <p:cNvPr id="47" name="Text Box">
              <a:extLst>
                <a:ext uri="{FF2B5EF4-FFF2-40B4-BE49-F238E27FC236}">
                  <a16:creationId xmlns:a16="http://schemas.microsoft.com/office/drawing/2014/main" id="{285EC923-5972-8823-3AC7-D5ED6625966F}"/>
                </a:ext>
              </a:extLst>
            </p:cNvPr>
            <p:cNvSpPr/>
            <p:nvPr/>
          </p:nvSpPr>
          <p:spPr>
            <a:xfrm>
              <a:off x="8100092" y="3701521"/>
              <a:ext cx="144424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이름 검색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1790F93F-E46A-FFFA-5AF2-D69124EBAAA0}"/>
                </a:ext>
              </a:extLst>
            </p:cNvPr>
            <p:cNvGrpSpPr/>
            <p:nvPr/>
          </p:nvGrpSpPr>
          <p:grpSpPr>
            <a:xfrm>
              <a:off x="9270414" y="3710137"/>
              <a:ext cx="209512" cy="208470"/>
              <a:chOff x="707191" y="4221565"/>
              <a:chExt cx="190465" cy="189518"/>
            </a:xfrm>
          </p:grpSpPr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350A93ED-4862-F9F2-1E82-B112B2F441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0146A15B-5145-F11C-061D-817D2E4D0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54" name="Text Box">
            <a:extLst>
              <a:ext uri="{FF2B5EF4-FFF2-40B4-BE49-F238E27FC236}">
                <a16:creationId xmlns:a16="http://schemas.microsoft.com/office/drawing/2014/main" id="{0D8D2D34-5F4D-A5C8-ADFF-7D0FC05F91DC}"/>
              </a:ext>
            </a:extLst>
          </p:cNvPr>
          <p:cNvSpPr/>
          <p:nvPr/>
        </p:nvSpPr>
        <p:spPr>
          <a:xfrm>
            <a:off x="2115123" y="2296389"/>
            <a:ext cx="79379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이름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5" name="Text Box">
            <a:extLst>
              <a:ext uri="{FF2B5EF4-FFF2-40B4-BE49-F238E27FC236}">
                <a16:creationId xmlns:a16="http://schemas.microsoft.com/office/drawing/2014/main" id="{11C6E19F-6F5E-5F5E-FBFB-0EA524783BF5}"/>
              </a:ext>
            </a:extLst>
          </p:cNvPr>
          <p:cNvSpPr/>
          <p:nvPr/>
        </p:nvSpPr>
        <p:spPr>
          <a:xfrm>
            <a:off x="2974143" y="2296389"/>
            <a:ext cx="197885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이메일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548B0B7-8659-072A-5C59-AC14D505A47D}"/>
              </a:ext>
            </a:extLst>
          </p:cNvPr>
          <p:cNvSpPr/>
          <p:nvPr/>
        </p:nvSpPr>
        <p:spPr>
          <a:xfrm>
            <a:off x="5150332" y="2296389"/>
            <a:ext cx="439271" cy="225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등록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15BB4B9-0CA1-1C8E-3B98-C5147924817F}"/>
              </a:ext>
            </a:extLst>
          </p:cNvPr>
          <p:cNvSpPr/>
          <p:nvPr/>
        </p:nvSpPr>
        <p:spPr>
          <a:xfrm>
            <a:off x="5622490" y="2296389"/>
            <a:ext cx="439271" cy="22570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삭제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0EF9F0C-3F73-6ABC-0FD1-1E665EAFF6E3}"/>
              </a:ext>
            </a:extLst>
          </p:cNvPr>
          <p:cNvGrpSpPr/>
          <p:nvPr/>
        </p:nvGrpSpPr>
        <p:grpSpPr>
          <a:xfrm>
            <a:off x="5753098" y="1944200"/>
            <a:ext cx="173150" cy="172289"/>
            <a:chOff x="707191" y="3329530"/>
            <a:chExt cx="190465" cy="189518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00878DF7-A7D7-6702-9012-F3BCCFA2B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B8EB233B-E763-847D-7DC9-39D5F7D0E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7EFB43E6-10B9-BEA6-3F54-8910879DD0D4}"/>
              </a:ext>
            </a:extLst>
          </p:cNvPr>
          <p:cNvGraphicFramePr>
            <a:graphicFrameLocks noGrp="1"/>
          </p:cNvGraphicFramePr>
          <p:nvPr/>
        </p:nvGraphicFramePr>
        <p:xfrm>
          <a:off x="2115123" y="2839105"/>
          <a:ext cx="39466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795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24684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이름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이메일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구서영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hlinkClick r:id="rId14"/>
                        </a:rPr>
                        <a:t>asdfja@naver.com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백승진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hlinkClick r:id="rId15"/>
                        </a:rPr>
                        <a:t>sadfjlksadfj@naver.com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백채원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hlinkClick r:id="rId16"/>
                        </a:rPr>
                        <a:t>asdlkfja@google.com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김진령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hlinkClick r:id="rId17"/>
                        </a:rPr>
                        <a:t>asdf@google.com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0966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김상준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  <a:hlinkClick r:id="rId18"/>
                        </a:rPr>
                        <a:t>adsfajsfd@daum.net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56123"/>
                  </a:ext>
                </a:extLst>
              </a:tr>
            </a:tbl>
          </a:graphicData>
        </a:graphic>
      </p:graphicFrame>
      <p:grpSp>
        <p:nvGrpSpPr>
          <p:cNvPr id="71" name="그룹 70">
            <a:extLst>
              <a:ext uri="{FF2B5EF4-FFF2-40B4-BE49-F238E27FC236}">
                <a16:creationId xmlns:a16="http://schemas.microsoft.com/office/drawing/2014/main" id="{02BE7BCB-91CD-DA01-A116-D21BE2098D9F}"/>
              </a:ext>
            </a:extLst>
          </p:cNvPr>
          <p:cNvGrpSpPr/>
          <p:nvPr/>
        </p:nvGrpSpPr>
        <p:grpSpPr>
          <a:xfrm>
            <a:off x="5827269" y="3100267"/>
            <a:ext cx="190465" cy="189518"/>
            <a:chOff x="707191" y="2734840"/>
            <a:chExt cx="190465" cy="189518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E7BF3F7D-F22A-A772-0A8D-559F596FC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B6864BD-7BCF-51F2-E305-7D05234DE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3893710-3F09-ADDF-95A4-F41A8EE224C8}"/>
              </a:ext>
            </a:extLst>
          </p:cNvPr>
          <p:cNvGrpSpPr/>
          <p:nvPr/>
        </p:nvGrpSpPr>
        <p:grpSpPr>
          <a:xfrm>
            <a:off x="5827269" y="3341808"/>
            <a:ext cx="190465" cy="189518"/>
            <a:chOff x="707191" y="2734840"/>
            <a:chExt cx="190465" cy="189518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2536E44E-FDBD-9C39-6917-4FACB89CE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532DC030-7713-47B4-6FAB-E98720CB8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3B7C9BD-0FD4-231C-1E41-6DB2F955384F}"/>
              </a:ext>
            </a:extLst>
          </p:cNvPr>
          <p:cNvGrpSpPr/>
          <p:nvPr/>
        </p:nvGrpSpPr>
        <p:grpSpPr>
          <a:xfrm>
            <a:off x="5827269" y="3610844"/>
            <a:ext cx="190465" cy="189518"/>
            <a:chOff x="707191" y="2734840"/>
            <a:chExt cx="190465" cy="189518"/>
          </a:xfrm>
        </p:grpSpPr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FEB573BD-F373-0B22-61B7-B65EDADE3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59C94A27-FAFF-40F7-1BED-B81E9AEAC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DA8E1A9E-B1C7-12F8-997D-5A0CD8A38D9B}"/>
              </a:ext>
            </a:extLst>
          </p:cNvPr>
          <p:cNvGrpSpPr/>
          <p:nvPr/>
        </p:nvGrpSpPr>
        <p:grpSpPr>
          <a:xfrm>
            <a:off x="5827269" y="3865615"/>
            <a:ext cx="190465" cy="189518"/>
            <a:chOff x="707191" y="2734840"/>
            <a:chExt cx="190465" cy="189518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99959C14-0298-E943-7399-D2A5B7169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74E1A849-C051-8EF4-1CC7-D0BEFFF69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AA084569-8981-7E0E-7C18-FBEDB83EDFE6}"/>
              </a:ext>
            </a:extLst>
          </p:cNvPr>
          <p:cNvGrpSpPr/>
          <p:nvPr/>
        </p:nvGrpSpPr>
        <p:grpSpPr>
          <a:xfrm>
            <a:off x="5827269" y="4066072"/>
            <a:ext cx="190465" cy="189518"/>
            <a:chOff x="707191" y="2734840"/>
            <a:chExt cx="190465" cy="189518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21B7C58B-2F9F-F1AA-304B-9AE04220A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67E92216-F0BB-9A0B-79AA-78488673D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4C73959-2636-49FA-330B-FA066C3C8A73}"/>
              </a:ext>
            </a:extLst>
          </p:cNvPr>
          <p:cNvSpPr/>
          <p:nvPr/>
        </p:nvSpPr>
        <p:spPr>
          <a:xfrm>
            <a:off x="2135418" y="2662107"/>
            <a:ext cx="3881033" cy="17470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인증된 회원</a:t>
            </a:r>
            <a:endParaRPr kumimoji="1" lang="en-US" altLang="ko-KR" sz="8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16DFB8FB-B73A-1A82-FBA3-76307279B49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269" y="2888356"/>
            <a:ext cx="165020" cy="16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99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0045-6851-26CB-08CA-AA2FDF02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8C0FDA1-29E5-FB57-EE21-82D6292CDE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34BC483-1AB7-ED16-D5BC-F2795D822F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master_selectURL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6FDDA1BB-C6B1-B16B-8E5A-B6E354F16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F7855A22-51E1-D2D2-43FC-3A1CDE67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5025E17-F560-946C-6267-E70909E05F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CFD0D414-22F1-41B3-174F-16EC4D2F5F38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D5ADC7A8-D195-D18E-1C3E-DA8EBDA3D39A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DDA3A9-10B8-6D11-85E7-F7254C5C2CF3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8A52B-AC84-2AA0-AE1D-0D5C182D87CD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18BADA-FEFB-3FDB-417F-1B2DDD6CFE5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9A22DB-E360-3C3A-986F-917B1FA3B2E4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6AC755-2606-5C18-AF25-3F0F467C2C6F}"/>
              </a:ext>
            </a:extLst>
          </p:cNvPr>
          <p:cNvSpPr/>
          <p:nvPr/>
        </p:nvSpPr>
        <p:spPr>
          <a:xfrm>
            <a:off x="241110" y="1000542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F75981-46E5-E194-4879-824741326121}"/>
              </a:ext>
            </a:extLst>
          </p:cNvPr>
          <p:cNvSpPr/>
          <p:nvPr/>
        </p:nvSpPr>
        <p:spPr>
          <a:xfrm>
            <a:off x="241110" y="5791200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footer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7148B0-694F-4257-9660-8456EDEDBC46}"/>
              </a:ext>
            </a:extLst>
          </p:cNvPr>
          <p:cNvSpPr/>
          <p:nvPr/>
        </p:nvSpPr>
        <p:spPr>
          <a:xfrm>
            <a:off x="1452282" y="1138518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DA2FEC-8FAB-5ECE-A6D0-3AD0A3B24324}"/>
              </a:ext>
            </a:extLst>
          </p:cNvPr>
          <p:cNvSpPr/>
          <p:nvPr/>
        </p:nvSpPr>
        <p:spPr>
          <a:xfrm>
            <a:off x="4953000" y="1138518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1FA3E4-1235-C517-6906-1FF18D104B78}"/>
              </a:ext>
            </a:extLst>
          </p:cNvPr>
          <p:cNvSpPr/>
          <p:nvPr/>
        </p:nvSpPr>
        <p:spPr>
          <a:xfrm>
            <a:off x="1452282" y="2978499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93E8D90-FAE7-3C2F-06B6-1D3135202D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450518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E77B02A-8865-0A81-6BD9-367FA200DCC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93C4000-D6DB-E1C3-DFD5-05BED7F2A948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1DA27B9-9F41-A457-79E7-0044675819E9}"/>
              </a:ext>
            </a:extLst>
          </p:cNvPr>
          <p:cNvGraphicFramePr>
            <a:graphicFrameLocks noGrp="1"/>
          </p:cNvGraphicFramePr>
          <p:nvPr/>
        </p:nvGraphicFramePr>
        <p:xfrm>
          <a:off x="1452282" y="3163189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C8815FEF-1B1C-F5B5-3996-469B8C8F79D4}"/>
              </a:ext>
            </a:extLst>
          </p:cNvPr>
          <p:cNvGrpSpPr/>
          <p:nvPr/>
        </p:nvGrpSpPr>
        <p:grpSpPr>
          <a:xfrm>
            <a:off x="1574372" y="3201859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435A0EF-C87C-FE50-EC25-B619DE1510C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A713D566-239C-F0B3-7727-D4D06A8209C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Rectangle 89">
            <a:extLst>
              <a:ext uri="{FF2B5EF4-FFF2-40B4-BE49-F238E27FC236}">
                <a16:creationId xmlns:a16="http://schemas.microsoft.com/office/drawing/2014/main" id="{37B5960F-E3EA-C74D-6FE7-CB6C6093A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425951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화이트 리스트 관리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6487D92-F2CB-0A48-8F99-4FC9506AC93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3710137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5FE3937-0726-B9A0-998E-3308F3700C3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F5CD0C7-23A1-2FA9-C550-E46B70E060CD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37A814-E355-81A3-0899-A3782B670861}"/>
              </a:ext>
            </a:extLst>
          </p:cNvPr>
          <p:cNvSpPr/>
          <p:nvPr/>
        </p:nvSpPr>
        <p:spPr>
          <a:xfrm>
            <a:off x="1452282" y="2978499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2288A81-7A9B-5DC4-179F-333119E4D0DB}"/>
              </a:ext>
            </a:extLst>
          </p:cNvPr>
          <p:cNvSpPr/>
          <p:nvPr/>
        </p:nvSpPr>
        <p:spPr>
          <a:xfrm>
            <a:off x="4952998" y="1147073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86FF35A-C35D-A182-F2CF-4A16303114AA}"/>
              </a:ext>
            </a:extLst>
          </p:cNvPr>
          <p:cNvSpPr/>
          <p:nvPr/>
        </p:nvSpPr>
        <p:spPr>
          <a:xfrm>
            <a:off x="1452281" y="1147073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02816AA-EE06-BF17-A7CB-B36752BE4092}"/>
              </a:ext>
            </a:extLst>
          </p:cNvPr>
          <p:cNvGrpSpPr/>
          <p:nvPr/>
        </p:nvGrpSpPr>
        <p:grpSpPr>
          <a:xfrm>
            <a:off x="1574372" y="3953435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DA5B716-0131-D5D9-5E05-2076F093512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D6FDC424-5398-9E26-F983-D1E9BBD2ED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A8F94CC-4C56-7190-C590-7DADE7EDAF66}"/>
              </a:ext>
            </a:extLst>
          </p:cNvPr>
          <p:cNvCxnSpPr/>
          <p:nvPr/>
        </p:nvCxnSpPr>
        <p:spPr>
          <a:xfrm>
            <a:off x="1640150" y="2375647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295E5C8C-6820-39F2-758F-9266D8938D6E}"/>
              </a:ext>
            </a:extLst>
          </p:cNvPr>
          <p:cNvGraphicFramePr/>
          <p:nvPr/>
        </p:nvGraphicFramePr>
        <p:xfrm>
          <a:off x="1651000" y="1227666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2" name="Rectangle 89">
            <a:extLst>
              <a:ext uri="{FF2B5EF4-FFF2-40B4-BE49-F238E27FC236}">
                <a16:creationId xmlns:a16="http://schemas.microsoft.com/office/drawing/2014/main" id="{62946137-0EDB-72C7-3A12-5B775B8ED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747053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크롤링 사이트 </a:t>
            </a:r>
            <a:r>
              <a:rPr kumimoji="0" lang="en-US" altLang="ko-KR" sz="700" kern="0">
                <a:solidFill>
                  <a:schemeClr val="bg1"/>
                </a:solidFill>
              </a:rPr>
              <a:t>URL </a:t>
            </a:r>
            <a:r>
              <a:rPr kumimoji="0" lang="ko-KR" altLang="en-US" sz="700" kern="0">
                <a:solidFill>
                  <a:schemeClr val="bg1"/>
                </a:solidFill>
              </a:rPr>
              <a:t>지정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EC935876-D135-2CBF-489B-F4D778087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077272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05B3946-A1C7-D69B-DEB4-DC8FA967673E}"/>
              </a:ext>
            </a:extLst>
          </p:cNvPr>
          <p:cNvSpPr/>
          <p:nvPr/>
        </p:nvSpPr>
        <p:spPr>
          <a:xfrm>
            <a:off x="1909482" y="1792941"/>
            <a:ext cx="4254690" cy="2859741"/>
          </a:xfrm>
          <a:prstGeom prst="roundRect">
            <a:avLst/>
          </a:prstGeom>
          <a:solidFill>
            <a:srgbClr val="FFFFFF">
              <a:alpha val="50196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 Box">
            <a:extLst>
              <a:ext uri="{FF2B5EF4-FFF2-40B4-BE49-F238E27FC236}">
                <a16:creationId xmlns:a16="http://schemas.microsoft.com/office/drawing/2014/main" id="{C3277FAD-F7E7-A20D-4661-7E04E77D4B4F}"/>
              </a:ext>
            </a:extLst>
          </p:cNvPr>
          <p:cNvSpPr/>
          <p:nvPr/>
        </p:nvSpPr>
        <p:spPr>
          <a:xfrm>
            <a:off x="2115123" y="2010311"/>
            <a:ext cx="3430459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크롤링할 사이트 </a:t>
            </a:r>
            <a:r>
              <a:rPr lang="en-US" altLang="ko-KR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URL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59FA98-C445-1B05-1254-727CB9D066E5}"/>
              </a:ext>
            </a:extLst>
          </p:cNvPr>
          <p:cNvSpPr/>
          <p:nvPr/>
        </p:nvSpPr>
        <p:spPr>
          <a:xfrm>
            <a:off x="5622490" y="2018401"/>
            <a:ext cx="439271" cy="225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등록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F26DCBF-1EB7-C117-5C3E-AF3F9375D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846511"/>
              </p:ext>
            </p:extLst>
          </p:nvPr>
        </p:nvGraphicFramePr>
        <p:xfrm>
          <a:off x="2115123" y="2377301"/>
          <a:ext cx="3946638" cy="192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6638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32080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등록된 사이트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navershopping.com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09663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56123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89EB4732-3C23-3560-8BEC-44A69F4D9C1C}"/>
              </a:ext>
            </a:extLst>
          </p:cNvPr>
          <p:cNvGrpSpPr/>
          <p:nvPr/>
        </p:nvGrpSpPr>
        <p:grpSpPr>
          <a:xfrm>
            <a:off x="5814546" y="2758981"/>
            <a:ext cx="190465" cy="189518"/>
            <a:chOff x="707191" y="2734840"/>
            <a:chExt cx="190465" cy="189518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0725C72D-33FF-839B-5431-876DD0259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0CD992DD-9145-FA3D-4D9E-D2466EF01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A315A83A-A00C-9578-452C-5C0B6E476DC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269" y="2468953"/>
            <a:ext cx="165020" cy="16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70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657A-D76F-F4E8-8609-7E962AF8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80FD7C7-9412-309A-EAA8-8107B059D1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550C930-BB81-D213-25F8-B83F0B7C79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master_selectDate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D1B2B99-0395-A080-51C5-2D8321B398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B468B122-B0C8-AD34-0BB3-534D0188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53A1550D-773B-D97B-E91E-EF8D8A859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D1C17882-0E01-17B7-9FBF-2C88ACF8FABF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B9551437-60D5-9938-7EC9-B38C9188B360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FACBD2-7A6C-CF4D-233D-C9CBA241927A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1CBF1A-0AC2-91AD-6280-CEC2869E8198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77E2B7-EB81-41B0-50F0-B73DD10E910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2AB37E-57EE-EC6C-A715-11DA83416DCA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F8E798-DB1D-B4C6-4D0F-9E6206C6B393}"/>
              </a:ext>
            </a:extLst>
          </p:cNvPr>
          <p:cNvSpPr/>
          <p:nvPr/>
        </p:nvSpPr>
        <p:spPr>
          <a:xfrm>
            <a:off x="241110" y="1000542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72C218-3CC2-AE81-A9FD-4443F5408B65}"/>
              </a:ext>
            </a:extLst>
          </p:cNvPr>
          <p:cNvSpPr/>
          <p:nvPr/>
        </p:nvSpPr>
        <p:spPr>
          <a:xfrm>
            <a:off x="241110" y="5791200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footer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85AE09-BD43-386E-7FBA-639C5030A42D}"/>
              </a:ext>
            </a:extLst>
          </p:cNvPr>
          <p:cNvSpPr/>
          <p:nvPr/>
        </p:nvSpPr>
        <p:spPr>
          <a:xfrm>
            <a:off x="1452282" y="1138518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AF55B0-E9D7-919B-C7DE-D3825A0D40C5}"/>
              </a:ext>
            </a:extLst>
          </p:cNvPr>
          <p:cNvSpPr/>
          <p:nvPr/>
        </p:nvSpPr>
        <p:spPr>
          <a:xfrm>
            <a:off x="4953000" y="1138518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7A070D-A5D3-655C-B3D0-94C2E44A1B22}"/>
              </a:ext>
            </a:extLst>
          </p:cNvPr>
          <p:cNvSpPr/>
          <p:nvPr/>
        </p:nvSpPr>
        <p:spPr>
          <a:xfrm>
            <a:off x="1452282" y="2978499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A26D839-9031-749C-7EB5-001368E381A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450518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DAC7541-D748-6A58-61C6-3A5FDA97448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D59C337-FE9F-A31D-F44C-061E606BD7B8}"/>
                </a:ext>
              </a:extLst>
            </p:cNvPr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C68A66B7-6B8A-EA38-D8E8-67347791C571}"/>
              </a:ext>
            </a:extLst>
          </p:cNvPr>
          <p:cNvGraphicFramePr>
            <a:graphicFrameLocks noGrp="1"/>
          </p:cNvGraphicFramePr>
          <p:nvPr/>
        </p:nvGraphicFramePr>
        <p:xfrm>
          <a:off x="1452282" y="3163189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EE43FE73-D402-E109-6964-BDF216017EF7}"/>
              </a:ext>
            </a:extLst>
          </p:cNvPr>
          <p:cNvGrpSpPr/>
          <p:nvPr/>
        </p:nvGrpSpPr>
        <p:grpSpPr>
          <a:xfrm>
            <a:off x="1574372" y="3201859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138AC3A-FCC7-AF66-1065-92BDE4E0A92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7272A1C7-1B55-EB44-5202-96DE63FA16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Rectangle 89">
            <a:extLst>
              <a:ext uri="{FF2B5EF4-FFF2-40B4-BE49-F238E27FC236}">
                <a16:creationId xmlns:a16="http://schemas.microsoft.com/office/drawing/2014/main" id="{0371ADAF-B995-CD99-00B0-97A808821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425951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화이트 리스트 관리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20D96CE-D887-465F-0262-213D6386B95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3710137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6B7D31F-F861-6AC6-8391-A479E502CE5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668606A3-B646-038B-15A6-EF6CF7C97997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4AA727-0F25-320E-462D-53C7933CD92C}"/>
              </a:ext>
            </a:extLst>
          </p:cNvPr>
          <p:cNvSpPr/>
          <p:nvPr/>
        </p:nvSpPr>
        <p:spPr>
          <a:xfrm>
            <a:off x="1452282" y="2978499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3B5C539-303C-34A9-07D1-99E3DD9AA7A4}"/>
              </a:ext>
            </a:extLst>
          </p:cNvPr>
          <p:cNvSpPr/>
          <p:nvPr/>
        </p:nvSpPr>
        <p:spPr>
          <a:xfrm>
            <a:off x="4952998" y="1147073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5F12C9E-D92A-DBEB-B333-9A72211D2BB8}"/>
              </a:ext>
            </a:extLst>
          </p:cNvPr>
          <p:cNvSpPr/>
          <p:nvPr/>
        </p:nvSpPr>
        <p:spPr>
          <a:xfrm>
            <a:off x="1452281" y="1147073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93B8225-8FD2-62A7-C59C-970A379F20E7}"/>
              </a:ext>
            </a:extLst>
          </p:cNvPr>
          <p:cNvGrpSpPr/>
          <p:nvPr/>
        </p:nvGrpSpPr>
        <p:grpSpPr>
          <a:xfrm>
            <a:off x="1574372" y="3953435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23565FA-4372-3BFB-2986-2D5A0C345B0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E95A5EFA-981E-E210-9C11-FB300CD4C8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9580AFF-1CBD-9257-66A8-C439FB57A944}"/>
              </a:ext>
            </a:extLst>
          </p:cNvPr>
          <p:cNvCxnSpPr/>
          <p:nvPr/>
        </p:nvCxnSpPr>
        <p:spPr>
          <a:xfrm>
            <a:off x="1640150" y="2375647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DF7D3A56-968A-5DDB-5F45-280B0E32B923}"/>
              </a:ext>
            </a:extLst>
          </p:cNvPr>
          <p:cNvGraphicFramePr/>
          <p:nvPr/>
        </p:nvGraphicFramePr>
        <p:xfrm>
          <a:off x="1651000" y="1227666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62" name="Rectangle 89">
            <a:extLst>
              <a:ext uri="{FF2B5EF4-FFF2-40B4-BE49-F238E27FC236}">
                <a16:creationId xmlns:a16="http://schemas.microsoft.com/office/drawing/2014/main" id="{3B27BD75-FB29-4563-8354-54B1A7B4E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747053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크롤링 사이트 </a:t>
            </a:r>
            <a:r>
              <a:rPr kumimoji="0" lang="en-US" altLang="ko-KR" sz="700" kern="0">
                <a:solidFill>
                  <a:schemeClr val="bg1"/>
                </a:solidFill>
              </a:rPr>
              <a:t>URL </a:t>
            </a:r>
            <a:r>
              <a:rPr kumimoji="0" lang="ko-KR" altLang="en-US" sz="700" kern="0">
                <a:solidFill>
                  <a:schemeClr val="bg1"/>
                </a:solidFill>
              </a:rPr>
              <a:t>지정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BF5F4C02-12DC-7B55-910E-4E00A4416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077272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7BD7BA8-FA64-42DC-D586-80F954CC0AD4}"/>
              </a:ext>
            </a:extLst>
          </p:cNvPr>
          <p:cNvSpPr/>
          <p:nvPr/>
        </p:nvSpPr>
        <p:spPr>
          <a:xfrm>
            <a:off x="1909482" y="2514542"/>
            <a:ext cx="4254690" cy="987469"/>
          </a:xfrm>
          <a:prstGeom prst="roundRect">
            <a:avLst/>
          </a:prstGeom>
          <a:solidFill>
            <a:srgbClr val="FFFFFF">
              <a:alpha val="50196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Text Box">
            <a:extLst>
              <a:ext uri="{FF2B5EF4-FFF2-40B4-BE49-F238E27FC236}">
                <a16:creationId xmlns:a16="http://schemas.microsoft.com/office/drawing/2014/main" id="{1EF2454D-6877-C84E-DA7E-9F44198A8B0D}"/>
              </a:ext>
            </a:extLst>
          </p:cNvPr>
          <p:cNvSpPr/>
          <p:nvPr/>
        </p:nvSpPr>
        <p:spPr>
          <a:xfrm>
            <a:off x="4543332" y="2685724"/>
            <a:ext cx="55578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수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3" name="Drop-Down Box (Expanded)">
            <a:extLst>
              <a:ext uri="{FF2B5EF4-FFF2-40B4-BE49-F238E27FC236}">
                <a16:creationId xmlns:a16="http://schemas.microsoft.com/office/drawing/2014/main" id="{7E52054B-87FE-591A-F42C-8788D3AC244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178609" y="3060530"/>
            <a:ext cx="514164" cy="1346906"/>
            <a:chOff x="-2724469" y="3066120"/>
            <a:chExt cx="1368151" cy="1346906"/>
          </a:xfrm>
        </p:grpSpPr>
        <p:grpSp>
          <p:nvGrpSpPr>
            <p:cNvPr id="24" name="Drop-Down Box">
              <a:extLst>
                <a:ext uri="{FF2B5EF4-FFF2-40B4-BE49-F238E27FC236}">
                  <a16:creationId xmlns:a16="http://schemas.microsoft.com/office/drawing/2014/main" id="{EC1B4341-7678-EA9A-7748-338817FB8AF6}"/>
                </a:ext>
              </a:extLst>
            </p:cNvPr>
            <p:cNvGrpSpPr/>
            <p:nvPr/>
          </p:nvGrpSpPr>
          <p:grpSpPr>
            <a:xfrm>
              <a:off x="-2724469" y="3066120"/>
              <a:ext cx="1368150" cy="225703"/>
              <a:chOff x="-2724469" y="3066120"/>
              <a:chExt cx="1368150" cy="225703"/>
            </a:xfrm>
          </p:grpSpPr>
          <p:sp>
            <p:nvSpPr>
              <p:cNvPr id="47" name="Text Box">
                <a:extLst>
                  <a:ext uri="{FF2B5EF4-FFF2-40B4-BE49-F238E27FC236}">
                    <a16:creationId xmlns:a16="http://schemas.microsoft.com/office/drawing/2014/main" id="{6B515724-11AF-7A72-63F7-B09300365594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-2724469" y="3066120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금</a:t>
                </a:r>
                <a:endPara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Arrow Down">
                <a:extLst>
                  <a:ext uri="{FF2B5EF4-FFF2-40B4-BE49-F238E27FC236}">
                    <a16:creationId xmlns:a16="http://schemas.microsoft.com/office/drawing/2014/main" id="{15F863A3-8FD6-887D-12B8-530E81892328}"/>
                  </a:ext>
                </a:extLst>
              </p:cNvPr>
              <p:cNvSpPr>
                <a:spLocks noChangeAspect="1"/>
              </p:cNvSpPr>
              <p:nvPr>
                <p:custDataLst>
                  <p:tags r:id="rId7"/>
                </p:custDataLst>
              </p:nvPr>
            </p:nvSpPr>
            <p:spPr bwMode="auto">
              <a:xfrm rot="10800000" flipH="1">
                <a:off x="-1724236" y="3138264"/>
                <a:ext cx="213390" cy="6229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0" name="Drop-Down Menu">
              <a:extLst>
                <a:ext uri="{FF2B5EF4-FFF2-40B4-BE49-F238E27FC236}">
                  <a16:creationId xmlns:a16="http://schemas.microsoft.com/office/drawing/2014/main" id="{6EF49516-4D5E-A6E6-7588-FC204CFBDDCD}"/>
                </a:ext>
              </a:extLst>
            </p:cNvPr>
            <p:cNvGrpSpPr/>
            <p:nvPr/>
          </p:nvGrpSpPr>
          <p:grpSpPr>
            <a:xfrm>
              <a:off x="-2724468" y="3294771"/>
              <a:ext cx="1368150" cy="1118255"/>
              <a:chOff x="-2724468" y="3294771"/>
              <a:chExt cx="1368150" cy="1118255"/>
            </a:xfrm>
          </p:grpSpPr>
          <p:sp>
            <p:nvSpPr>
              <p:cNvPr id="43" name="Box">
                <a:extLst>
                  <a:ext uri="{FF2B5EF4-FFF2-40B4-BE49-F238E27FC236}">
                    <a16:creationId xmlns:a16="http://schemas.microsoft.com/office/drawing/2014/main" id="{460A55F2-E10A-7268-D779-51210504D99C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-2724468" y="3294771"/>
                <a:ext cx="1368150" cy="111825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월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화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수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목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금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토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일</a:t>
                </a:r>
                <a:endPara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44" name="Selection Overlay">
                <a:extLst>
                  <a:ext uri="{FF2B5EF4-FFF2-40B4-BE49-F238E27FC236}">
                    <a16:creationId xmlns:a16="http://schemas.microsoft.com/office/drawing/2014/main" id="{F025AA70-9335-42B8-2BF1-990D97B23629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-2724468" y="3914288"/>
                <a:ext cx="1368150" cy="165672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F642E66-A03B-B5A6-F11C-3A17B334088E}"/>
              </a:ext>
            </a:extLst>
          </p:cNvPr>
          <p:cNvSpPr txBox="1"/>
          <p:nvPr/>
        </p:nvSpPr>
        <p:spPr>
          <a:xfrm>
            <a:off x="1925941" y="2658338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아이템 등록을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069DE0-8720-C185-55B5-45AB627E297F}"/>
              </a:ext>
            </a:extLst>
          </p:cNvPr>
          <p:cNvSpPr txBox="1"/>
          <p:nvPr/>
        </p:nvSpPr>
        <p:spPr>
          <a:xfrm>
            <a:off x="3616683" y="3029765"/>
            <a:ext cx="615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부터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22240B-B2E7-89B1-C162-D51F4E18EAC5}"/>
              </a:ext>
            </a:extLst>
          </p:cNvPr>
          <p:cNvSpPr txBox="1"/>
          <p:nvPr/>
        </p:nvSpPr>
        <p:spPr>
          <a:xfrm>
            <a:off x="5100151" y="2658338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까지 합니다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1401A879-2CA0-08F3-7D48-028BDA019046}"/>
              </a:ext>
            </a:extLst>
          </p:cNvPr>
          <p:cNvSpPr/>
          <p:nvPr/>
        </p:nvSpPr>
        <p:spPr>
          <a:xfrm>
            <a:off x="3024859" y="2694245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매주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4" name="Text Box">
            <a:extLst>
              <a:ext uri="{FF2B5EF4-FFF2-40B4-BE49-F238E27FC236}">
                <a16:creationId xmlns:a16="http://schemas.microsoft.com/office/drawing/2014/main" id="{52EA5F2F-F577-30CC-2E04-969388814E44}"/>
              </a:ext>
            </a:extLst>
          </p:cNvPr>
          <p:cNvSpPr/>
          <p:nvPr/>
        </p:nvSpPr>
        <p:spPr>
          <a:xfrm>
            <a:off x="3616683" y="2694245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월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009E0C-4EA4-CB5D-075B-13F8EB1B4F07}"/>
              </a:ext>
            </a:extLst>
          </p:cNvPr>
          <p:cNvSpPr txBox="1"/>
          <p:nvPr/>
        </p:nvSpPr>
        <p:spPr>
          <a:xfrm>
            <a:off x="1925941" y="3027571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투표를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6B75488B-2F76-0E5E-C79D-5BFD4B609B04}"/>
              </a:ext>
            </a:extLst>
          </p:cNvPr>
          <p:cNvSpPr/>
          <p:nvPr/>
        </p:nvSpPr>
        <p:spPr>
          <a:xfrm>
            <a:off x="2550828" y="3057087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매주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ED918A3A-A2B6-84A9-0B9B-316B762FCE26}"/>
              </a:ext>
            </a:extLst>
          </p:cNvPr>
          <p:cNvSpPr/>
          <p:nvPr/>
        </p:nvSpPr>
        <p:spPr>
          <a:xfrm>
            <a:off x="3172257" y="3057086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목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212678-4E6D-A964-2C4F-24331A4E1FB8}"/>
              </a:ext>
            </a:extLst>
          </p:cNvPr>
          <p:cNvSpPr txBox="1"/>
          <p:nvPr/>
        </p:nvSpPr>
        <p:spPr>
          <a:xfrm>
            <a:off x="4718404" y="3026668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까지 합니다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01A6AD-8B90-97A8-ADB9-A29A000CF7DC}"/>
              </a:ext>
            </a:extLst>
          </p:cNvPr>
          <p:cNvSpPr txBox="1"/>
          <p:nvPr/>
        </p:nvSpPr>
        <p:spPr>
          <a:xfrm>
            <a:off x="4067654" y="2686998"/>
            <a:ext cx="615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부터</a:t>
            </a:r>
          </a:p>
        </p:txBody>
      </p:sp>
    </p:spTree>
    <p:extLst>
      <p:ext uri="{BB962C8B-B14F-4D97-AF65-F5344CB8AC3E}">
        <p14:creationId xmlns:p14="http://schemas.microsoft.com/office/powerpoint/2010/main" val="379359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E4F6E2-A197-410B-A07E-4EE0DA41FCF4}"/>
              </a:ext>
            </a:extLst>
          </p:cNvPr>
          <p:cNvSpPr txBox="1"/>
          <p:nvPr/>
        </p:nvSpPr>
        <p:spPr>
          <a:xfrm>
            <a:off x="2634805" y="3044279"/>
            <a:ext cx="46363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End of document</a:t>
            </a:r>
            <a:endParaRPr lang="ko-KR" altLang="en-US" sz="4400" dirty="0" err="1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21173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24HdOxIeVI7JnOqmjeFkqH6SQJck4rAfb5XZmkqfeMk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24HdOxIeVI7JnOqmjeFkqH6SQJck4rAfb5XZmkqfeMk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70,7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Non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Non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Relative,Non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25,1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Relativ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Non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Non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  <p:tag name="SMARTSETTINGSHASH" val="qc0n8q8OTDWbeCEFVBtR+HYFLWKeTcIyKrVOywWjiD8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000" dirty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89192</TotalTime>
  <Words>1423</Words>
  <Application>Microsoft Office PowerPoint</Application>
  <PresentationFormat>A4 용지(210x297mm)</PresentationFormat>
  <Paragraphs>696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Noto Sans KR Light</vt:lpstr>
      <vt:lpstr>굴림</vt:lpstr>
      <vt:lpstr>맑은 고딕</vt:lpstr>
      <vt:lpstr>Arial</vt:lpstr>
      <vt:lpstr>Segoe UI</vt:lpstr>
      <vt:lpstr>Wingdings</vt:lpstr>
      <vt:lpstr>1_디자인 사용자 지정</vt:lpstr>
      <vt:lpstr>1_Office 테마</vt:lpstr>
      <vt:lpstr>문서 작성 정의 - Component</vt:lpstr>
      <vt:lpstr>문서 작성 정의 - Component</vt:lpstr>
      <vt:lpstr>문서 작성 정의 - Component</vt:lpstr>
      <vt:lpstr>문서 작성 정의 - Component</vt:lpstr>
      <vt:lpstr>문서 작성 정의 - Component</vt:lpstr>
      <vt:lpstr>Flowchart 예시</vt:lpstr>
      <vt:lpstr>[Layout-PC] index</vt:lpstr>
      <vt:lpstr>[Layout-PC] 부식 등록 페이지</vt:lpstr>
      <vt:lpstr>[Layout-PC] 투표 페이지</vt:lpstr>
      <vt:lpstr>[Layout-PC] 투표 상세 결과 페이지</vt:lpstr>
      <vt:lpstr>[Layout-PC] 주차별 투표 결과</vt:lpstr>
      <vt:lpstr>[Layout-PC] 주차별 투표 결과</vt:lpstr>
      <vt:lpstr>PC</vt:lpstr>
      <vt:lpstr>PC</vt:lpstr>
      <vt:lpstr>PC</vt:lpstr>
      <vt:lpstr>PC</vt:lpstr>
      <vt:lpstr>PC</vt:lpstr>
      <vt:lpstr>PC</vt:lpstr>
      <vt:lpstr>PC</vt:lpstr>
      <vt:lpstr>PC</vt:lpstr>
      <vt:lpstr>PC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크몽;13년 기획전문가</dc:creator>
  <cp:lastModifiedBy>S0 KOO</cp:lastModifiedBy>
  <cp:revision>1222</cp:revision>
  <cp:lastPrinted>2018-10-16T08:02:11Z</cp:lastPrinted>
  <dcterms:created xsi:type="dcterms:W3CDTF">2018-10-16T04:32:11Z</dcterms:created>
  <dcterms:modified xsi:type="dcterms:W3CDTF">2025-04-28T12:06:47Z</dcterms:modified>
</cp:coreProperties>
</file>